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74" r:id="rId5"/>
    <p:sldMasterId id="2147483677" r:id="rId6"/>
    <p:sldMasterId id="2147483752" r:id="rId7"/>
    <p:sldMasterId id="2147483828" r:id="rId8"/>
    <p:sldMasterId id="2147483916" r:id="rId9"/>
  </p:sldMasterIdLst>
  <p:notesMasterIdLst>
    <p:notesMasterId r:id="rId124"/>
  </p:notesMasterIdLst>
  <p:sldIdLst>
    <p:sldId id="291" r:id="rId32"/>
    <p:sldId id="288" r:id="rId1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85F48-5DE5-14CF-FD55-8C71A0CF0FD8}" v="3" dt="2026-08-28T03:28:32.066"/>
    <p1510:client id="{15D06E23-814D-4FB8-96A8-0FFE2568AE7B}" v="63" dt="2026-08-28T08:56:32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32" Type="http://schemas.openxmlformats.org/officeDocument/2006/relationships/slide" Target="slides/slide1.xml"/><Relationship Id="rId123" Type="http://schemas.openxmlformats.org/officeDocument/2006/relationships/slide" Target="slides/slide2.xml"/><Relationship Id="rId124" Type="http://schemas.openxmlformats.org/officeDocument/2006/relationships/notesMaster" Target="notesMasters/notesMaster1.xml"/><Relationship Id="rId125" Type="http://schemas.openxmlformats.org/officeDocument/2006/relationships/presProps" Target="presProps.xml"/><Relationship Id="rId126" Type="http://schemas.openxmlformats.org/officeDocument/2006/relationships/viewProps" Target="viewProps.xml"/><Relationship Id="rId127" Type="http://schemas.openxmlformats.org/officeDocument/2006/relationships/theme" Target="theme/theme1.xml"/><Relationship Id="rId128" Type="http://schemas.openxmlformats.org/officeDocument/2006/relationships/tableStyles" Target="tableStyles.xml"/><Relationship Id="rId129" Type="http://schemas.microsoft.com/office/2016/11/relationships/changesInfo" Target="changesInfos/changesInfo1.xml"/><Relationship Id="rId1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TJ Wang (TW)" userId="18033001-5856-41bf-97cd-f021b2ea7695" providerId="ADAL" clId="{86509E4E-F890-43B6-97AB-BA7419744C2D}"/>
    <pc:docChg chg="undo custSel addSld delSld modSld sldOrd delMainMaster modMainMaster addSection delSection modSection">
      <pc:chgData name="Tony TJ Wang (TW)" userId="18033001-5856-41bf-97cd-f021b2ea7695" providerId="ADAL" clId="{86509E4E-F890-43B6-97AB-BA7419744C2D}" dt="2026-08-28T08:56:32.543" v="594"/>
      <pc:docMkLst>
        <pc:docMk/>
      </pc:docMkLst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1607610444" sldId="256"/>
        </pc:sldMkLst>
      </pc:sldChg>
      <pc:sldChg chg="addSp new mod">
        <pc:chgData name="Tony TJ Wang (TW)" userId="18033001-5856-41bf-97cd-f021b2ea7695" providerId="ADAL" clId="{86509E4E-F890-43B6-97AB-BA7419744C2D}" dt="2026-08-13T08:26:10.078" v="26" actId="22"/>
        <pc:sldMkLst>
          <pc:docMk/>
          <pc:sldMk cId="4171859083" sldId="257"/>
        </pc:sldMkLst>
        <pc:picChg chg="add">
          <ac:chgData name="Tony TJ Wang (TW)" userId="18033001-5856-41bf-97cd-f021b2ea7695" providerId="ADAL" clId="{86509E4E-F890-43B6-97AB-BA7419744C2D}" dt="2026-08-13T08:26:10.078" v="26" actId="22"/>
          <ac:picMkLst>
            <pc:docMk/>
            <pc:sldMk cId="4171859083" sldId="257"/>
            <ac:picMk id="3" creationId="{EC1DED65-A97B-2E45-E83A-4778C0D9ADC1}"/>
          </ac:picMkLst>
        </pc:picChg>
      </pc:sldChg>
      <pc:sldChg chg="addSp delSp modSp mod">
        <pc:chgData name="Tony TJ Wang (TW)" userId="18033001-5856-41bf-97cd-f021b2ea7695" providerId="ADAL" clId="{86509E4E-F890-43B6-97AB-BA7419744C2D}" dt="2026-08-28T08:56:31.825" v="591" actId="1076"/>
        <pc:sldMkLst>
          <pc:docMk/>
          <pc:sldMk cId="2420393673" sldId="272"/>
        </pc:sldMkLst>
        <pc:picChg chg="add mod">
          <ac:chgData name="Tony TJ Wang (TW)" userId="18033001-5856-41bf-97cd-f021b2ea7695" providerId="ADAL" clId="{86509E4E-F890-43B6-97AB-BA7419744C2D}" dt="2026-08-28T08:56:31.825" v="591" actId="1076"/>
          <ac:picMkLst>
            <pc:docMk/>
            <pc:sldMk cId="2420393673" sldId="272"/>
            <ac:picMk id="5" creationId="{23EC51DD-9D24-701E-2C38-1BABBB089B81}"/>
          </ac:picMkLst>
        </pc:picChg>
      </pc:sldChg>
      <pc:sldChg chg="ord">
        <pc:chgData name="Tony TJ Wang (TW)" userId="18033001-5856-41bf-97cd-f021b2ea7695" providerId="ADAL" clId="{86509E4E-F890-43B6-97AB-BA7419744C2D}" dt="2026-08-26T07:18:53.925" v="287"/>
        <pc:sldMkLst>
          <pc:docMk/>
          <pc:sldMk cId="4069544170" sldId="289"/>
        </pc:sldMkLst>
      </pc:sldChg>
      <pc:sldChg chg="addSp delSp modSp new mod ord">
        <pc:chgData name="Tony TJ Wang (TW)" userId="18033001-5856-41bf-97cd-f021b2ea7695" providerId="ADAL" clId="{86509E4E-F890-43B6-97AB-BA7419744C2D}" dt="2026-08-26T08:40:20.622" v="556" actId="255"/>
        <pc:sldMkLst>
          <pc:docMk/>
          <pc:sldMk cId="2599464912" sldId="296"/>
        </pc:sldMkLst>
        <pc:spChg chg="add mod">
          <ac:chgData name="Tony TJ Wang (TW)" userId="18033001-5856-41bf-97cd-f021b2ea7695" providerId="ADAL" clId="{86509E4E-F890-43B6-97AB-BA7419744C2D}" dt="2026-08-26T08:40:12.736" v="552" actId="1076"/>
          <ac:spMkLst>
            <pc:docMk/>
            <pc:sldMk cId="2599464912" sldId="296"/>
            <ac:spMk id="3" creationId="{699D2354-99A8-0B65-8271-5F3C9B2AE63C}"/>
          </ac:spMkLst>
        </pc:spChg>
        <pc:spChg chg="add mod">
          <ac:chgData name="Tony TJ Wang (TW)" userId="18033001-5856-41bf-97cd-f021b2ea7695" providerId="ADAL" clId="{86509E4E-F890-43B6-97AB-BA7419744C2D}" dt="2026-08-26T08:40:14.745" v="553" actId="1076"/>
          <ac:spMkLst>
            <pc:docMk/>
            <pc:sldMk cId="2599464912" sldId="296"/>
            <ac:spMk id="5" creationId="{82CAD90D-E01E-8658-C010-750747A1866D}"/>
          </ac:spMkLst>
        </pc:spChg>
        <pc:spChg chg="add mod">
          <ac:chgData name="Tony TJ Wang (TW)" userId="18033001-5856-41bf-97cd-f021b2ea7695" providerId="ADAL" clId="{86509E4E-F890-43B6-97AB-BA7419744C2D}" dt="2026-08-26T08:40:20.622" v="556" actId="255"/>
          <ac:spMkLst>
            <pc:docMk/>
            <pc:sldMk cId="2599464912" sldId="296"/>
            <ac:spMk id="8" creationId="{B181DE30-50A2-082B-CEF4-18CD5B21EDD5}"/>
          </ac:spMkLst>
        </pc:spChg>
        <pc:picChg chg="add mod">
          <ac:chgData name="Tony TJ Wang (TW)" userId="18033001-5856-41bf-97cd-f021b2ea7695" providerId="ADAL" clId="{86509E4E-F890-43B6-97AB-BA7419744C2D}" dt="2026-08-26T08:39:40.237" v="539" actId="1076"/>
          <ac:picMkLst>
            <pc:docMk/>
            <pc:sldMk cId="2599464912" sldId="296"/>
            <ac:picMk id="7" creationId="{C1178097-20D2-CF88-6BF5-A0D7A81F423D}"/>
          </ac:picMkLst>
        </pc:picChg>
      </pc:sldChg>
      <pc:sldChg chg="addSp delSp modSp add mod ord">
        <pc:chgData name="Tony TJ Wang (TW)" userId="18033001-5856-41bf-97cd-f021b2ea7695" providerId="ADAL" clId="{86509E4E-F890-43B6-97AB-BA7419744C2D}" dt="2026-08-26T08:40:50.577" v="566" actId="1076"/>
        <pc:sldMkLst>
          <pc:docMk/>
          <pc:sldMk cId="106630151" sldId="297"/>
        </pc:sldMkLst>
        <pc:spChg chg="add mod">
          <ac:chgData name="Tony TJ Wang (TW)" userId="18033001-5856-41bf-97cd-f021b2ea7695" providerId="ADAL" clId="{86509E4E-F890-43B6-97AB-BA7419744C2D}" dt="2026-08-26T08:40:50.577" v="566" actId="1076"/>
          <ac:spMkLst>
            <pc:docMk/>
            <pc:sldMk cId="106630151" sldId="297"/>
            <ac:spMk id="5" creationId="{FA068CB2-23AF-6FCE-7A50-CFDF4DCD3FE4}"/>
          </ac:spMkLst>
        </pc:spChg>
        <pc:picChg chg="add mod">
          <ac:chgData name="Tony TJ Wang (TW)" userId="18033001-5856-41bf-97cd-f021b2ea7695" providerId="ADAL" clId="{86509E4E-F890-43B6-97AB-BA7419744C2D}" dt="2026-08-26T08:40:37.943" v="560" actId="1076"/>
          <ac:picMkLst>
            <pc:docMk/>
            <pc:sldMk cId="106630151" sldId="297"/>
            <ac:picMk id="3" creationId="{77441DA9-BD51-D469-063C-F2B197A6FACF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26T08:40:43.914" v="562" actId="1076"/>
        <pc:sldMkLst>
          <pc:docMk/>
          <pc:sldMk cId="2554360611" sldId="299"/>
        </pc:sldMkLst>
        <pc:spChg chg="add mod">
          <ac:chgData name="Tony TJ Wang (TW)" userId="18033001-5856-41bf-97cd-f021b2ea7695" providerId="ADAL" clId="{86509E4E-F890-43B6-97AB-BA7419744C2D}" dt="2026-08-26T08:40:41.294" v="561" actId="1076"/>
          <ac:spMkLst>
            <pc:docMk/>
            <pc:sldMk cId="2554360611" sldId="299"/>
            <ac:spMk id="9" creationId="{E6E1ADB4-38E1-10F2-0F7C-DB46EEAA8488}"/>
          </ac:spMkLst>
        </pc:spChg>
        <pc:spChg chg="add mod">
          <ac:chgData name="Tony TJ Wang (TW)" userId="18033001-5856-41bf-97cd-f021b2ea7695" providerId="ADAL" clId="{86509E4E-F890-43B6-97AB-BA7419744C2D}" dt="2026-08-26T08:40:43.914" v="562" actId="1076"/>
          <ac:spMkLst>
            <pc:docMk/>
            <pc:sldMk cId="2554360611" sldId="299"/>
            <ac:spMk id="11" creationId="{975761DE-5B44-1383-F92A-065EDC92E756}"/>
          </ac:spMkLst>
        </pc:spChg>
        <pc:picChg chg="add mod">
          <ac:chgData name="Tony TJ Wang (TW)" userId="18033001-5856-41bf-97cd-f021b2ea7695" providerId="ADAL" clId="{86509E4E-F890-43B6-97AB-BA7419744C2D}" dt="2026-08-26T08:33:04.428" v="503" actId="1076"/>
          <ac:picMkLst>
            <pc:docMk/>
            <pc:sldMk cId="2554360611" sldId="299"/>
            <ac:picMk id="5" creationId="{293E2457-47C0-6017-1FA6-55408733CB32}"/>
          </ac:picMkLst>
        </pc:picChg>
        <pc:picChg chg="add mod">
          <ac:chgData name="Tony TJ Wang (TW)" userId="18033001-5856-41bf-97cd-f021b2ea7695" providerId="ADAL" clId="{86509E4E-F890-43B6-97AB-BA7419744C2D}" dt="2026-08-26T08:33:00.695" v="501" actId="1076"/>
          <ac:picMkLst>
            <pc:docMk/>
            <pc:sldMk cId="2554360611" sldId="299"/>
            <ac:picMk id="8" creationId="{C7EBA735-B78C-2D41-2D87-F29DEB7BEB39}"/>
          </ac:picMkLst>
        </pc:pic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21359538" sldId="30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44019484" sldId="301"/>
        </pc:sldMkLst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514704115" sldId="302"/>
        </pc:sldMkLst>
        <pc:picChg chg="add mod">
          <ac:chgData name="Tony TJ Wang (TW)" userId="18033001-5856-41bf-97cd-f021b2ea7695" providerId="ADAL" clId="{86509E4E-F890-43B6-97AB-BA7419744C2D}" dt="2026-08-26T07:41:00.343" v="395" actId="1076"/>
          <ac:picMkLst>
            <pc:docMk/>
            <pc:sldMk cId="2514704115" sldId="302"/>
            <ac:picMk id="8" creationId="{D55881AE-99AA-9CF5-6ACB-22F1023CE548}"/>
          </ac:picMkLst>
        </pc:picChg>
        <pc:picChg chg="add mod">
          <ac:chgData name="Tony TJ Wang (TW)" userId="18033001-5856-41bf-97cd-f021b2ea7695" providerId="ADAL" clId="{86509E4E-F890-43B6-97AB-BA7419744C2D}" dt="2026-08-26T07:41:04.905" v="397" actId="1076"/>
          <ac:picMkLst>
            <pc:docMk/>
            <pc:sldMk cId="2514704115" sldId="302"/>
            <ac:picMk id="10" creationId="{E06E8876-7662-E0DB-9807-C866C62E715D}"/>
          </ac:picMkLst>
        </pc:picChg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60654132" sldId="303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2" creationId="{FFC61194-AA99-E57E-DA3E-2C31C77FA50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3" creationId="{37DD5E59-9F8C-3409-2221-C1C12AA72571}"/>
          </ac:spMkLst>
        </pc:spChg>
        <pc:picChg chg="add mod">
          <ac:chgData name="Tony TJ Wang (TW)" userId="18033001-5856-41bf-97cd-f021b2ea7695" providerId="ADAL" clId="{86509E4E-F890-43B6-97AB-BA7419744C2D}" dt="2026-08-26T07:41:16.282" v="402" actId="1076"/>
          <ac:picMkLst>
            <pc:docMk/>
            <pc:sldMk cId="360654132" sldId="303"/>
            <ac:picMk id="6" creationId="{B639B532-BDF9-36FD-8483-EECA3E104FF1}"/>
          </ac:picMkLst>
        </pc:picChg>
      </pc:sldChg>
      <pc:sldChg chg="addSp delSp modSp add mod">
        <pc:chgData name="Tony TJ Wang (TW)" userId="18033001-5856-41bf-97cd-f021b2ea7695" providerId="ADAL" clId="{86509E4E-F890-43B6-97AB-BA7419744C2D}" dt="2026-08-26T09:01:17.332" v="590" actId="1076"/>
        <pc:sldMkLst>
          <pc:docMk/>
          <pc:sldMk cId="741598415" sldId="304"/>
        </pc:sldMkLst>
        <pc:spChg chg="mod">
          <ac:chgData name="Tony TJ Wang (TW)" userId="18033001-5856-41bf-97cd-f021b2ea7695" providerId="ADAL" clId="{86509E4E-F890-43B6-97AB-BA7419744C2D}" dt="2026-08-26T09:01:16.082" v="589" actId="1076"/>
          <ac:spMkLst>
            <pc:docMk/>
            <pc:sldMk cId="741598415" sldId="304"/>
            <ac:spMk id="7" creationId="{5C1C04AE-6023-888A-7864-8A3DD60FC73E}"/>
          </ac:spMkLst>
        </pc:spChg>
        <pc:spChg chg="add mod">
          <ac:chgData name="Tony TJ Wang (TW)" userId="18033001-5856-41bf-97cd-f021b2ea7695" providerId="ADAL" clId="{86509E4E-F890-43B6-97AB-BA7419744C2D}" dt="2026-08-26T08:39:22.172" v="535" actId="14100"/>
          <ac:spMkLst>
            <pc:docMk/>
            <pc:sldMk cId="741598415" sldId="304"/>
            <ac:spMk id="8" creationId="{EE2A7D4C-2416-2A1F-AFC4-788F5196D71B}"/>
          </ac:spMkLst>
        </pc:spChg>
        <pc:picChg chg="add mod modCrop">
          <ac:chgData name="Tony TJ Wang (TW)" userId="18033001-5856-41bf-97cd-f021b2ea7695" providerId="ADAL" clId="{86509E4E-F890-43B6-97AB-BA7419744C2D}" dt="2026-08-26T09:01:14.187" v="588" actId="1076"/>
          <ac:picMkLst>
            <pc:docMk/>
            <pc:sldMk cId="741598415" sldId="304"/>
            <ac:picMk id="11" creationId="{799B8E4A-159A-36C8-121D-86218BD82181}"/>
          </ac:picMkLst>
        </pc:picChg>
        <pc:picChg chg="add mod modCrop">
          <ac:chgData name="Tony TJ Wang (TW)" userId="18033001-5856-41bf-97cd-f021b2ea7695" providerId="ADAL" clId="{86509E4E-F890-43B6-97AB-BA7419744C2D}" dt="2026-08-26T09:01:17.332" v="590" actId="1076"/>
          <ac:picMkLst>
            <pc:docMk/>
            <pc:sldMk cId="741598415" sldId="304"/>
            <ac:picMk id="13" creationId="{23AC456D-1263-5706-8781-9C497F98A738}"/>
          </ac:picMkLst>
        </pc:picChg>
      </pc:sldChg>
      <pc:sldChg chg="addSp new mod">
        <pc:chgData name="Tony TJ Wang (TW)" userId="18033001-5856-41bf-97cd-f021b2ea7695" providerId="ADAL" clId="{86509E4E-F890-43B6-97AB-BA7419744C2D}" dt="2026-08-13T08:01:47.483" v="3" actId="22"/>
        <pc:sldMkLst>
          <pc:docMk/>
          <pc:sldMk cId="678161449" sldId="4119"/>
        </pc:sldMkLst>
        <pc:picChg chg="add">
          <ac:chgData name="Tony TJ Wang (TW)" userId="18033001-5856-41bf-97cd-f021b2ea7695" providerId="ADAL" clId="{86509E4E-F890-43B6-97AB-BA7419744C2D}" dt="2026-08-13T08:01:47.483" v="3" actId="22"/>
          <ac:picMkLst>
            <pc:docMk/>
            <pc:sldMk cId="678161449" sldId="4119"/>
            <ac:picMk id="3" creationId="{CC6B2FF3-1D5E-89E5-5953-142FA194390B}"/>
          </ac:picMkLst>
        </pc:picChg>
      </pc:sldChg>
      <pc:sldChg chg="addSp modSp new mod">
        <pc:chgData name="Tony TJ Wang (TW)" userId="18033001-5856-41bf-97cd-f021b2ea7695" providerId="ADAL" clId="{86509E4E-F890-43B6-97AB-BA7419744C2D}" dt="2026-08-13T08:05:56.981" v="8" actId="1076"/>
        <pc:sldMkLst>
          <pc:docMk/>
          <pc:sldMk cId="3708291182" sldId="4121"/>
        </pc:sldMkLst>
        <pc:picChg chg="add mod">
          <ac:chgData name="Tony TJ Wang (TW)" userId="18033001-5856-41bf-97cd-f021b2ea7695" providerId="ADAL" clId="{86509E4E-F890-43B6-97AB-BA7419744C2D}" dt="2026-08-13T08:05:56.981" v="8" actId="1076"/>
          <ac:picMkLst>
            <pc:docMk/>
            <pc:sldMk cId="3708291182" sldId="4121"/>
            <ac:picMk id="3" creationId="{7629E256-9BA1-CC61-6CF6-F32EE6FE4842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13T08:14:18.955" v="20" actId="22"/>
        <pc:sldMkLst>
          <pc:docMk/>
          <pc:sldMk cId="2246093613" sldId="4122"/>
        </pc:sldMkLst>
        <pc:picChg chg="add mod">
          <ac:chgData name="Tony TJ Wang (TW)" userId="18033001-5856-41bf-97cd-f021b2ea7695" providerId="ADAL" clId="{86509E4E-F890-43B6-97AB-BA7419744C2D}" dt="2026-08-13T08:12:37.928" v="14" actId="1076"/>
          <ac:picMkLst>
            <pc:docMk/>
            <pc:sldMk cId="2246093613" sldId="4122"/>
            <ac:picMk id="3" creationId="{76B8456D-67EC-335A-05C8-91D0ACFD1628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338497899" sldId="214747161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385829111" sldId="2147471611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4266216018" sldId="2147471612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1984436587" sldId="2147471618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77337181" sldId="2147471622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089504799" sldId="214747162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1521235129" sldId="2147471626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806025323" sldId="214747162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4250702178" sldId="2147471632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237972989" sldId="2147471633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91331744" sldId="2147471634"/>
        </pc:sldMkLst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119080904" sldId="2147471635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2" creationId="{AAAB61BE-CAA7-BC81-B2A4-1E350EAF62FA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3" creationId="{17D14F5D-29BE-1BDE-AE7C-30F43A7B797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4" creationId="{48E04D8A-0D68-C063-D5ED-17DAC77F4BCA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467171543" sldId="2147471636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2" creationId="{C961C7A9-8040-8A66-E380-CDB63F8EC85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3" creationId="{ED1FD4D1-E983-FC7D-989F-B3CD09A45412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4" creationId="{5B0659AF-30A6-74C6-3B06-D0F40A8E5A51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574416562" sldId="2147471637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2" creationId="{EA30E22E-10B1-AE8F-677F-A3BC8AD36FA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3" creationId="{0AC8CD98-B1E4-94FC-E3DE-5F967851D07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4" creationId="{43F0CE76-E751-EDB4-F8D9-45DD6B20AD53}"/>
          </ac:spMkLst>
        </pc:spChg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132854497" sldId="2147471638"/>
        </pc:sldMkLst>
      </pc:sldChg>
      <pc:sldChg chg="addSp delSp 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055900988" sldId="2147471642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3" creationId="{3CFAF4F7-DD04-E73B-31AC-AA786DD2A3E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4" creationId="{1F8AC684-621F-56AE-B411-537B5B509B2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13" creationId="{7E0A3E8B-36B3-3088-6BF4-F751E1A28501}"/>
          </ac:spMkLst>
        </pc:sp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597535416" sldId="2147471647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785920302" sldId="2147471648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120340878" sldId="2147471649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982551857" sldId="214747165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2948209876" sldId="2147471651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74290052" sldId="2147471652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9908558" sldId="2147471653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799494147" sldId="2147471654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884221787" sldId="2147471655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2935639352" sldId="2147471656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447439805" sldId="2147471657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4008478433" sldId="2147471664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149247235" sldId="2147471665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885898768" sldId="2147471666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3086659854" sldId="2147471667"/>
        </pc:sldMkLst>
      </pc:sldChg>
      <pc:sldChg chg="add ord">
        <pc:chgData name="Tony TJ Wang (TW)" userId="18033001-5856-41bf-97cd-f021b2ea7695" providerId="ADAL" clId="{86509E4E-F890-43B6-97AB-BA7419744C2D}" dt="2026-08-26T07:25:11.809" v="313"/>
        <pc:sldMkLst>
          <pc:docMk/>
          <pc:sldMk cId="3071817210" sldId="2147471671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2330717037" sldId="2147471672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800678970" sldId="214747167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4004244919" sldId="2147471689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520692316" sldId="2147471690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250428090" sldId="2147471694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429173059" sldId="2147471695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556327753" sldId="214747169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2966213305" sldId="2147471698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3311238796" sldId="2147471703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18129924" sldId="2147471704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24167629" sldId="2147471705"/>
        </pc:sldMkLst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554073569" sldId="2147471722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554073569" sldId="2147471722"/>
            <ac:spMk id="14" creationId="{3BD44A5F-D0AA-BF1E-6829-92E7E607B553}"/>
          </ac:spMkLst>
        </pc:spChg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3929345242" sldId="2147471723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7" creationId="{A63A297D-2F35-7812-303A-16AD896A5B3A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1" creationId="{00C68E4D-21AB-08CD-419F-8429E0F0DB56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2" creationId="{E9BB387C-D24E-5C83-0468-18A25461E280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3" creationId="{C772BD97-777E-8670-8416-8547A807F60F}"/>
          </ac:spMkLst>
        </pc:spChg>
      </pc:sldChg>
      <pc:sldChg chg="add">
        <pc:chgData name="Tony TJ Wang (TW)" userId="18033001-5856-41bf-97cd-f021b2ea7695" providerId="ADAL" clId="{86509E4E-F890-43B6-97AB-BA7419744C2D}" dt="2026-08-26T07:28:41.008" v="324"/>
        <pc:sldMkLst>
          <pc:docMk/>
          <pc:sldMk cId="17382343" sldId="2147471724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1821783111" sldId="2147471725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32533317" sldId="2147471726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2676554576" sldId="2147471727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3986693228" sldId="2147471728"/>
        </pc:sldMkLst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42471186" sldId="2147471729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2" creationId="{581566A1-460A-B6C8-7897-25EBDE7DA34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3" creationId="{AE48430D-5555-2028-9FEB-4564DF5DCC4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6" creationId="{F7F50117-E101-A398-85D0-5678B16A31D8}"/>
          </ac:spMkLst>
        </pc:spChg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16800107" sldId="2147471730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3" creationId="{094D05D2-F793-ECE9-3DE3-ECAC4E0FB80E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6" creationId="{816C4870-D1A1-9A10-A8ED-313BEFC96E1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7" creationId="{C45343BF-FFF9-675A-6730-32F05149995A}"/>
          </ac:spMkLst>
        </pc:spChg>
      </pc:sldChg>
      <pc:sldChg chg="addSp delSp modSp add del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812243640" sldId="2147471758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2" creationId="{3E6E3BE0-C2C0-A042-24DF-086F26D33FB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3" creationId="{09EF78B3-D5DB-E432-D9FF-6795C54E704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4" creationId="{9D55DBD4-9962-EEBB-075E-1B36BC34A2AE}"/>
          </ac:spMkLst>
        </pc:spChg>
        <pc:picChg chg="add mod">
          <ac:chgData name="Tony TJ Wang (TW)" userId="18033001-5856-41bf-97cd-f021b2ea7695" providerId="ADAL" clId="{86509E4E-F890-43B6-97AB-BA7419744C2D}" dt="2026-08-26T07:40:21.548" v="384" actId="1076"/>
          <ac:picMkLst>
            <pc:docMk/>
            <pc:sldMk cId="1812243640" sldId="2147471758"/>
            <ac:picMk id="9" creationId="{0EABAE12-ABF6-8964-8620-D2FFB418A2D6}"/>
          </ac:picMkLst>
        </pc:picChg>
        <pc:picChg chg="add mod">
          <ac:chgData name="Tony TJ Wang (TW)" userId="18033001-5856-41bf-97cd-f021b2ea7695" providerId="ADAL" clId="{86509E4E-F890-43B6-97AB-BA7419744C2D}" dt="2026-08-26T07:40:26.519" v="387" actId="1076"/>
          <ac:picMkLst>
            <pc:docMk/>
            <pc:sldMk cId="1812243640" sldId="2147471758"/>
            <ac:picMk id="11" creationId="{A2D57C02-2453-5D13-1ACE-C5C0E1D082D1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842812038" sldId="2147471765"/>
        </pc:sldMkLst>
      </pc:sldChg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215186150" sldId="2147471831"/>
        </pc:sldMkLst>
      </pc:sldChg>
      <pc:sldChg chg="delSp mod ord modNotesTx">
        <pc:chgData name="Tony TJ Wang (TW)" userId="18033001-5856-41bf-97cd-f021b2ea7695" providerId="ADAL" clId="{86509E4E-F890-43B6-97AB-BA7419744C2D}" dt="2026-08-26T07:16:10.085" v="280" actId="20577"/>
        <pc:sldMkLst>
          <pc:docMk/>
          <pc:sldMk cId="3693095151" sldId="2147483644"/>
        </pc:sldMkLst>
      </pc:sldChg>
      <pc:sldChg chg="ord">
        <pc:chgData name="Tony TJ Wang (TW)" userId="18033001-5856-41bf-97cd-f021b2ea7695" providerId="ADAL" clId="{86509E4E-F890-43B6-97AB-BA7419744C2D}" dt="2026-08-26T07:33:40.478" v="341"/>
        <pc:sldMkLst>
          <pc:docMk/>
          <pc:sldMk cId="1652456660" sldId="2147483645"/>
        </pc:sldMkLst>
      </pc:sldChg>
      <pc:sldChg chg="ord">
        <pc:chgData name="Tony TJ Wang (TW)" userId="18033001-5856-41bf-97cd-f021b2ea7695" providerId="ADAL" clId="{86509E4E-F890-43B6-97AB-BA7419744C2D}" dt="2026-08-26T07:33:16.815" v="337"/>
        <pc:sldMkLst>
          <pc:docMk/>
          <pc:sldMk cId="2351879941" sldId="2147483647"/>
        </pc:sldMkLst>
      </pc:sldChg>
      <pc:sldMasterChg chg="delSldLayout">
        <pc:chgData name="Tony TJ Wang (TW)" userId="18033001-5856-41bf-97cd-f021b2ea7695" providerId="ADAL" clId="{86509E4E-F890-43B6-97AB-BA7419744C2D}" dt="2026-08-26T07:24:47.954" v="307" actId="47"/>
        <pc:sldMasterMkLst>
          <pc:docMk/>
          <pc:sldMasterMk cId="358941851" sldId="2147483752"/>
        </pc:sldMasterMkLst>
      </pc:sldMasterChg>
      <pc:sldMasterChg chg="delSldLayout modSldLayout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3950966955" sldId="2147483916"/>
        </pc:sldMasterMkLst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47413589" sldId="214748398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5" creationId="{98AB6ED3-C5F6-877C-DAED-BEF7F30459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89345167" sldId="214748398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3" creationId="{DFD90212-F74C-9DC9-0056-4F5DDF0194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5" creationId="{98AB6ED3-C5F6-877C-DAED-BEF7F30459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6" creationId="{5E0745CB-2FF7-A852-6865-A8F426EE120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63929705" sldId="214748398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3" creationId="{75979435-2CA0-F566-8195-3E80CC2D618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7" creationId="{3A2C4AA3-8599-3431-5E25-2E68E7DB9FC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11330401" sldId="214748398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51454211" sldId="214748398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73329092" sldId="214748398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32537693" sldId="214748398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6" creationId="{8A3789D3-8936-6361-B279-04482E5DA0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7" creationId="{D2CF944E-CA0D-78C4-2738-7FF65A3C61D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6376902" sldId="214748398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5" creationId="{14843C2F-D12F-B2E4-1020-42BB1F404EE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6" creationId="{78D8C702-FC4B-D3F7-8D51-D2B3DFBA1C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8" creationId="{2074E594-75BC-BB21-5CB5-2ECACC5760F1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2331590" sldId="214748398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4" creationId="{50A2C7B7-9D29-E058-E1D5-11CACA1525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7" creationId="{F14AAF1B-63A7-87FB-CF3E-274298F4B36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8" creationId="{06EDDF0F-F4F8-2669-FD63-410B84DD24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0" creationId="{8BF9F556-4510-F7DD-B333-C401D75BD7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6" creationId="{AFBC73D5-BBD4-6DEA-ABD4-C7C99DE36B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87811106" sldId="214748398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220726195" sldId="214748399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76535555" sldId="214748399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25261477" sldId="214748399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604783140" sldId="214748399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6" creationId="{E38019E0-279D-A4EC-36F3-E0B1A717FCF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7" creationId="{B8872EE6-00EE-7E3B-FF0A-4031AD0A1F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92594306" sldId="214748399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3" creationId="{65C0038A-3A68-0DB9-64FC-6F889D75D3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6" creationId="{97BC8435-1364-314D-C920-74E9DEDB1E4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7" creationId="{D73A66C0-F670-A68E-E8AB-864BA888682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0198183" sldId="214748399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4" creationId="{EE189DEE-6989-9A74-BDE8-CA73B91086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7" creationId="{6DE5500C-FE6E-579B-63C3-09F6ADCF90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8" creationId="{DD78BEAF-F2F8-DC26-B864-8F818213806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079323" sldId="214748399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3" creationId="{8D3D9662-5F2D-57D9-7407-78275144A6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6" creationId="{CE0852A2-F289-0299-38DA-54988A9CF4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7" creationId="{D73A66C0-F670-A68E-E8AB-864BA88868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8" creationId="{417BEBC1-805D-DD3E-7FB7-E733D35B8E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8924780" sldId="214748399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3" creationId="{0EEDD237-2AD5-3154-E113-01E98DC0986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8" creationId="{C3079065-EEA7-BD3F-374F-2BD4FA17413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3" creationId="{D9EB10B1-191A-630B-CAE5-F7CB250CA41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6" creationId="{FB735FB7-5411-F2F1-D974-F773B1B8360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1254178586" sldId="214748399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8" creationId="{09A13E53-F775-A736-E17E-0D3BA9C73A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10" creationId="{8379B048-01BA-296A-05B7-D40EDFD3726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26260199" sldId="214748399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5" creationId="{51C9977E-07C7-6A42-E691-FD4699CEC98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7" creationId="{090265C7-5AAC-0489-DEB2-CECC63DAC2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041626689" sldId="214748400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4" creationId="{A5CBFC34-8CB2-CC41-3972-5FC87B9BDC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7" creationId="{9F37A09F-4048-050A-FDB3-83EC9C3725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8" creationId="{E24C1953-6774-4962-D21C-79F931E8AF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519284577" sldId="214748400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4" creationId="{81241698-5CD8-C604-8076-E2C7174471A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6" creationId="{09364D4B-08FC-0F72-14EE-FFE49CBE3E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8" creationId="{37630663-0430-1D7C-EBF0-D28C79961CF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10666384" sldId="214748400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3" creationId="{DF56AB70-B001-F407-DDA0-8274B08150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5" creationId="{BFFD3C8C-DE95-11CF-E112-F1CDEBBBAF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7" creationId="{BB0E27A5-BC84-EBC4-82C5-E8CF838E43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76174915" sldId="214748400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3" creationId="{60C2534F-0DED-9179-1BA0-BA7BBA63E4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5" creationId="{C21211E5-4A9D-2EA5-349A-BFEBB51D88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1" creationId="{0161467A-7063-86D7-24E8-072DC8FE58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2" creationId="{F42546D2-619E-D256-A62A-62019DAA477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68187545" sldId="214748400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2" creationId="{E62847D5-ADA8-3259-2549-281D1A6D552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3" creationId="{91E3B5C0-2252-2AC3-B6AC-A233A36FBD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5" creationId="{3634351F-B70F-FAD9-F7BB-519E4552F5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9" creationId="{BF7E05F9-3B71-A92F-C27D-3EA7295545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0" creationId="{5436620D-30A8-EA32-EBA9-0FB0D98A3A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3" creationId="{FCDEC8E4-3556-9DFF-F8E0-3E599203F3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4" creationId="{08EEADAB-1623-2FF8-2487-6AA4F7EC358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64438517" sldId="214748400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5" creationId="{A03E9A5D-D94B-2C14-C57F-8CEEA73EB9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9" creationId="{489906B8-D3A9-4BCE-6015-ACFE378C72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0" creationId="{FE0E6B83-F5A0-569B-4BAB-B7F61D7D08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1" creationId="{46DFEB0B-173F-2B4F-16A8-263FCC6CEC2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85248937" sldId="214748400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4" creationId="{B015D90A-43B1-2686-2FB5-24977CABC7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5" creationId="{1C2027B2-3AF9-ACB0-EFBF-E307D2CA34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7" creationId="{305BD07F-9015-08E7-A1B9-CEE3998C38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8" creationId="{96E79EC7-3C5A-2B86-5F55-4E1518901C1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17" creationId="{281D6954-23FD-DBC4-8238-AE64FBE579A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75404505" sldId="214748400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3" creationId="{BE946374-FA30-CA90-8DA8-4D3D9C8D95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4" creationId="{E9C1A15D-9D72-ADF5-F762-A0FCDB4299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5" creationId="{F894016E-E9A2-621D-7E7E-4C60EA7D14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7" creationId="{B7BD091D-1A71-D98C-9FBE-055914E89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8" creationId="{6B0989A2-BAE8-DBCB-9B68-2A6A9EEEC5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9" creationId="{6B661239-E68D-0808-F96A-FE85956F113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80867760" sldId="214748400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4" creationId="{943EE09F-88BE-B892-E588-CE1A64CF45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7" creationId="{89862BAD-5A88-900F-A59B-68B96AB4149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8" creationId="{0DA847B6-5ED7-CD22-AC77-BE2F874194B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33767521" sldId="214748400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3" creationId="{6955500F-3808-9CA2-1F44-A6416457143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5" creationId="{97546331-F0CB-B769-2ED0-10C215328D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6" creationId="{E6F2E23D-BB9F-B34F-EC85-66F73AA73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9" creationId="{7809C51E-8610-C513-8EEC-D5CB091B65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0" creationId="{DFE232A4-E7EE-98E3-AD8F-428E48A336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1" creationId="{A39229A9-9F4B-8863-1C67-62C2859D9BE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40457667" sldId="214748401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3" creationId="{3279AEC2-3D38-AA3C-D9ED-F56066F0252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4" creationId="{2B415381-8D1E-8A6F-693B-DB90EB881D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6" creationId="{1F2E443D-FB19-EC91-F034-92383A4D9EA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0" creationId="{8E8D28FD-FF5F-398A-38AD-0E9B9DE0EC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2" creationId="{E2C8463D-8B6E-9FF2-1B5C-72452E9273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3" creationId="{39DE996C-A166-458A-310E-FEBC9C52A7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4" creationId="{134591D3-6AC4-CADD-BA45-1311233200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6" creationId="{33601CD4-0BCA-521B-0F56-3E84B8C91F7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23573422" sldId="214748401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3" creationId="{E67D3849-C8CD-8658-1466-0AC905A329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5" creationId="{C3E8CA74-2A20-C79E-AB93-415F841BF9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7" creationId="{45FB2FC1-37EA-E80B-8E2C-5BB79F82C54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1" creationId="{F4A2F6DA-84DB-C19E-4C0E-907410D65A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2" creationId="{91E96ECE-0D5F-0C73-B9DA-305E820717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3" creationId="{3FB0C79D-C35F-8072-C668-9D9D7A93739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6360593" sldId="214748401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5" creationId="{90658801-9D03-6822-31B7-920A8C4C5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1" creationId="{E8465518-586C-3585-5D66-F8C5F7841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2" creationId="{32A0F579-2C59-6C73-6CB2-7D28A65E2E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3" creationId="{6C860A8A-DDDD-D41D-7D92-718D7B4F0FA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13042700" sldId="214748401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3" creationId="{4BD5BA45-6FFD-0692-0F0F-E110F28E68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4" creationId="{14B2DDC5-30CC-4253-DAE0-02B6367366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5" creationId="{6A0EF6EA-3F57-5496-E0F3-4864ED1104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7" creationId="{BC4F89F3-153E-1F6B-8CFE-E1D4D68749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12" creationId="{32898A4C-932E-23E9-DC30-A54F1747D7D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26993151" sldId="214748401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7" creationId="{AB18F79E-2EEB-FEB6-9FD2-CF00E69E39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0" creationId="{B50CDAE4-0C34-CA3B-8150-C653F96325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1" creationId="{32934F70-692D-5369-94C8-0030A3CD43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2" creationId="{75F0D866-D99D-B922-92B9-43D8C80FC3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4" creationId="{28C2AC20-FA64-9BFB-4B6C-CC4DC765CF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75771468" sldId="214748401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4" creationId="{35EB01E0-E6A4-D360-2FD4-9B71B2DE0DC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7" creationId="{5AAE7EEF-B347-4D56-A6AE-448368A5BED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0" creationId="{4626FCF7-D9DB-AA92-E09A-63795E0A9BF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1" creationId="{3EAED7B3-1E01-DB3C-A9C0-C02BF6D0CA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2" creationId="{1DF4DD5F-AF74-EA4E-244D-3B8BF6C634D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3" creationId="{663492E0-8524-F0F0-654F-078445BB721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1893358" sldId="214748401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3" creationId="{FDAB432F-854F-42B3-F530-13E74D7AAA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5" creationId="{357B41B5-877C-16C0-86C3-0049A6AEFD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6" creationId="{3B9F6906-FD55-4ECF-BC68-21EDA9D4716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7" creationId="{AF5BE851-36FB-AE1C-238B-97C05E05B1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8" creationId="{C3EBFD86-34DE-5EF4-510C-8C6F417E64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9" creationId="{87ADAD20-05B4-05C7-E934-6F9C1436EB7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56306695" sldId="214748401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3" creationId="{15B11690-3DC6-7B4C-5196-E388A51146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7" creationId="{DF7CA4CE-E47A-514D-5828-6AA4EAEAA5D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9" creationId="{408A6C4D-3F5E-1CC8-64FD-F01177BD1E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0" creationId="{BE81782A-2131-81EC-B274-273228A022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1" creationId="{1C7B2FA3-BB01-C042-C3E2-CE1E30B4DC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2" creationId="{5817751D-AEF1-E60E-A99F-8E78DF21FF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4" creationId="{AC495E7E-4FB5-532A-2A69-899751FD4B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69354394" sldId="214748401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5" creationId="{7A4C48D2-B18D-75C7-0C7E-1D9DB13960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6" creationId="{D9EBCD51-8DA2-A863-38B9-4D39E92CBCD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7" creationId="{EDE25965-5FF0-06E1-006B-1D9AEC33DC6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1" creationId="{F248317B-0C78-D1D7-C7AA-97B940FCDF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3" creationId="{9E1EEBC7-B3D2-0C33-A1E4-86D938D57B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4" creationId="{DE61D85C-E065-C899-A314-61A9747899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6" creationId="{2AC1B240-8DE4-93F4-7F67-7A0D12BFCB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7" creationId="{26AF7A0A-28F9-E71C-DA0E-449F854A8D7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36100002" sldId="214748401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3" creationId="{9C3E4A20-48E1-6B96-207C-2A01DD8E9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9" creationId="{404392E8-8FC9-D8AC-538E-69F5A15C16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0" creationId="{E1769020-22C9-8DED-D532-40F11F2D33C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1" creationId="{5F5E5E69-4FFF-DFC2-659C-7E55787A02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2" creationId="{FEE2C3B1-D32B-2DC8-8154-D81D14148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3" creationId="{E4143737-9FAE-4BEB-0906-D059D53A4E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4" creationId="{5FAA5E52-06C6-50C6-842F-09B2897EBA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5" creationId="{BE4E3AAB-764D-686D-74DE-DD6CA156031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8" creationId="{E50EC622-9E3E-7826-5B6E-3F05131728C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9" creationId="{87CC549C-7C7A-4C05-D6A7-8187C41504D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93728460" sldId="214748402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3" creationId="{15361E65-8489-022E-9A46-0B36035A11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5" creationId="{6F60ED92-61BC-58F9-6255-C99E6BFB73B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6" creationId="{4903BE73-FFB9-9122-4626-1B97EB913F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1" creationId="{42EA7D05-D7C0-FDE4-0EBC-5FC872946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4" creationId="{73B30585-2E0B-0145-792D-87F4CBF909B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7" creationId="{CF1ADCBF-761E-4BC8-95AF-5ED8A304B9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8" creationId="{FD1333CB-59A1-E4BE-4739-1CA1A660FB0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24589199" sldId="214748402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0" creationId="{B1E147C2-A10D-59C4-CC48-6D69F1DA61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1" creationId="{A86AE55E-C7BC-EC71-C728-F72A80B86C8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2" creationId="{F55CDC6F-9090-45B3-C7DF-1D1A5E390D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3" creationId="{CB40FF7B-D30A-160F-9C8B-1003AE57EE9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4" creationId="{97083C73-43EE-6C29-DF37-8BDBD14592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5" creationId="{FAAF6896-CE8D-11B6-CDB6-B5581B467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9" creationId="{EE952CC9-7B70-01FB-582B-30F68D4C37F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21476042" sldId="214748402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2" creationId="{F7150835-224A-C855-A540-11B95474A7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4" creationId="{1C018B1A-B52B-AC9A-63B1-F00217B38E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0" creationId="{83A6C828-337E-DF3F-E796-CD513517E4D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1" creationId="{5039018F-04C9-76F6-FBBC-358D2F0A10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2" creationId="{F0641CF8-17DD-D58B-57D0-9302944604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3" creationId="{F8C87661-3C9C-724E-425D-6BFB684FAA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4" creationId="{C1CA5D93-F653-F2C0-8751-8A90F765D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5" creationId="{59DA2641-90BA-C589-4AC5-93DB0472E74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47986740" sldId="214748402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3" creationId="{7953C0A1-993D-3C98-C331-16749B76A8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5" creationId="{15441E1C-321B-0C48-3C86-6A2676A09A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7" creationId="{1BE33546-5281-3759-9C24-7C92D3AB81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8" creationId="{CD8F01FB-26C3-D412-CD60-13931D0A16A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0" creationId="{52D6BCE3-5DC0-F54B-0BF2-1E8CB838F9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2" creationId="{3544A30F-D4EB-D59A-37AC-6229A950B4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3" creationId="{CC17F671-8B9C-F9FE-AEDA-9A8FBDDADA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4" creationId="{ECE30FE5-2A66-1ECD-730E-80C2B769357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5" creationId="{067701D3-6751-E230-8414-4D83FACD19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7" creationId="{9919F7E4-902E-17BD-9A23-BEC353B5408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55202269" sldId="214748402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5" creationId="{CA070464-B6E7-0612-AE11-56A546D97B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7" creationId="{D2B9EA5E-E423-D219-6037-CCB61AE3B50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8" creationId="{C901CE32-26BB-268E-2590-66DB5ADDFD9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44750512" sldId="214748402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4" creationId="{D4716BEF-8A35-16AB-2612-D5ADC74B28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7" creationId="{AE32291E-24B4-2FB8-4B35-A439686DB9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8" creationId="{61A378F0-4CD0-C4E0-D2F7-5959B577E1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9" creationId="{60655EE7-5FC0-8DDF-88F0-21ECCBD7D31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92330433" sldId="214748402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3" creationId="{0617E1E3-DEC2-78E7-9998-E4FF637CE3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7" creationId="{7DFE5ED4-420E-CADB-A68A-A7D42128079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8" creationId="{961284F9-299F-5762-4D10-4246CB963F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9" creationId="{F7339CEB-91F9-B7FD-86D6-A4C114DA30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3" creationId="{743AD5A7-567D-9EC7-BECB-71D2480F24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7" creationId="{0D1BEFAC-D99F-7020-6110-CD8460311A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92095817" sldId="214748402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3" creationId="{420F89DA-180E-8B5A-DBF0-E46D4BE19FF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5" creationId="{94CDF16A-3F0F-40AD-25BD-32F2F4A17D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7" creationId="{E1340CD9-3B8A-B030-B8FC-EAD510678C8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5228471" sldId="214748402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3" creationId="{746CDA39-33E4-3C95-FE9D-6263CE3649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5" creationId="{A3CBD27D-46ED-F893-79F1-23481FEA9E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7" creationId="{8206B60F-A556-76A5-2FBC-4C736F4B16C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35470971" sldId="214748402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3" creationId="{B31972B4-0D39-C3FB-E17F-DC8EC7D118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5" creationId="{51A77249-98B8-FACA-4ACE-60FB5325B0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7" creationId="{3427FF8A-B4F7-3F6B-6AC3-2F7EC1DCAA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78859763" sldId="214748403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3" creationId="{F2C136D6-EB53-8EAB-067D-F21D72B54E2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4" creationId="{748F1255-B234-8F3E-2E95-66C55731FF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8" creationId="{694593D8-AEB6-3CA5-7E3B-6BA6D552DB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9" creationId="{C1E67C1D-7D69-01C7-F212-8FD6EC41D5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40448089" sldId="214748403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3" creationId="{CAF96854-0B82-0332-CB0D-B653A0471D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4" creationId="{629E8A37-B7AE-34F5-AC2C-2C3307E453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5" creationId="{83E901E5-0C0F-02C2-6E8B-66E81BE06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10" creationId="{BD055151-7117-866F-6824-F774A7F56F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6205060" sldId="214748403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3" creationId="{20FA2383-F769-2E5D-64C9-71C8F2AC63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4" creationId="{4619E784-11F4-A104-BB77-5E8F8D397A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5" creationId="{BF37CFFA-3D80-3409-C50E-D2A382F261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7" creationId="{01119A16-4429-1C3B-93F5-9356F9F7EC6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8" creationId="{AEA67855-93A6-BD43-750C-42D579FD028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4615349" sldId="214748403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3" creationId="{460FE9E2-DC3E-0EAB-DFB7-B3E4A12323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4" creationId="{665F8295-3C5A-A1AE-F43F-1FA6D8B2F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5" creationId="{30A1C61F-1977-8EC5-355B-66B6908EB5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8" creationId="{AEA67855-93A6-BD43-750C-42D579FD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10" creationId="{C8FF515D-AF08-494F-FFD1-C5F2FEFB42C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9990551" sldId="214748403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4" creationId="{DBB20E5E-A5D8-1921-9B3B-F7258AF1BE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7" creationId="{9B293083-8587-219C-C524-D809D6A866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9" creationId="{5AC9A00F-F989-8AFC-7652-904E0B2E41F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0662361" sldId="214748403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4" creationId="{BE8A4846-D27E-80FC-9B7E-3CE63CD42E9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7" creationId="{D88750FF-80B0-EEE6-F89F-A76248A4F83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9" creationId="{5E9F5B4A-B723-2879-D7EE-D016027E28B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89000832" sldId="214748403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3" creationId="{77299292-477B-B167-FA09-34ABA37250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4" creationId="{33096CD5-F472-2FF7-8821-A2FC9AB7EE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5" creationId="{6D1E7B3D-67E9-63CB-5191-3A7FBCE6F8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7" creationId="{0A56C71D-1695-AE64-7C05-4DD0750A3D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8" creationId="{3EB5F658-B8CE-7FB5-990E-79F690D1E1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9" creationId="{1EABDFC4-9BD0-55BC-2846-2FA45EAB535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13" creationId="{099A4469-274E-EB1F-F85D-D95E959AA14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0" creationId="{750FAC0A-93E6-9A08-7990-0346002AB7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1" creationId="{C66DD72C-97BB-14F2-361C-2441F75A43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2" creationId="{D806524E-A06F-7FE8-9CD5-2244991C1E3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55840572" sldId="214748403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3" creationId="{56F6B0ED-8AF6-B2AA-E6DF-421FC9028A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4" creationId="{505126B4-5061-ACE1-29DB-F4E4B930507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6" creationId="{A318CA9E-32E8-938F-0187-CE5990310D1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69211990" sldId="214748403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3" creationId="{F83831A1-36E4-05EF-6AB7-93A548B9DE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4" creationId="{E2A3DA15-4C69-255A-358A-480458D2DFE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6" creationId="{B39A73BF-92D5-1C5F-A374-82FF2405936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7" creationId="{F61931EA-4F62-CD08-4165-33E08640450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31930664" sldId="214748403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0" creationId="{BCA5BD2F-F935-E22A-B6DD-EB0D8C3A47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8" creationId="{2F01FD17-7652-99C0-4EF4-C1ABF553BD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4" creationId="{C5905E4E-9C03-893D-2D65-9DF29B1CD2B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6862171" sldId="214748404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3" creationId="{2DEADD9F-C4DB-21BA-6151-16846D00A1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3" creationId="{DEBB524E-5A84-8775-0998-D7CE79E36D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4" creationId="{0FB583A4-A0D5-B473-CEAF-7EDB869751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5" creationId="{FF63D470-D7BD-0CB6-AB02-AD298B18C3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78240619" sldId="214748404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3" creationId="{B7CEDE5A-24B5-302A-F9C9-38D8A4ED15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9" creationId="{850DA203-9211-4FDA-05C5-46A210422A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1" creationId="{11C89EB2-461C-D9DB-DBF2-EA17EA40A6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3" creationId="{B4612D97-4010-1226-69CD-B037A384C2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6" creationId="{44F1DDBE-5AF8-4AE5-035D-1455CB1194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7" creationId="{0506503A-B70F-E2C2-7E96-19228D38F7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8" creationId="{099901CA-C5DD-EA1C-B029-123F8C58061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64832958" sldId="214748404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4" creationId="{B3172550-E933-8167-0222-DD1326B01A6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8" creationId="{40478187-E2B9-385E-A350-C3EAF7AF28E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36006913" sldId="214748404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2" creationId="{51A35449-0894-A02C-8F55-DCFAB1AE42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8" creationId="{EAA4954E-F516-8DC7-20A3-B649BF25576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9" creationId="{B8FE92CD-7709-9DB8-6AAE-AA80F06744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0" creationId="{A2951703-E32B-EAF8-80B8-BAFE647F1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59824360" sldId="214748404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2" creationId="{DA84C67F-7F12-B485-C133-367619428FB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3" creationId="{C4995FEB-FD4F-B089-F6E6-2920F4574A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7" creationId="{EB8C9608-59D0-BF46-B719-9598B6A02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8" creationId="{83B437C6-3E7C-2B00-379C-58EBBE522843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3209243924" sldId="214748404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2" creationId="{9049CDF5-8A8F-79F6-E93E-E0A712397C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6" creationId="{D15FEAD4-DFB9-ED08-EBEE-A4E5DE31E31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12562369" sldId="214748404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4" creationId="{F688FCD4-650D-9754-A431-CE452572FB6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5" creationId="{E49962D1-3866-8382-AE37-FC366FF574B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5645843" sldId="214748404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2709834" sldId="214748404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37703116" sldId="214748404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87924719" sldId="214748405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5" creationId="{0978934B-5525-9236-62EF-C2B06F0BCC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64835213" sldId="214748405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4" creationId="{04760CE5-544A-F30C-8082-D31FCC54B7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7" creationId="{B125B3EF-B02C-F8B5-CF3D-C9F9193AA5B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02775034" sldId="214748405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6" creationId="{FD227041-E9DC-98BB-04D1-2512170C5B3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7" creationId="{B46EC276-3627-6ED3-ACC7-6D690C9922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9" creationId="{0FCB0834-B748-0F65-C02A-23EC83C03DC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0" creationId="{E54573B6-45C7-9732-9BBF-56F180D537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2" creationId="{EE5F59E5-3BCA-20EA-D3B3-B0654D078B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3" creationId="{DCC591AE-859C-530C-6837-BFB4DC8D4B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01593926" sldId="214748405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4" creationId="{3A411CC0-34B1-721C-48C1-951AB61EFA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5" creationId="{EA9401E2-0EFA-96DF-8425-7291F355E2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8" creationId="{76A09CFC-44F1-8A22-B3B7-445685852BA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9" creationId="{2CACCC0E-C26E-1C78-409B-A8BCA62C74C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0" creationId="{BAEBEC96-AF62-8CE5-7B36-0F816681A92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1" creationId="{B65C518D-AE96-1571-E3A5-E43E3AFB314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01841326" sldId="214748405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0" creationId="{97537C81-8D77-5257-7438-91D290209EF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48469268" sldId="214748405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9" creationId="{B9101461-B876-7D7A-B834-0387E08CC0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26013445" sldId="214748405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2" creationId="{D69F3CA5-5DA4-19BC-80CC-97F8603339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8" creationId="{567C69A2-1E84-3664-3630-A99E3EFC57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9" creationId="{68638270-30F0-9936-C8A6-BAB685488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0" creationId="{D3DF84AC-B16C-674A-06A0-5BECA0C9A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3" creationId="{3F004F4B-1B56-27E3-B963-18B1CAE0CC0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68180181" sldId="214748405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3" creationId="{19FAEB4F-DBB7-31DF-438C-7C91DAD4D9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0" creationId="{ED98C7A9-0033-A08C-5C2C-6910B5E66D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1" creationId="{CCD0D2FD-01B8-FE51-DDAB-0CD8DD4EC5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2" creationId="{09220BB3-7853-D956-8C4C-B3FD3887561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3" creationId="{53D0DB1F-A6EA-AECF-A117-E753C44395E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4" creationId="{24AE2FE3-6FA3-4900-16ED-D0812C6C0D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460688216" sldId="214748405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9" creationId="{FB0240B5-53DE-E0D1-1D5B-AFBA09737C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5" creationId="{9183E717-A409-A034-5344-1947E3F983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6" creationId="{25C242D0-2328-C358-F50B-AFCBA02790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7" creationId="{491F5A2B-72AD-5B1E-1630-FEB88892F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9" creationId="{72F79ED0-1F83-0104-4637-7DB4EA70741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39735079" sldId="214748405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2" creationId="{5307EEEF-16DC-51E8-05EA-1F6E66B8AB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6" creationId="{65A86A6E-D0EF-949C-8C67-0573A2ABD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7" creationId="{B030D65C-F831-C537-C0CD-5D2246DC4DB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8" creationId="{37E69513-40FB-5D75-6BE6-82A63FAB8F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99584600" sldId="214748406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44" creationId="{3B81DD67-9485-2892-F206-E91C7ED5040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0" creationId="{709A4940-D1BB-7013-F2FE-DACDC2AAE6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1" creationId="{D9A72C90-D9E8-D491-3497-24DB531EE6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0" creationId="{718DD6F0-5DCD-0835-B530-18A8F025BE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3" creationId="{DD510472-5924-8787-2C9E-08AC89F6299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4" creationId="{93B5743B-317B-CC4D-E4AF-4C26D1392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0" creationId="{8D5DB854-0C4A-401B-87E8-5CAEA904F3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3" creationId="{DE2714AF-4313-7AA1-D7CD-E39C0A1F07D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7" creationId="{92567D26-CC94-BD45-CF55-A29A4E477F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9" creationId="{9D4D08CE-4663-A5B8-3FEA-01A045F65D3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63764346" sldId="214748406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8" creationId="{B20CC769-A58F-89B1-9B4D-4242345AA6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1" creationId="{3EC6947C-841E-3FA9-114B-E3D478A0F9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4" creationId="{C5905E4E-9C03-893D-2D65-9DF29B1CD2B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4226902619" sldId="214748406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2" creationId="{B2A87585-ED95-8AF2-4595-9E941DC9E8A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83506434" sldId="214748406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5" creationId="{09F1385C-E183-4949-1E52-945BDAAEC8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2708900" sldId="214748406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0" creationId="{12157443-656C-E355-D086-838984BEEC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476880310" sldId="214748406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2" creationId="{22E4AAB0-21A6-A5E6-8408-219CAA2653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3" creationId="{2CE54221-5DBA-0D99-431D-6AD1DF6DC08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4" creationId="{D7CBDAE4-87B4-6E80-BB22-1E1B55D468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5" creationId="{D63D7C9D-0E4E-53F0-D6B2-88D08609625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39574710" sldId="214748406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9736171" sldId="214748406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0" creationId="{3278752C-0CAC-0916-7122-97587E9A4F7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1" creationId="{D02DDEC1-56EC-AEEF-00A6-506612D9AEAE}"/>
            </ac:spMkLst>
          </pc:spChg>
        </pc:sldLayoutChg>
      </pc:sldMasterChg>
      <pc:sldMasterChg chg="del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4279153857" sldId="2147483979"/>
        </pc:sldMasterMkLst>
      </pc:sldMasterChg>
    </pc:docChg>
  </pc:docChgLst>
  <pc:docChgLst>
    <pc:chgData name="Charlene Tsai (TW)" userId="68b0f2d0-7915-4c79-b8c7-c12efc493c51" providerId="ADAL" clId="{0A7DE034-796F-4C2D-AE47-9095C649598E}"/>
    <pc:docChg chg="undo custSel addSld delSld modSld sldOrd addSection delSection modSection">
      <pc:chgData name="Charlene Tsai (TW)" userId="68b0f2d0-7915-4c79-b8c7-c12efc493c51" providerId="ADAL" clId="{0A7DE034-796F-4C2D-AE47-9095C649598E}" dt="2026-08-13T08:42:14.023" v="81" actId="207"/>
      <pc:docMkLst>
        <pc:docMk/>
      </pc:docMkLst>
      <pc:sldChg chg="add">
        <pc:chgData name="Charlene Tsai (TW)" userId="68b0f2d0-7915-4c79-b8c7-c12efc493c51" providerId="ADAL" clId="{0A7DE034-796F-4C2D-AE47-9095C649598E}" dt="2026-08-13T08:20:30.789" v="49"/>
        <pc:sldMkLst>
          <pc:docMk/>
          <pc:sldMk cId="1607610444" sldId="25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71000337" sldId="25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236025896" sldId="25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448374888" sldId="26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977424334" sldId="26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625510049" sldId="26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680653814" sldId="263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13310017" sldId="26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57538159" sldId="265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662060182" sldId="26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552041981" sldId="267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283832621" sldId="26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399921275" sldId="26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00775308" sldId="270"/>
        </pc:sldMkLst>
      </pc:sldChg>
      <pc:sldChg chg="modSp add mod">
        <pc:chgData name="Charlene Tsai (TW)" userId="68b0f2d0-7915-4c79-b8c7-c12efc493c51" providerId="ADAL" clId="{0A7DE034-796F-4C2D-AE47-9095C649598E}" dt="2026-08-13T08:42:02.561" v="80" actId="207"/>
        <pc:sldMkLst>
          <pc:docMk/>
          <pc:sldMk cId="272960212" sldId="271"/>
        </pc:sldMkLst>
        <pc:spChg chg="mod">
          <ac:chgData name="Charlene Tsai (TW)" userId="68b0f2d0-7915-4c79-b8c7-c12efc493c51" providerId="ADAL" clId="{0A7DE034-796F-4C2D-AE47-9095C649598E}" dt="2026-08-13T08:42:02.561" v="80" actId="207"/>
          <ac:spMkLst>
            <pc:docMk/>
            <pc:sldMk cId="272960212" sldId="271"/>
            <ac:spMk id="3" creationId="{541DBE09-1AFC-C842-B6EC-B78EC10A12EB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420393673" sldId="272"/>
        </pc:sldMkLst>
      </pc:sldChg>
      <pc:sldChg chg="modSp add">
        <pc:chgData name="Charlene Tsai (TW)" userId="68b0f2d0-7915-4c79-b8c7-c12efc493c51" providerId="ADAL" clId="{0A7DE034-796F-4C2D-AE47-9095C649598E}" dt="2026-08-13T08:42:14.023" v="81" actId="207"/>
        <pc:sldMkLst>
          <pc:docMk/>
          <pc:sldMk cId="1015997899" sldId="273"/>
        </pc:sldMkLst>
        <pc:spChg chg="mod">
          <ac:chgData name="Charlene Tsai (TW)" userId="68b0f2d0-7915-4c79-b8c7-c12efc493c51" providerId="ADAL" clId="{0A7DE034-796F-4C2D-AE47-9095C649598E}" dt="2026-08-13T08:42:14.023" v="81" actId="207"/>
          <ac:spMkLst>
            <pc:docMk/>
            <pc:sldMk cId="1015997899" sldId="273"/>
            <ac:spMk id="9217" creationId="{104A2E4A-87E2-024E-8666-D1692700680D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756676771" sldId="27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86133829" sldId="27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627087772" sldId="276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991716889" sldId="277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461893677" sldId="278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26896675" sldId="27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44310491" sldId="28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021729379" sldId="28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822418120" sldId="28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768249001" sldId="283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94294223" sldId="28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702774237" sldId="28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429845718" sldId="286"/>
        </pc:sldMkLst>
      </pc:sldChg>
      <pc:sldChg chg="add del">
        <pc:chgData name="Charlene Tsai (TW)" userId="68b0f2d0-7915-4c79-b8c7-c12efc493c51" providerId="ADAL" clId="{0A7DE034-796F-4C2D-AE47-9095C649598E}" dt="2026-08-13T08:38:45.628" v="67"/>
        <pc:sldMkLst>
          <pc:docMk/>
          <pc:sldMk cId="1508368365" sldId="287"/>
        </pc:sldMkLst>
      </pc:sldChg>
      <pc:sldChg chg="add">
        <pc:chgData name="Charlene Tsai (TW)" userId="68b0f2d0-7915-4c79-b8c7-c12efc493c51" providerId="ADAL" clId="{0A7DE034-796F-4C2D-AE47-9095C649598E}" dt="2026-08-13T08:40:08.748" v="73"/>
        <pc:sldMkLst>
          <pc:docMk/>
          <pc:sldMk cId="977793746" sldId="288"/>
        </pc:sldMkLst>
      </pc:sldChg>
      <pc:sldChg chg="add ord">
        <pc:chgData name="Charlene Tsai (TW)" userId="68b0f2d0-7915-4c79-b8c7-c12efc493c51" providerId="ADAL" clId="{0A7DE034-796F-4C2D-AE47-9095C649598E}" dt="2026-08-13T08:40:21.830" v="76"/>
        <pc:sldMkLst>
          <pc:docMk/>
          <pc:sldMk cId="4069544170" sldId="289"/>
        </pc:sldMkLst>
      </pc:sldChg>
      <pc:sldChg chg="add ord">
        <pc:chgData name="Charlene Tsai (TW)" userId="68b0f2d0-7915-4c79-b8c7-c12efc493c51" providerId="ADAL" clId="{0A7DE034-796F-4C2D-AE47-9095C649598E}" dt="2026-08-13T08:39:38.404" v="70"/>
        <pc:sldMkLst>
          <pc:docMk/>
          <pc:sldMk cId="2290726905" sldId="290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1474795709" sldId="291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0" sldId="292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79893034" sldId="293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23802687" sldId="294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866047460" sldId="295"/>
        </pc:sldMkLst>
      </pc:sldChg>
      <pc:sldChg chg="ord">
        <pc:chgData name="Charlene Tsai (TW)" userId="68b0f2d0-7915-4c79-b8c7-c12efc493c51" providerId="ADAL" clId="{0A7DE034-796F-4C2D-AE47-9095C649598E}" dt="2026-08-13T08:17:43.831" v="32"/>
        <pc:sldMkLst>
          <pc:docMk/>
          <pc:sldMk cId="3708291182" sldId="4121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375783746" sldId="214747171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70756490" sldId="2147471720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992608161" sldId="2147471721"/>
        </pc:sldMkLst>
      </pc:sldChg>
      <pc:sldChg chg="add">
        <pc:chgData name="Charlene Tsai (TW)" userId="68b0f2d0-7915-4c79-b8c7-c12efc493c51" providerId="ADAL" clId="{0A7DE034-796F-4C2D-AE47-9095C649598E}" dt="2026-08-13T08:19:26.254" v="44"/>
        <pc:sldMkLst>
          <pc:docMk/>
          <pc:sldMk cId="215186150" sldId="2147471831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1160389668" sldId="2147483632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4193839879" sldId="2147483633"/>
        </pc:sldMkLst>
      </pc:sldChg>
      <pc:sldChg chg="add ord">
        <pc:chgData name="Charlene Tsai (TW)" userId="68b0f2d0-7915-4c79-b8c7-c12efc493c51" providerId="ADAL" clId="{0A7DE034-796F-4C2D-AE47-9095C649598E}" dt="2026-08-13T08:17:55.357" v="36"/>
        <pc:sldMkLst>
          <pc:docMk/>
          <pc:sldMk cId="3693095151" sldId="2147483644"/>
        </pc:sldMkLst>
      </pc:sldChg>
      <pc:sldChg chg="add">
        <pc:chgData name="Charlene Tsai (TW)" userId="68b0f2d0-7915-4c79-b8c7-c12efc493c51" providerId="ADAL" clId="{0A7DE034-796F-4C2D-AE47-9095C649598E}" dt="2026-08-13T08:19:33.136" v="45"/>
        <pc:sldMkLst>
          <pc:docMk/>
          <pc:sldMk cId="1652456660" sldId="2147483645"/>
        </pc:sldMkLst>
      </pc:sldChg>
      <pc:sldChg chg="add del">
        <pc:chgData name="Charlene Tsai (TW)" userId="68b0f2d0-7915-4c79-b8c7-c12efc493c51" providerId="ADAL" clId="{0A7DE034-796F-4C2D-AE47-9095C649598E}" dt="2026-08-13T08:19:11.646" v="43"/>
        <pc:sldMkLst>
          <pc:docMk/>
          <pc:sldMk cId="2351879941" sldId="2147483647"/>
        </pc:sldMkLst>
      </pc:sldChg>
      <pc:sldMasterChg chg="delSldLayout">
        <pc:chgData name="Charlene Tsai (TW)" userId="68b0f2d0-7915-4c79-b8c7-c12efc493c51" providerId="ADAL" clId="{0A7DE034-796F-4C2D-AE47-9095C649598E}" dt="2026-08-13T08:17:22.071" v="24" actId="47"/>
        <pc:sldMasterMkLst>
          <pc:docMk/>
          <pc:sldMasterMk cId="627376471" sldId="2147483672"/>
        </pc:sldMasterMkLst>
      </pc:sldMasterChg>
    </pc:docChg>
  </pc:docChgLst>
  <pc:docChgLst>
    <pc:chgData name="Tony TJ Wang (TW)" userId="S::tony.tj.wang@pwc.com::18033001-5856-41bf-97cd-f021b2ea7695" providerId="AD" clId="Web-{01385F48-5DE5-14CF-FD55-8C71A0CF0FD8}"/>
    <pc:docChg chg="modSld">
      <pc:chgData name="Tony TJ Wang (TW)" userId="S::tony.tj.wang@pwc.com::18033001-5856-41bf-97cd-f021b2ea7695" providerId="AD" clId="Web-{01385F48-5DE5-14CF-FD55-8C71A0CF0FD8}" dt="2026-08-28T03:28:32.066" v="2" actId="20577"/>
      <pc:docMkLst>
        <pc:docMk/>
      </pc:docMkLst>
      <pc:sldChg chg="modSp">
        <pc:chgData name="Tony TJ Wang (TW)" userId="S::tony.tj.wang@pwc.com::18033001-5856-41bf-97cd-f021b2ea7695" providerId="AD" clId="Web-{01385F48-5DE5-14CF-FD55-8C71A0CF0FD8}" dt="2026-08-28T03:28:32.066" v="2" actId="20577"/>
        <pc:sldMkLst>
          <pc:docMk/>
          <pc:sldMk cId="106630151" sldId="297"/>
        </pc:sldMkLst>
        <pc:spChg chg="mod">
          <ac:chgData name="Tony TJ Wang (TW)" userId="S::tony.tj.wang@pwc.com::18033001-5856-41bf-97cd-f021b2ea7695" providerId="AD" clId="Web-{01385F48-5DE5-14CF-FD55-8C71A0CF0FD8}" dt="2026-08-28T03:28:32.066" v="2" actId="20577"/>
          <ac:spMkLst>
            <pc:docMk/>
            <pc:sldMk cId="106630151" sldId="297"/>
            <ac:spMk id="5" creationId="{FA068CB2-23AF-6FCE-7A50-CFDF4DCD3FE4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13348-FCAA-44C2-BC77-1D93D3828209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92AE7-3EEB-4206-9110-6E986C15B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839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【一個重點】McKinsey 提出 UWOS（核保作業系統）：用 Agentic AI 把核保從逐案人工處理，改成機器優先、人類治理。</a:t>
            </a:r>
          </a:p>
          <a:p>
            <a:r>
              <a:t>為什麼現在：流程十年沒變、成本與人才壓力、Agentic AI 已能跑多步驟流程。</a:t>
            </a:r>
          </a:p>
          <a:p>
            <a:r>
              <a:t>怎麼運作：案件依複雜度、信心程度、所需授權層級分到三條車道，直通、輔助決策、專家判斷。</a:t>
            </a:r>
          </a:p>
          <a:p>
            <a:r>
              <a:t>人的角色：核保主管轉為監督，資深專家處理例外，機器承擔大部分處理。</a:t>
            </a:r>
          </a:p>
          <a:p>
            <a:r>
              <a:t>原文把 UWOS 拆成 6 大領域（受理、風險選擇、定價、報價出單、業務組合管理、營運績效管理）共 45 項能力。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8F507-FFAD-4585-99E0-9DC17883AD4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191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>
          <a:extLst>
            <a:ext uri="{FF2B5EF4-FFF2-40B4-BE49-F238E27FC236}">
              <a16:creationId xmlns:a16="http://schemas.microsoft.com/office/drawing/2014/main" id="{7F6E9182-261E-E1FA-8707-9576915C0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10:notes">
            <a:extLst>
              <a:ext uri="{FF2B5EF4-FFF2-40B4-BE49-F238E27FC236}">
                <a16:creationId xmlns:a16="http://schemas.microsoft.com/office/drawing/2014/main" id="{0F05716E-A027-5886-E92C-71045C64C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52638" y="558800"/>
            <a:ext cx="4968875" cy="2795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6" name="Google Shape;1046;p10:notes">
            <a:extLst>
              <a:ext uri="{FF2B5EF4-FFF2-40B4-BE49-F238E27FC236}">
                <a16:creationId xmlns:a16="http://schemas.microsoft.com/office/drawing/2014/main" id="{F8E46843-F9DB-FD98-37FC-FB8F2A6D36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7415" y="3540889"/>
            <a:ext cx="7259321" cy="3354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落地四步驟：</a:t>
            </a:r>
          </a:p>
          <a:p>
            <a:r>
              <a:t>1. 選燈塔案例：送件頻繁、資料齊全、處理週期或一致性很重要的險種、客群或續保業務。</a:t>
            </a:r>
          </a:p>
          <a:p>
            <a:r>
              <a:t>2. 最低資料基礎：只做第一批流程需要的文件、欄位、規則、定價工具與決策紀錄。</a:t>
            </a:r>
          </a:p>
          <a:p>
            <a:r>
              <a:t>3. 定義控制：信心門檻、授權規則、人工推翻流程，以及 human-in-the-loop 的角色。</a:t>
            </a:r>
          </a:p>
          <a:p>
            <a:r>
              <a:t>4. 啟動目標流程：先代理化 1–2 個高影響力領域（受理、風險選擇或定價），依商業價值、資料準備度與可行性排序。</a:t>
            </a:r>
          </a:p>
          <a:p>
            <a:r>
              <a:t>【一個啟發】AI 輔助能否被客戶接受，取決於分派規則、授權門檻與可追溯的依據，這和我們組會談到的人工 review、建立客戶信任是同一件事。</a:t>
            </a:r>
          </a:p>
          <a:p>
            <a:r>
              <a:t>【一個可應用做法】寫需求或設計流程時，標出每一步由系統自動、AI 輔助＋人確認，或由人判斷。</a:t>
            </a:r>
          </a:p>
        </p:txBody>
      </p:sp>
    </p:spTree>
    <p:extLst>
      <p:ext uri="{BB962C8B-B14F-4D97-AF65-F5344CB8AC3E}">
        <p14:creationId xmlns:p14="http://schemas.microsoft.com/office/powerpoint/2010/main" val="341140851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Relationship Id="rId3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69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8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5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2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4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9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51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3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32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34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77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2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7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46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06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574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3"/>
            <a:ext cx="11453638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9364" y="885381"/>
            <a:ext cx="11454336" cy="521144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0265C7-5AAC-0489-DEB2-CECC63DAC28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9226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1">
  <p:cSld name="Content and Image 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1419a44a17_0_521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53181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048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g11419a44a17_0_521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53181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1" name="Google Shape;411;g11419a44a17_0_521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g11419a44a17_0_521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70543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76867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bi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367" y="400337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27041-E9DC-98BB-04D1-2512170C5B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48993" y="369719"/>
            <a:ext cx="5674707" cy="3002132"/>
          </a:xfrm>
        </p:spPr>
        <p:txBody>
          <a:bodyPr/>
          <a:lstStyle>
            <a:lvl2pPr>
              <a:defRPr sz="1600"/>
            </a:lvl2pPr>
          </a:lstStyle>
          <a:p>
            <a:pPr lvl="1"/>
            <a:r>
              <a:rPr lang="en-GB"/>
              <a:t>Second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6EC276-3627-6ED3-ACC7-6D690C9922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83549" y="5139323"/>
            <a:ext cx="3723271" cy="800100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54573B6-45C7-9732-9BBF-56F180D537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607" y="4151313"/>
            <a:ext cx="1454150" cy="17875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E5F59E5-3BCA-20EA-D3B3-B0654D078B1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C591AE-859C-530C-6837-BFB4DC8D4B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14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_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401E2-0EFA-96DF-8425-7291F355E20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7487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ACCC0E-C26E-1C78-409B-A8BCA62C74C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2766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EBEC96-AF62-8CE5-7B36-0F816681A92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80458" y="1921687"/>
            <a:ext cx="3238917" cy="2047291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411CC0-34B1-721C-48C1-951AB61EFA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77200" y="4522183"/>
            <a:ext cx="1285875" cy="142557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A09CFC-44F1-8A22-B3B7-445685852B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71038" y="5045453"/>
            <a:ext cx="2252662" cy="926722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65C518D-AE96-1571-E3A5-E43E3AFB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09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One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22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4002088"/>
            <a:ext cx="1812697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537C81-8D77-5257-7438-91D290209EF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59949" y="1922690"/>
            <a:ext cx="2782075" cy="3525610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18350" y="1923975"/>
            <a:ext cx="4705350" cy="352432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6026069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Two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6163" y="399891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918" y="192843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BA4CE36-EFF2-1254-C89C-04B58ADD5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1756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88EBCEF-BA40-9584-6AE5-C7A98252EEB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1756" y="400337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B9101461-B876-7D7A-B834-0387E08CC08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62686" y="192397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267673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Three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6435" y="1926393"/>
            <a:ext cx="1815590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29005" y="4002088"/>
            <a:ext cx="1813020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923" y="3484563"/>
            <a:ext cx="2779851" cy="2487612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D98C7A9-0033-A08C-5C2C-6910B5E66D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20272" y="1926393"/>
            <a:ext cx="1800225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0D2FD-01B8-FE51-DDAB-0CD8DD4EC5C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10067" y="4002088"/>
            <a:ext cx="1821208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53D0DB1F-A6EA-AECF-A117-E753C44395E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01616" y="1926393"/>
            <a:ext cx="1822084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24AE2FE3-6FA3-4900-16ED-D0812C6C0D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001616" y="3998913"/>
            <a:ext cx="1822084" cy="19732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FAEB4F-DBB7-31DF-438C-7C91DAD4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0001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Four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9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3489910"/>
            <a:ext cx="2778478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FB0240B5-53DE-E0D1-1D5B-AFBA09737C3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59001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183E717-A409-A034-5344-1947E3F983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59001" y="3482975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5C242D0-2328-C358-F50B-AFCBA02790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3728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491F5A2B-72AD-5B1E-1630-FEB88892F6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53727" y="3489910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0FD4528-E035-DDBD-ED86-A241F5FEC8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7566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72F79ED0-1F83-0104-4637-7DB4EA70741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43105" y="3489910"/>
            <a:ext cx="2780595" cy="247533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2014018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61883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56882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51881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F3CA5-5DA4-19BC-80CC-97F86033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67C69A2-1E84-3664-3630-A99E3EFC573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68300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8638270-30F0-9936-C8A6-BAB68548884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58699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3DF84AC-B16C-674A-06A0-5BECA0C9A0E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56882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3F004F4B-1B56-27E3-B963-18B1CAE0CC0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051881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1070834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5576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50438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50438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7EEEF-16DC-51E8-05EA-1F6E66B8A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364238-EEEC-3531-E9AD-360B61A33D4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257550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65A86A6E-D0EF-949C-8C67-0573A2ABD8E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257550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B030D65C-F831-C537-C0CD-5D2246DC4DBD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047263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37E69513-40FB-5D75-6BE6-82A63FAB8F4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047263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6770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A6F20-3183-89C9-54E7-E4ACDCA1BD19}"/>
              </a:ext>
            </a:extLst>
          </p:cNvPr>
          <p:cNvCxnSpPr/>
          <p:nvPr userDrawn="1"/>
        </p:nvCxnSpPr>
        <p:spPr>
          <a:xfrm>
            <a:off x="2850147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EEB207-28DC-549F-C2B0-58055E671FC9}"/>
              </a:ext>
            </a:extLst>
          </p:cNvPr>
          <p:cNvCxnSpPr/>
          <p:nvPr userDrawn="1"/>
        </p:nvCxnSpPr>
        <p:spPr>
          <a:xfrm>
            <a:off x="582181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947F83-D89B-6628-15F9-FAC5866A9E4E}"/>
              </a:ext>
            </a:extLst>
          </p:cNvPr>
          <p:cNvCxnSpPr/>
          <p:nvPr userDrawn="1"/>
        </p:nvCxnSpPr>
        <p:spPr>
          <a:xfrm>
            <a:off x="883514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3B81DD67-9485-2892-F206-E91C7ED504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2502" y="1406525"/>
            <a:ext cx="2093372" cy="19399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5" name="Picture Placeholder 43">
            <a:extLst>
              <a:ext uri="{FF2B5EF4-FFF2-40B4-BE49-F238E27FC236}">
                <a16:creationId xmlns:a16="http://schemas.microsoft.com/office/drawing/2014/main" id="{A75F1099-E20F-F9CE-1544-216F25D4B7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46664" y="1856615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6" name="Picture Placeholder 43">
            <a:extLst>
              <a:ext uri="{FF2B5EF4-FFF2-40B4-BE49-F238E27FC236}">
                <a16:creationId xmlns:a16="http://schemas.microsoft.com/office/drawing/2014/main" id="{54C049AD-B670-6FA8-478A-42246603A7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53717" y="2952825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9" name="Picture Placeholder 43">
            <a:extLst>
              <a:ext uri="{FF2B5EF4-FFF2-40B4-BE49-F238E27FC236}">
                <a16:creationId xmlns:a16="http://schemas.microsoft.com/office/drawing/2014/main" id="{DFCCFE31-D96A-03E7-8B0C-7C81DAE880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53717" y="37757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0" name="Picture Placeholder 43">
            <a:extLst>
              <a:ext uri="{FF2B5EF4-FFF2-40B4-BE49-F238E27FC236}">
                <a16:creationId xmlns:a16="http://schemas.microsoft.com/office/drawing/2014/main" id="{709A4940-D1BB-7013-F2FE-DACDC2AAE6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53717" y="45885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1" name="Picture Placeholder 43">
            <a:extLst>
              <a:ext uri="{FF2B5EF4-FFF2-40B4-BE49-F238E27FC236}">
                <a16:creationId xmlns:a16="http://schemas.microsoft.com/office/drawing/2014/main" id="{D9A72C90-D9E8-D491-3497-24DB531EE6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53717" y="540218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3" name="Content Placeholder 52">
            <a:extLst>
              <a:ext uri="{FF2B5EF4-FFF2-40B4-BE49-F238E27FC236}">
                <a16:creationId xmlns:a16="http://schemas.microsoft.com/office/drawing/2014/main" id="{E0196963-74D4-62E4-DBA4-A28466BE510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73290" y="3484562"/>
            <a:ext cx="2093368" cy="245427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4" name="Content Placeholder 52">
            <a:extLst>
              <a:ext uri="{FF2B5EF4-FFF2-40B4-BE49-F238E27FC236}">
                <a16:creationId xmlns:a16="http://schemas.microsoft.com/office/drawing/2014/main" id="{46FE757E-B05C-D13A-2993-3097F76DD88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7167" y="1849501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5" name="Content Placeholder 52">
            <a:extLst>
              <a:ext uri="{FF2B5EF4-FFF2-40B4-BE49-F238E27FC236}">
                <a16:creationId xmlns:a16="http://schemas.microsoft.com/office/drawing/2014/main" id="{3CDDB1B6-64C0-315A-3605-A92DFB8E06C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98965" y="295598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6" name="Content Placeholder 52">
            <a:extLst>
              <a:ext uri="{FF2B5EF4-FFF2-40B4-BE49-F238E27FC236}">
                <a16:creationId xmlns:a16="http://schemas.microsoft.com/office/drawing/2014/main" id="{6C7C3849-49F9-942D-717C-41E2CBE8704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98965" y="3771791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7" name="Content Placeholder 52">
            <a:extLst>
              <a:ext uri="{FF2B5EF4-FFF2-40B4-BE49-F238E27FC236}">
                <a16:creationId xmlns:a16="http://schemas.microsoft.com/office/drawing/2014/main" id="{D54496E2-99F7-2A6B-0035-0EA0460E2E2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98965" y="4587594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8" name="Content Placeholder 52">
            <a:extLst>
              <a:ext uri="{FF2B5EF4-FFF2-40B4-BE49-F238E27FC236}">
                <a16:creationId xmlns:a16="http://schemas.microsoft.com/office/drawing/2014/main" id="{2010DB3D-EBE2-2E5B-0D78-F29E12395AE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798965" y="5399049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9" name="Picture Placeholder 43">
            <a:extLst>
              <a:ext uri="{FF2B5EF4-FFF2-40B4-BE49-F238E27FC236}">
                <a16:creationId xmlns:a16="http://schemas.microsoft.com/office/drawing/2014/main" id="{2B2BB839-9B2F-0F73-5CB1-3ADFE293FE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41073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0" name="Picture Placeholder 43">
            <a:extLst>
              <a:ext uri="{FF2B5EF4-FFF2-40B4-BE49-F238E27FC236}">
                <a16:creationId xmlns:a16="http://schemas.microsoft.com/office/drawing/2014/main" id="{718DD6F0-5DCD-0835-B530-18A8F025BEB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948126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1" name="Picture Placeholder 43">
            <a:extLst>
              <a:ext uri="{FF2B5EF4-FFF2-40B4-BE49-F238E27FC236}">
                <a16:creationId xmlns:a16="http://schemas.microsoft.com/office/drawing/2014/main" id="{4C142BCC-188D-696E-44E7-6A710E9A2A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48126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2" name="Picture Placeholder 43">
            <a:extLst>
              <a:ext uri="{FF2B5EF4-FFF2-40B4-BE49-F238E27FC236}">
                <a16:creationId xmlns:a16="http://schemas.microsoft.com/office/drawing/2014/main" id="{F1318988-B64A-06EE-187B-DC71BA9F29C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948126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3" name="Picture Placeholder 43">
            <a:extLst>
              <a:ext uri="{FF2B5EF4-FFF2-40B4-BE49-F238E27FC236}">
                <a16:creationId xmlns:a16="http://schemas.microsoft.com/office/drawing/2014/main" id="{DD510472-5924-8787-2C9E-08AC89F629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48126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4" name="Content Placeholder 52">
            <a:extLst>
              <a:ext uri="{FF2B5EF4-FFF2-40B4-BE49-F238E27FC236}">
                <a16:creationId xmlns:a16="http://schemas.microsoft.com/office/drawing/2014/main" id="{93B5743B-317B-CC4D-E4AF-4C26D139284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951576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5" name="Content Placeholder 52">
            <a:extLst>
              <a:ext uri="{FF2B5EF4-FFF2-40B4-BE49-F238E27FC236}">
                <a16:creationId xmlns:a16="http://schemas.microsoft.com/office/drawing/2014/main" id="{2DE2C93E-A220-A125-AB00-7242BE79F93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793374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6" name="Content Placeholder 52">
            <a:extLst>
              <a:ext uri="{FF2B5EF4-FFF2-40B4-BE49-F238E27FC236}">
                <a16:creationId xmlns:a16="http://schemas.microsoft.com/office/drawing/2014/main" id="{130A4148-657E-CA2A-AD39-C1C60B47A2E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793374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7" name="Content Placeholder 52">
            <a:extLst>
              <a:ext uri="{FF2B5EF4-FFF2-40B4-BE49-F238E27FC236}">
                <a16:creationId xmlns:a16="http://schemas.microsoft.com/office/drawing/2014/main" id="{3B8B5468-901B-7B82-D8D3-DF6F47B26B3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793374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8" name="Content Placeholder 52">
            <a:extLst>
              <a:ext uri="{FF2B5EF4-FFF2-40B4-BE49-F238E27FC236}">
                <a16:creationId xmlns:a16="http://schemas.microsoft.com/office/drawing/2014/main" id="{43B694E8-3A07-E3A2-9F3F-697F039D904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793374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9" name="Picture Placeholder 43">
            <a:extLst>
              <a:ext uri="{FF2B5EF4-FFF2-40B4-BE49-F238E27FC236}">
                <a16:creationId xmlns:a16="http://schemas.microsoft.com/office/drawing/2014/main" id="{E19D1C64-222F-0744-20C8-0662359E691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33778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0" name="Picture Placeholder 43">
            <a:extLst>
              <a:ext uri="{FF2B5EF4-FFF2-40B4-BE49-F238E27FC236}">
                <a16:creationId xmlns:a16="http://schemas.microsoft.com/office/drawing/2014/main" id="{8D5DB854-0C4A-401B-87E8-5CAEA904F35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940831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1" name="Picture Placeholder 43">
            <a:extLst>
              <a:ext uri="{FF2B5EF4-FFF2-40B4-BE49-F238E27FC236}">
                <a16:creationId xmlns:a16="http://schemas.microsoft.com/office/drawing/2014/main" id="{BB0B7C6F-E2B7-F7E6-056F-E3FF400CB9C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940831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2" name="Picture Placeholder 43">
            <a:extLst>
              <a:ext uri="{FF2B5EF4-FFF2-40B4-BE49-F238E27FC236}">
                <a16:creationId xmlns:a16="http://schemas.microsoft.com/office/drawing/2014/main" id="{77751A25-C2A3-B5B4-8FBB-127A6616BD8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40831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3" name="Picture Placeholder 43">
            <a:extLst>
              <a:ext uri="{FF2B5EF4-FFF2-40B4-BE49-F238E27FC236}">
                <a16:creationId xmlns:a16="http://schemas.microsoft.com/office/drawing/2014/main" id="{DE2714AF-4313-7AA1-D7CD-E39C0A1F07D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40831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4" name="Content Placeholder 52">
            <a:extLst>
              <a:ext uri="{FF2B5EF4-FFF2-40B4-BE49-F238E27FC236}">
                <a16:creationId xmlns:a16="http://schemas.microsoft.com/office/drawing/2014/main" id="{B8073BB6-ACFE-F384-C36D-E495A757AB9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944281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5" name="Content Placeholder 52">
            <a:extLst>
              <a:ext uri="{FF2B5EF4-FFF2-40B4-BE49-F238E27FC236}">
                <a16:creationId xmlns:a16="http://schemas.microsoft.com/office/drawing/2014/main" id="{1A1F259C-8EB0-5D96-40FD-D099944BF340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9786079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6" name="Content Placeholder 52">
            <a:extLst>
              <a:ext uri="{FF2B5EF4-FFF2-40B4-BE49-F238E27FC236}">
                <a16:creationId xmlns:a16="http://schemas.microsoft.com/office/drawing/2014/main" id="{D3C41004-FFC5-4EB9-1545-D7B24B936B2F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9786079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7" name="Content Placeholder 52">
            <a:extLst>
              <a:ext uri="{FF2B5EF4-FFF2-40B4-BE49-F238E27FC236}">
                <a16:creationId xmlns:a16="http://schemas.microsoft.com/office/drawing/2014/main" id="{92567D26-CC94-BD45-CF55-A29A4E477FFB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786079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8" name="Content Placeholder 52">
            <a:extLst>
              <a:ext uri="{FF2B5EF4-FFF2-40B4-BE49-F238E27FC236}">
                <a16:creationId xmlns:a16="http://schemas.microsoft.com/office/drawing/2014/main" id="{B6E43B1D-4477-345E-4E27-069457E30EB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9786079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9" name="Content Placeholder 52">
            <a:extLst>
              <a:ext uri="{FF2B5EF4-FFF2-40B4-BE49-F238E27FC236}">
                <a16:creationId xmlns:a16="http://schemas.microsoft.com/office/drawing/2014/main" id="{9D4D08CE-4663-A5B8-3FEA-01A045F65D32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295371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0" name="Content Placeholder 52">
            <a:extLst>
              <a:ext uri="{FF2B5EF4-FFF2-40B4-BE49-F238E27FC236}">
                <a16:creationId xmlns:a16="http://schemas.microsoft.com/office/drawing/2014/main" id="{CD74F49C-4668-965D-013F-EA197AFED4F2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5939624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1" name="Content Placeholder 52">
            <a:extLst>
              <a:ext uri="{FF2B5EF4-FFF2-40B4-BE49-F238E27FC236}">
                <a16:creationId xmlns:a16="http://schemas.microsoft.com/office/drawing/2014/main" id="{58583576-3574-8BBB-274A-DDAF2CF9A77B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893377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8A9746-3FB8-5A95-9B1B-4D051BFC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7839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3495320"/>
            <a:ext cx="3719076" cy="2451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690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514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9013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4AAB0-21A6-A5E6-8408-219CAA26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E54221-5DBA-0D99-431D-6AD1DF6DC08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1639" y="3998913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D7CBDAE4-87B4-6E80-BB22-1E1B55D4682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39454" y="4002088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D63D7C9D-0E4E-53F0-D6B2-88D08609625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85215" y="1428751"/>
            <a:ext cx="3716812" cy="4515434"/>
          </a:xfrm>
          <a:solidFill>
            <a:srgbClr val="FFF5ED"/>
          </a:solidFill>
        </p:spPr>
        <p:txBody>
          <a:bodyPr lIns="144000" tIns="144000" rIns="144000" bIns="14400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7375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5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18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339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36188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120932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3232766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308132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936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874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280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9255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893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959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04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956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0815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82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33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360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644289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576547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362653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051333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212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410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266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3224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132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963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0485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2466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93800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84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39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516736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728434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0601549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2917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459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8998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283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200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9744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5144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6913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2280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2001" y="368300"/>
            <a:ext cx="4711700" cy="3003550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31A1-36E4-05EF-6AB7-93A548B9DE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039225" y="3492500"/>
            <a:ext cx="2784475" cy="24796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89952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373155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2188" y="373155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52188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121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x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252" y="3485833"/>
            <a:ext cx="2575470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48994" y="373290"/>
            <a:ext cx="2765424" cy="2777490"/>
          </a:xfrm>
          <a:prstGeom prst="rect">
            <a:avLst/>
          </a:prstGeo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11235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0511" y="373290"/>
            <a:ext cx="2765424" cy="2777490"/>
          </a:xfrm>
          <a:prstGeom prst="rect">
            <a:avLst/>
          </a:prstGeo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2752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8994" y="3281527"/>
            <a:ext cx="2765424" cy="2777490"/>
          </a:xfrm>
          <a:prstGeom prst="rect">
            <a:avLst/>
          </a:prstGeom>
          <a:solidFill>
            <a:srgbClr val="FFCDA8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1235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0511" y="3281527"/>
            <a:ext cx="2765424" cy="2777490"/>
          </a:xfrm>
          <a:prstGeom prst="rect">
            <a:avLst/>
          </a:prstGeom>
          <a:solidFill>
            <a:srgbClr val="FFF5ED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202752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670FEE5-9E0A-0502-9064-02C2958C24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9617" y="373290"/>
            <a:ext cx="2765424" cy="2777490"/>
          </a:xfrm>
          <a:prstGeom prst="rect">
            <a:avLst/>
          </a:prstGeom>
          <a:solidFill>
            <a:schemeClr val="accent2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347B6220-EA18-FCE3-B24E-B96EEBDB79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1858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0CC769-A58F-89B1-9B4D-4242345AA6F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9617" y="3281527"/>
            <a:ext cx="2765424" cy="2777490"/>
          </a:xfrm>
          <a:prstGeom prst="rect">
            <a:avLst/>
          </a:prstGeom>
          <a:solidFill>
            <a:schemeClr val="accent3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A5CE9CF-2B9A-9CCE-16EB-AF781F3473C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21858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3243295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27520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17858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2439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5576" y="1408288"/>
            <a:ext cx="5237163" cy="4510088"/>
          </a:xfrm>
        </p:spPr>
        <p:txBody>
          <a:bodyPr/>
          <a:lstStyle/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87585-ED95-8AF2-4595-9E941DC9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9026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4.xml"/><Relationship Id="rId3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86.xml"/><Relationship Id="rId21" Type="http://schemas.openxmlformats.org/officeDocument/2006/relationships/slideLayout" Target="../slideLayouts/slideLayout87.xml"/><Relationship Id="rId22" Type="http://schemas.openxmlformats.org/officeDocument/2006/relationships/slideLayout" Target="../slideLayouts/slideLayout88.xml"/><Relationship Id="rId2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BCCF403-77F5-E64B-B3A1-43CAED52C50B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Lato Light" panose="020F050202020403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FA0A0-434E-E340-A675-5E45B45DDFED}"/>
              </a:ext>
            </a:extLst>
          </p:cNvPr>
          <p:cNvSpPr txBox="1"/>
          <p:nvPr userDrawn="1"/>
        </p:nvSpPr>
        <p:spPr>
          <a:xfrm>
            <a:off x="11208878" y="453222"/>
            <a:ext cx="1891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7376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2"/>
          </a:solidFill>
          <a:latin typeface="Poppins" pitchFamily="2" charset="77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87DDA4-93F2-7A45-9BB3-0ED68A4AA170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Poppins Ligh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132A2-AB80-A845-8566-11C55587F84F}"/>
              </a:ext>
            </a:extLst>
          </p:cNvPr>
          <p:cNvSpPr txBox="1"/>
          <p:nvPr userDrawn="1"/>
        </p:nvSpPr>
        <p:spPr>
          <a:xfrm>
            <a:off x="11203853" y="442590"/>
            <a:ext cx="17793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6939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lang="en-US" sz="3000" b="1" i="0" kern="1200">
          <a:solidFill>
            <a:schemeClr val="tx2"/>
          </a:solidFill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9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6" r:id="rId16"/>
    <p:sldLayoutId id="2147483697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4068" r:id="rId29"/>
    <p:sldLayoutId id="2147484069" r:id="rId30"/>
    <p:sldLayoutId id="2147484070" r:id="rId31"/>
    <p:sldLayoutId id="2147484071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1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827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6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904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66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75" r:id="rId16"/>
    <p:sldLayoutId id="2147483976" r:id="rId17"/>
    <p:sldLayoutId id="2147483977" r:id="rId18"/>
    <p:sldLayoutId id="2147483978" r:id="rId19"/>
    <p:sldLayoutId id="2147483998" r:id="rId20"/>
    <p:sldLayoutId id="2147484045" r:id="rId21"/>
    <p:sldLayoutId id="2147484062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E202775-D606-FD64-BC62-52AC7F2BB2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78E24D3A-516A-D050-55AE-3A7BEA194681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vert="horz" wrap="square" lIns="144000" tIns="0" rIns="144000" bIns="0" rtlCol="0" anchor="ctr" anchorCtr="0">
            <a:normAutofit/>
          </a:bodyPr>
          <a:lstStyle/>
          <a:p>
            <a:r>
              <a:rPr lang="zh-TW" altLang="en-US" b="1">
                <a:latin typeface="Georgia" panose="02040502050405020303" pitchFamily="18" charset="0"/>
                <a:ea typeface="微軟正黑體" panose="020B0604030504040204" pitchFamily="34" charset="-120"/>
              </a:rPr>
              <a:t>McKinsey UWOS：核保轉向「機器優先、人類治理」</a:t>
            </a:r>
          </a:p>
        </p:txBody>
      </p:sp>
      <p:sp>
        <p:nvSpPr>
          <p:cNvPr id="12" name="Footer Placeholder 1">
            <a:extLst>
              <a:ext uri="{FF2B5EF4-FFF2-40B4-BE49-F238E27FC236}">
                <a16:creationId xmlns:a16="http://schemas.microsoft.com/office/drawing/2014/main" id="{50F57AC0-812E-C3B6-A2EF-AD9CD7F9F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TW" altLang="en-US">
                <a:latin typeface="Georgia" panose="02040502050405020303" pitchFamily="18" charset="0"/>
                <a:ea typeface="微軟正黑體" panose="020B0604030504040204" pitchFamily="34" charset="-120"/>
              </a:rPr>
              <a:t>FSC1 BA 組會｜McKinsey UWOS 文章分享（資料來源：McKinsey &amp; Company, 2026）</a:t>
            </a:r>
            <a:endParaRPr lang="en-GB" altLang="zh-TW">
              <a:solidFill>
                <a:prstClr val="black"/>
              </a:solidFill>
              <a:latin typeface="Georgia" panose="02040502050405020303" pitchFamily="18" charset="0"/>
              <a:ea typeface="微軟正黑體" panose="020B0604030504040204" pitchFamily="34" charset="-120"/>
            </a:endParaRPr>
          </a:p>
        </p:txBody>
      </p:sp>
      <p:sp>
        <p:nvSpPr>
          <p:cNvPr id="9" name="Google Shape;438;p5">
            <a:extLst>
              <a:ext uri="{FF2B5EF4-FFF2-40B4-BE49-F238E27FC236}">
                <a16:creationId xmlns:a16="http://schemas.microsoft.com/office/drawing/2014/main" id="{993A108C-682B-7F01-8CAB-6D88CA57051D}"/>
              </a:ext>
            </a:extLst>
          </p:cNvPr>
          <p:cNvSpPr/>
          <p:nvPr/>
        </p:nvSpPr>
        <p:spPr>
          <a:xfrm>
            <a:off x="436904" y="1080000"/>
            <a:ext cx="11306176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>
                <a:solidFill>
                  <a:schemeClr val="dk1"/>
                </a:solidFill>
                <a:latin typeface="Georgia" panose="02040502050405020303" pitchFamily="18" charset="0"/>
                <a:ea typeface="微軟正黑體" panose="020B0604030504040204" pitchFamily="34" charset="-120"/>
                <a:cs typeface="Arial"/>
                <a:sym typeface="Arial"/>
              </a:rPr>
              <a:t>商業險與特種險的核保流程，多半和十年前差不多。McKinsey 認為 Agentic AI 已能執行多步驟工作，保險公司可以把核保重新設計成 UWOS（Underwriting Operating System）：由一個智慧層統籌從受理到出單的流程，人只在需要判斷的地方介入。</a:t>
            </a:r>
          </a:p>
        </p:txBody>
      </p:sp>
      <p:sp>
        <p:nvSpPr>
          <p:cNvPr id="17" name="Google Shape;820;p114">
            <a:extLst>
              <a:ext uri="{FF2B5EF4-FFF2-40B4-BE49-F238E27FC236}">
                <a16:creationId xmlns:a16="http://schemas.microsoft.com/office/drawing/2014/main" id="{418A5BF1-C540-D020-D190-8B518993226A}"/>
              </a:ext>
            </a:extLst>
          </p:cNvPr>
          <p:cNvSpPr/>
          <p:nvPr/>
        </p:nvSpPr>
        <p:spPr>
          <a:xfrm>
            <a:off x="350982" y="2231456"/>
            <a:ext cx="11430000" cy="657051"/>
          </a:xfrm>
          <a:prstGeom prst="leftRightArrow">
            <a:avLst>
              <a:gd name="adj1" fmla="val 60183"/>
              <a:gd name="adj2" fmla="val 50000"/>
            </a:avLst>
          </a:prstGeom>
          <a:solidFill>
            <a:schemeClr val="dk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lt1"/>
                </a:solidFill>
                <a:latin typeface="Georgia" panose="02040502050405020303" pitchFamily="18" charset="0"/>
                <a:ea typeface="微軟正黑體" panose="020B0604030504040204" pitchFamily="34" charset="-120"/>
                <a:cs typeface="Arial"/>
                <a:sym typeface="Arial"/>
              </a:rPr>
              <a:t>Machine-first, human-governed: AI handles routine work end to end; underwriters focus on portfolio management and complex decisions</a:t>
            </a: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8F95E8C7-B574-32FF-EFA7-02CC6DEE44E6}"/>
              </a:ext>
            </a:extLst>
          </p:cNvPr>
          <p:cNvGrpSpPr/>
          <p:nvPr/>
        </p:nvGrpSpPr>
        <p:grpSpPr>
          <a:xfrm>
            <a:off x="436904" y="3037776"/>
            <a:ext cx="11178023" cy="3041965"/>
            <a:chOff x="457393" y="2721253"/>
            <a:chExt cx="11178023" cy="3041965"/>
          </a:xfrm>
        </p:grpSpPr>
        <p:sp>
          <p:nvSpPr>
            <p:cNvPr id="19" name="Google Shape;808;p114">
              <a:extLst>
                <a:ext uri="{FF2B5EF4-FFF2-40B4-BE49-F238E27FC236}">
                  <a16:creationId xmlns:a16="http://schemas.microsoft.com/office/drawing/2014/main" id="{4C0A22EB-BB7C-D20A-735C-DC46153CE173}"/>
                </a:ext>
              </a:extLst>
            </p:cNvPr>
            <p:cNvSpPr/>
            <p:nvPr/>
          </p:nvSpPr>
          <p:spPr>
            <a:xfrm>
              <a:off x="457393" y="2721253"/>
              <a:ext cx="3620203" cy="620383"/>
            </a:xfrm>
            <a:prstGeom prst="rect">
              <a:avLst/>
            </a:prstGeom>
            <a:solidFill>
              <a:schemeClr val="accent1"/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486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altLang="en-US" sz="1600" b="1">
                  <a:solidFill>
                    <a:schemeClr val="lt1"/>
                  </a:solidFill>
                  <a:latin typeface="Georgia" panose="02040502050405020303" pitchFamily="18" charset="0"/>
                  <a:ea typeface="微軟正黑體" panose="020B0604030504040204" pitchFamily="34" charset="-120"/>
                  <a:cs typeface="Arial"/>
                  <a:sym typeface="Arial"/>
                </a:rPr>
                <a:t>為什麼現在要改</a:t>
              </a:r>
              <a:endParaRPr sz="1600" b="1">
                <a:solidFill>
                  <a:schemeClr val="lt1"/>
                </a:solidFill>
                <a:latin typeface="Georgia" panose="02040502050405020303" pitchFamily="18" charset="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0" name="Google Shape;809;p114">
              <a:extLst>
                <a:ext uri="{FF2B5EF4-FFF2-40B4-BE49-F238E27FC236}">
                  <a16:creationId xmlns:a16="http://schemas.microsoft.com/office/drawing/2014/main" id="{794E42D5-B396-765B-0021-D14D7B42E219}"/>
                </a:ext>
              </a:extLst>
            </p:cNvPr>
            <p:cNvSpPr/>
            <p:nvPr/>
          </p:nvSpPr>
          <p:spPr>
            <a:xfrm>
              <a:off x="4233148" y="2721253"/>
              <a:ext cx="3620203" cy="620383"/>
            </a:xfrm>
            <a:prstGeom prst="rect">
              <a:avLst/>
            </a:prstGeom>
            <a:solidFill>
              <a:schemeClr val="accent2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486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altLang="en-US" sz="1600" b="1">
                  <a:solidFill>
                    <a:schemeClr val="lt1"/>
                  </a:solidFill>
                  <a:latin typeface="Georgia" panose="02040502050405020303" pitchFamily="18" charset="0"/>
                  <a:ea typeface="微軟正黑體" panose="020B0604030504040204" pitchFamily="34" charset="-120"/>
                  <a:cs typeface="Arial"/>
                  <a:sym typeface="Arial"/>
                </a:rPr>
                <a:t>三條車道：依案件動態分派</a:t>
              </a:r>
              <a:endParaRPr sz="1600" b="1">
                <a:solidFill>
                  <a:schemeClr val="lt1"/>
                </a:solidFill>
                <a:latin typeface="Georgia" panose="02040502050405020303" pitchFamily="18" charset="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1" name="Google Shape;810;p114">
              <a:extLst>
                <a:ext uri="{FF2B5EF4-FFF2-40B4-BE49-F238E27FC236}">
                  <a16:creationId xmlns:a16="http://schemas.microsoft.com/office/drawing/2014/main" id="{18554FE0-97FF-8438-F486-5548E3238162}"/>
                </a:ext>
              </a:extLst>
            </p:cNvPr>
            <p:cNvSpPr/>
            <p:nvPr/>
          </p:nvSpPr>
          <p:spPr>
            <a:xfrm>
              <a:off x="8015212" y="2721253"/>
              <a:ext cx="3620204" cy="62038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486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TW" sz="1600" b="1">
                  <a:solidFill>
                    <a:schemeClr val="bg1"/>
                  </a:solidFill>
                  <a:latin typeface="Georgia" panose="02040502050405020303" pitchFamily="18" charset="0"/>
                  <a:ea typeface="微軟正黑體" panose="020B0604030504040204" pitchFamily="34" charset="-120"/>
                </a:rPr>
                <a:t>人的角色改變，</a:t>
              </a:r>
              <a:endParaRPr lang="en-US" altLang="zh-TW" sz="1600" b="1">
                <a:solidFill>
                  <a:schemeClr val="bg1"/>
                </a:solidFill>
                <a:latin typeface="Georgia" panose="02040502050405020303" pitchFamily="18" charset="0"/>
                <a:ea typeface="微軟正黑體" panose="020B0604030504040204" pitchFamily="34" charset="-120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TW" sz="1600" b="1">
                  <a:solidFill>
                    <a:schemeClr val="bg1"/>
                  </a:solidFill>
                  <a:latin typeface="Georgia" panose="02040502050405020303" pitchFamily="18" charset="0"/>
                  <a:ea typeface="微軟正黑體" panose="020B0604030504040204" pitchFamily="34" charset="-120"/>
                </a:rPr>
                <a:t>但沒有消失</a:t>
              </a:r>
              <a:endParaRPr lang="en-US" altLang="zh-TW" sz="1600" b="1">
                <a:solidFill>
                  <a:schemeClr val="bg1"/>
                </a:solidFill>
                <a:latin typeface="Georgia" panose="02040502050405020303" pitchFamily="18" charset="0"/>
                <a:ea typeface="微軟正黑體" panose="020B0604030504040204" pitchFamily="34" charset="-120"/>
              </a:endParaRPr>
            </a:p>
          </p:txBody>
        </p:sp>
        <p:sp>
          <p:nvSpPr>
            <p:cNvPr id="22" name="Google Shape;811;p114">
              <a:extLst>
                <a:ext uri="{FF2B5EF4-FFF2-40B4-BE49-F238E27FC236}">
                  <a16:creationId xmlns:a16="http://schemas.microsoft.com/office/drawing/2014/main" id="{AB46AD60-456C-2D7D-BD0C-EBFD6E475E0E}"/>
                </a:ext>
              </a:extLst>
            </p:cNvPr>
            <p:cNvSpPr/>
            <p:nvPr/>
          </p:nvSpPr>
          <p:spPr>
            <a:xfrm>
              <a:off x="457393" y="3401729"/>
              <a:ext cx="3620203" cy="2301395"/>
            </a:xfrm>
            <a:prstGeom prst="rect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Georgia" panose="02040502050405020303" pitchFamily="18" charset="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3" name="Google Shape;812;p114">
              <a:extLst>
                <a:ext uri="{FF2B5EF4-FFF2-40B4-BE49-F238E27FC236}">
                  <a16:creationId xmlns:a16="http://schemas.microsoft.com/office/drawing/2014/main" id="{FE8F2E68-08E0-C258-FD7E-27E074C88200}"/>
                </a:ext>
              </a:extLst>
            </p:cNvPr>
            <p:cNvSpPr/>
            <p:nvPr/>
          </p:nvSpPr>
          <p:spPr>
            <a:xfrm>
              <a:off x="4233148" y="3401729"/>
              <a:ext cx="3620203" cy="2301395"/>
            </a:xfrm>
            <a:prstGeom prst="rect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dk1"/>
                </a:solidFill>
                <a:latin typeface="Georgia" panose="02040502050405020303" pitchFamily="18" charset="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4" name="Google Shape;813;p114">
              <a:extLst>
                <a:ext uri="{FF2B5EF4-FFF2-40B4-BE49-F238E27FC236}">
                  <a16:creationId xmlns:a16="http://schemas.microsoft.com/office/drawing/2014/main" id="{40FFBD27-5DDD-1A39-BAE1-1BC624341687}"/>
                </a:ext>
              </a:extLst>
            </p:cNvPr>
            <p:cNvSpPr/>
            <p:nvPr/>
          </p:nvSpPr>
          <p:spPr>
            <a:xfrm>
              <a:off x="8015212" y="3401729"/>
              <a:ext cx="3620204" cy="2301395"/>
            </a:xfrm>
            <a:prstGeom prst="rect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  <a:ea typeface="微軟正黑體" panose="020B0604030504040204" pitchFamily="34" charset="-120"/>
              </a:endParaRPr>
            </a:p>
          </p:txBody>
        </p:sp>
        <p:sp>
          <p:nvSpPr>
            <p:cNvPr id="25" name="Google Shape;815;p114">
              <a:extLst>
                <a:ext uri="{FF2B5EF4-FFF2-40B4-BE49-F238E27FC236}">
                  <a16:creationId xmlns:a16="http://schemas.microsoft.com/office/drawing/2014/main" id="{2DC0673C-20FC-7ECC-2FBF-7354A0DEC3E5}"/>
                </a:ext>
              </a:extLst>
            </p:cNvPr>
            <p:cNvSpPr/>
            <p:nvPr/>
          </p:nvSpPr>
          <p:spPr>
            <a:xfrm>
              <a:off x="4340431" y="2802843"/>
              <a:ext cx="457510" cy="457200"/>
            </a:xfrm>
            <a:custGeom>
              <a:avLst/>
              <a:gdLst/>
              <a:ahLst/>
              <a:cxnLst/>
              <a:rect l="l" t="t" r="r" b="b"/>
              <a:pathLst>
                <a:path w="459607" h="459296" extrusionOk="0">
                  <a:moveTo>
                    <a:pt x="234751" y="109211"/>
                  </a:moveTo>
                  <a:cubicBezTo>
                    <a:pt x="257093" y="109211"/>
                    <a:pt x="275254" y="115749"/>
                    <a:pt x="289234" y="128826"/>
                  </a:cubicBezTo>
                  <a:cubicBezTo>
                    <a:pt x="303213" y="141904"/>
                    <a:pt x="310203" y="159373"/>
                    <a:pt x="310171" y="181231"/>
                  </a:cubicBezTo>
                  <a:cubicBezTo>
                    <a:pt x="310107" y="196384"/>
                    <a:pt x="305543" y="211178"/>
                    <a:pt x="297086" y="223748"/>
                  </a:cubicBezTo>
                  <a:cubicBezTo>
                    <a:pt x="288372" y="237144"/>
                    <a:pt x="270275" y="252549"/>
                    <a:pt x="242826" y="269964"/>
                  </a:cubicBezTo>
                  <a:cubicBezTo>
                    <a:pt x="225400" y="280895"/>
                    <a:pt x="213558" y="289603"/>
                    <a:pt x="207302" y="296087"/>
                  </a:cubicBezTo>
                  <a:cubicBezTo>
                    <a:pt x="201972" y="301076"/>
                    <a:pt x="197982" y="307282"/>
                    <a:pt x="195589" y="314172"/>
                  </a:cubicBezTo>
                  <a:lnTo>
                    <a:pt x="309852" y="314172"/>
                  </a:lnTo>
                  <a:lnTo>
                    <a:pt x="309852" y="348332"/>
                  </a:lnTo>
                  <a:lnTo>
                    <a:pt x="149659" y="348332"/>
                  </a:lnTo>
                  <a:cubicBezTo>
                    <a:pt x="149659" y="312185"/>
                    <a:pt x="167533" y="282158"/>
                    <a:pt x="203280" y="258259"/>
                  </a:cubicBezTo>
                  <a:lnTo>
                    <a:pt x="238805" y="233476"/>
                  </a:lnTo>
                  <a:cubicBezTo>
                    <a:pt x="260923" y="216954"/>
                    <a:pt x="271966" y="199868"/>
                    <a:pt x="271998" y="182220"/>
                  </a:cubicBezTo>
                  <a:cubicBezTo>
                    <a:pt x="271998" y="169056"/>
                    <a:pt x="268519" y="158904"/>
                    <a:pt x="261593" y="151759"/>
                  </a:cubicBezTo>
                  <a:cubicBezTo>
                    <a:pt x="254667" y="144615"/>
                    <a:pt x="244933" y="141042"/>
                    <a:pt x="232453" y="141042"/>
                  </a:cubicBezTo>
                  <a:cubicBezTo>
                    <a:pt x="219495" y="141042"/>
                    <a:pt x="209728" y="145677"/>
                    <a:pt x="203121" y="154949"/>
                  </a:cubicBezTo>
                  <a:cubicBezTo>
                    <a:pt x="196514" y="164221"/>
                    <a:pt x="192907" y="179103"/>
                    <a:pt x="192237" y="199603"/>
                  </a:cubicBezTo>
                  <a:lnTo>
                    <a:pt x="153937" y="199603"/>
                  </a:lnTo>
                  <a:cubicBezTo>
                    <a:pt x="154384" y="171257"/>
                    <a:pt x="161916" y="149102"/>
                    <a:pt x="176566" y="133132"/>
                  </a:cubicBezTo>
                  <a:cubicBezTo>
                    <a:pt x="191216" y="117162"/>
                    <a:pt x="210590" y="109188"/>
                    <a:pt x="234751" y="109211"/>
                  </a:cubicBezTo>
                  <a:close/>
                  <a:moveTo>
                    <a:pt x="0" y="0"/>
                  </a:moveTo>
                  <a:lnTo>
                    <a:pt x="0" y="459297"/>
                  </a:lnTo>
                  <a:lnTo>
                    <a:pt x="459608" y="459297"/>
                  </a:lnTo>
                  <a:lnTo>
                    <a:pt x="459608" y="0"/>
                  </a:lnTo>
                  <a:close/>
                  <a:moveTo>
                    <a:pt x="440011" y="439713"/>
                  </a:moveTo>
                  <a:lnTo>
                    <a:pt x="19534" y="439713"/>
                  </a:lnTo>
                  <a:lnTo>
                    <a:pt x="19534" y="19584"/>
                  </a:lnTo>
                  <a:lnTo>
                    <a:pt x="439947" y="195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50"/>
                <a:buFont typeface="Arial"/>
                <a:buNone/>
              </a:pPr>
              <a:endParaRPr sz="2250">
                <a:solidFill>
                  <a:schemeClr val="accent2"/>
                </a:solidFill>
                <a:latin typeface="Georgia" panose="02040502050405020303" pitchFamily="18" charset="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6" name="Google Shape;816;p114">
              <a:extLst>
                <a:ext uri="{FF2B5EF4-FFF2-40B4-BE49-F238E27FC236}">
                  <a16:creationId xmlns:a16="http://schemas.microsoft.com/office/drawing/2014/main" id="{B4BDAA5A-8F2A-A293-8A42-DC8ED11FBAC6}"/>
                </a:ext>
              </a:extLst>
            </p:cNvPr>
            <p:cNvSpPr/>
            <p:nvPr/>
          </p:nvSpPr>
          <p:spPr>
            <a:xfrm>
              <a:off x="8138857" y="2802843"/>
              <a:ext cx="457510" cy="457200"/>
            </a:xfrm>
            <a:custGeom>
              <a:avLst/>
              <a:gdLst/>
              <a:ahLst/>
              <a:cxnLst/>
              <a:rect l="l" t="t" r="r" b="b"/>
              <a:pathLst>
                <a:path w="459607" h="459296" extrusionOk="0">
                  <a:moveTo>
                    <a:pt x="229134" y="106914"/>
                  </a:moveTo>
                  <a:cubicBezTo>
                    <a:pt x="251029" y="106914"/>
                    <a:pt x="268848" y="112837"/>
                    <a:pt x="282595" y="124680"/>
                  </a:cubicBezTo>
                  <a:cubicBezTo>
                    <a:pt x="295955" y="135713"/>
                    <a:pt x="303536" y="152241"/>
                    <a:pt x="303182" y="169557"/>
                  </a:cubicBezTo>
                  <a:cubicBezTo>
                    <a:pt x="303182" y="194796"/>
                    <a:pt x="292129" y="211541"/>
                    <a:pt x="270020" y="219793"/>
                  </a:cubicBezTo>
                  <a:lnTo>
                    <a:pt x="270020" y="220463"/>
                  </a:lnTo>
                  <a:cubicBezTo>
                    <a:pt x="282710" y="222982"/>
                    <a:pt x="293967" y="230223"/>
                    <a:pt x="301522" y="240716"/>
                  </a:cubicBezTo>
                  <a:cubicBezTo>
                    <a:pt x="320244" y="269687"/>
                    <a:pt x="314803" y="308006"/>
                    <a:pt x="288755" y="330630"/>
                  </a:cubicBezTo>
                  <a:cubicBezTo>
                    <a:pt x="272755" y="344026"/>
                    <a:pt x="253030" y="350724"/>
                    <a:pt x="229580" y="350724"/>
                  </a:cubicBezTo>
                  <a:cubicBezTo>
                    <a:pt x="204343" y="350724"/>
                    <a:pt x="184577" y="343921"/>
                    <a:pt x="170278" y="330311"/>
                  </a:cubicBezTo>
                  <a:cubicBezTo>
                    <a:pt x="155979" y="316701"/>
                    <a:pt x="148265" y="296269"/>
                    <a:pt x="147138" y="269008"/>
                  </a:cubicBezTo>
                  <a:lnTo>
                    <a:pt x="185439" y="269008"/>
                  </a:lnTo>
                  <a:lnTo>
                    <a:pt x="185439" y="272038"/>
                  </a:lnTo>
                  <a:cubicBezTo>
                    <a:pt x="184970" y="284305"/>
                    <a:pt x="189100" y="296307"/>
                    <a:pt x="197025" y="305688"/>
                  </a:cubicBezTo>
                  <a:cubicBezTo>
                    <a:pt x="204727" y="314513"/>
                    <a:pt x="215610" y="318924"/>
                    <a:pt x="229676" y="318924"/>
                  </a:cubicBezTo>
                  <a:cubicBezTo>
                    <a:pt x="241498" y="319412"/>
                    <a:pt x="253065" y="315400"/>
                    <a:pt x="262040" y="307697"/>
                  </a:cubicBezTo>
                  <a:cubicBezTo>
                    <a:pt x="270562" y="299844"/>
                    <a:pt x="275155" y="288617"/>
                    <a:pt x="274584" y="277045"/>
                  </a:cubicBezTo>
                  <a:cubicBezTo>
                    <a:pt x="274584" y="263203"/>
                    <a:pt x="270329" y="253101"/>
                    <a:pt x="261817" y="246744"/>
                  </a:cubicBezTo>
                  <a:cubicBezTo>
                    <a:pt x="253305" y="240388"/>
                    <a:pt x="239060" y="237198"/>
                    <a:pt x="219080" y="237176"/>
                  </a:cubicBezTo>
                  <a:lnTo>
                    <a:pt x="213398" y="237176"/>
                  </a:lnTo>
                  <a:lnTo>
                    <a:pt x="213398" y="208693"/>
                  </a:lnTo>
                  <a:lnTo>
                    <a:pt x="217069" y="208693"/>
                  </a:lnTo>
                  <a:cubicBezTo>
                    <a:pt x="231965" y="208693"/>
                    <a:pt x="243752" y="205567"/>
                    <a:pt x="252433" y="199316"/>
                  </a:cubicBezTo>
                  <a:cubicBezTo>
                    <a:pt x="261115" y="193064"/>
                    <a:pt x="265369" y="183910"/>
                    <a:pt x="265200" y="171854"/>
                  </a:cubicBezTo>
                  <a:cubicBezTo>
                    <a:pt x="265704" y="162511"/>
                    <a:pt x="261807" y="153472"/>
                    <a:pt x="254667" y="147421"/>
                  </a:cubicBezTo>
                  <a:cubicBezTo>
                    <a:pt x="247323" y="141514"/>
                    <a:pt x="238109" y="138427"/>
                    <a:pt x="228687" y="138714"/>
                  </a:cubicBezTo>
                  <a:cubicBezTo>
                    <a:pt x="217889" y="138436"/>
                    <a:pt x="207564" y="143144"/>
                    <a:pt x="200695" y="151472"/>
                  </a:cubicBezTo>
                  <a:cubicBezTo>
                    <a:pt x="193243" y="160492"/>
                    <a:pt x="189368" y="171933"/>
                    <a:pt x="189812" y="183623"/>
                  </a:cubicBezTo>
                  <a:lnTo>
                    <a:pt x="189812" y="186621"/>
                  </a:lnTo>
                  <a:lnTo>
                    <a:pt x="151511" y="186621"/>
                  </a:lnTo>
                  <a:cubicBezTo>
                    <a:pt x="152851" y="162062"/>
                    <a:pt x="160617" y="142637"/>
                    <a:pt x="174811" y="128348"/>
                  </a:cubicBezTo>
                  <a:cubicBezTo>
                    <a:pt x="189004" y="114059"/>
                    <a:pt x="207111" y="106914"/>
                    <a:pt x="229134" y="106914"/>
                  </a:cubicBezTo>
                  <a:close/>
                  <a:moveTo>
                    <a:pt x="0" y="0"/>
                  </a:moveTo>
                  <a:lnTo>
                    <a:pt x="0" y="459297"/>
                  </a:lnTo>
                  <a:lnTo>
                    <a:pt x="459608" y="459297"/>
                  </a:lnTo>
                  <a:lnTo>
                    <a:pt x="459608" y="0"/>
                  </a:lnTo>
                  <a:close/>
                  <a:moveTo>
                    <a:pt x="440011" y="439713"/>
                  </a:moveTo>
                  <a:lnTo>
                    <a:pt x="19597" y="439713"/>
                  </a:lnTo>
                  <a:lnTo>
                    <a:pt x="19597" y="19616"/>
                  </a:lnTo>
                  <a:lnTo>
                    <a:pt x="440011" y="1961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50"/>
                <a:buFont typeface="Arial"/>
                <a:buNone/>
              </a:pPr>
              <a:endParaRPr sz="2250">
                <a:solidFill>
                  <a:schemeClr val="lt1"/>
                </a:solidFill>
                <a:latin typeface="Georgia" panose="02040502050405020303" pitchFamily="18" charset="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7" name="Google Shape;817;p114">
              <a:extLst>
                <a:ext uri="{FF2B5EF4-FFF2-40B4-BE49-F238E27FC236}">
                  <a16:creationId xmlns:a16="http://schemas.microsoft.com/office/drawing/2014/main" id="{36683A62-F6F3-07B8-F6E2-5F8F8C6D00B8}"/>
                </a:ext>
              </a:extLst>
            </p:cNvPr>
            <p:cNvSpPr/>
            <p:nvPr/>
          </p:nvSpPr>
          <p:spPr>
            <a:xfrm>
              <a:off x="457393" y="5692869"/>
              <a:ext cx="3620203" cy="70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eorgia" panose="02040502050405020303" pitchFamily="18" charset="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8" name="Google Shape;818;p114">
              <a:extLst>
                <a:ext uri="{FF2B5EF4-FFF2-40B4-BE49-F238E27FC236}">
                  <a16:creationId xmlns:a16="http://schemas.microsoft.com/office/drawing/2014/main" id="{6404E6C0-2B8F-8B52-B4A2-A29A451B03E6}"/>
                </a:ext>
              </a:extLst>
            </p:cNvPr>
            <p:cNvSpPr/>
            <p:nvPr/>
          </p:nvSpPr>
          <p:spPr>
            <a:xfrm>
              <a:off x="4227128" y="5692869"/>
              <a:ext cx="3620203" cy="7034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eorgia" panose="02040502050405020303" pitchFamily="18" charset="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29" name="Google Shape;819;p114">
              <a:extLst>
                <a:ext uri="{FF2B5EF4-FFF2-40B4-BE49-F238E27FC236}">
                  <a16:creationId xmlns:a16="http://schemas.microsoft.com/office/drawing/2014/main" id="{8AADEC45-6B32-5FBC-7390-FBD14D1EDF7E}"/>
                </a:ext>
              </a:extLst>
            </p:cNvPr>
            <p:cNvSpPr/>
            <p:nvPr/>
          </p:nvSpPr>
          <p:spPr>
            <a:xfrm>
              <a:off x="8011344" y="5692869"/>
              <a:ext cx="3620203" cy="7034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eorgia" panose="02040502050405020303" pitchFamily="18" charset="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30" name="Google Shape;821;p114">
              <a:extLst>
                <a:ext uri="{FF2B5EF4-FFF2-40B4-BE49-F238E27FC236}">
                  <a16:creationId xmlns:a16="http://schemas.microsoft.com/office/drawing/2014/main" id="{2AC4C018-9D19-FEE9-78CF-F673457E2264}"/>
                </a:ext>
              </a:extLst>
            </p:cNvPr>
            <p:cNvSpPr/>
            <p:nvPr/>
          </p:nvSpPr>
          <p:spPr>
            <a:xfrm>
              <a:off x="590676" y="2802843"/>
              <a:ext cx="457510" cy="457200"/>
            </a:xfrm>
            <a:custGeom>
              <a:avLst/>
              <a:gdLst/>
              <a:ahLst/>
              <a:cxnLst/>
              <a:rect l="l" t="t" r="r" b="b"/>
              <a:pathLst>
                <a:path w="459607" h="459296" extrusionOk="0">
                  <a:moveTo>
                    <a:pt x="277265" y="111635"/>
                  </a:moveTo>
                  <a:lnTo>
                    <a:pt x="277265" y="346227"/>
                  </a:lnTo>
                  <a:lnTo>
                    <a:pt x="235389" y="346227"/>
                  </a:lnTo>
                  <a:lnTo>
                    <a:pt x="235389" y="180625"/>
                  </a:lnTo>
                  <a:lnTo>
                    <a:pt x="177747" y="180625"/>
                  </a:lnTo>
                  <a:lnTo>
                    <a:pt x="177747" y="150484"/>
                  </a:lnTo>
                  <a:cubicBezTo>
                    <a:pt x="197632" y="150484"/>
                    <a:pt x="213431" y="147029"/>
                    <a:pt x="225144" y="140117"/>
                  </a:cubicBezTo>
                  <a:cubicBezTo>
                    <a:pt x="236091" y="134284"/>
                    <a:pt x="243784" y="123809"/>
                    <a:pt x="246082" y="111635"/>
                  </a:cubicBezTo>
                  <a:close/>
                  <a:moveTo>
                    <a:pt x="0" y="0"/>
                  </a:moveTo>
                  <a:lnTo>
                    <a:pt x="0" y="459297"/>
                  </a:lnTo>
                  <a:lnTo>
                    <a:pt x="459608" y="459297"/>
                  </a:lnTo>
                  <a:lnTo>
                    <a:pt x="459608" y="0"/>
                  </a:lnTo>
                  <a:close/>
                  <a:moveTo>
                    <a:pt x="439883" y="439777"/>
                  </a:moveTo>
                  <a:lnTo>
                    <a:pt x="19598" y="439777"/>
                  </a:lnTo>
                  <a:lnTo>
                    <a:pt x="19598" y="19648"/>
                  </a:lnTo>
                  <a:lnTo>
                    <a:pt x="439883" y="196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50"/>
                <a:buFont typeface="Arial"/>
                <a:buNone/>
              </a:pPr>
              <a:endParaRPr sz="2400">
                <a:solidFill>
                  <a:schemeClr val="dk1"/>
                </a:solidFill>
                <a:latin typeface="Georgia" panose="02040502050405020303" pitchFamily="18" charset="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7D202557-D610-9C56-F97C-F3231EC52995}"/>
              </a:ext>
            </a:extLst>
          </p:cNvPr>
          <p:cNvSpPr/>
          <p:nvPr/>
        </p:nvSpPr>
        <p:spPr>
          <a:xfrm>
            <a:off x="436904" y="3697939"/>
            <a:ext cx="1646873" cy="720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latin typeface="Georgia" panose="02040502050405020303" pitchFamily="18" charset="0"/>
                <a:ea typeface="微軟正黑體" panose="020B0604030504040204" pitchFamily="34" charset="-120"/>
              </a:rPr>
              <a:t>流程停滯</a:t>
            </a:r>
            <a:endParaRPr lang="zh-TW" altLang="en-US" sz="1600">
              <a:latin typeface="Georgia" panose="02040502050405020303" pitchFamily="18" charset="0"/>
              <a:ea typeface="微軟正黑體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298668-4AFF-1D90-FFBA-169F30DA732B}"/>
              </a:ext>
            </a:extLst>
          </p:cNvPr>
          <p:cNvSpPr/>
          <p:nvPr/>
        </p:nvSpPr>
        <p:spPr>
          <a:xfrm>
            <a:off x="436904" y="4463619"/>
            <a:ext cx="1646873" cy="720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>
                <a:latin typeface="Georgia" panose="02040502050405020303" pitchFamily="18" charset="0"/>
                <a:ea typeface="微軟正黑體" panose="020B0604030504040204" pitchFamily="34" charset="-120"/>
              </a:rPr>
              <a:t>營運壓力</a:t>
            </a:r>
            <a:endParaRPr lang="zh-TW" altLang="en-US" sz="1600">
              <a:latin typeface="Georgia" panose="02040502050405020303" pitchFamily="18" charset="0"/>
              <a:ea typeface="微軟正黑體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3C362D-546F-40EC-2F20-F5BCB012341C}"/>
              </a:ext>
            </a:extLst>
          </p:cNvPr>
          <p:cNvSpPr/>
          <p:nvPr/>
        </p:nvSpPr>
        <p:spPr>
          <a:xfrm>
            <a:off x="436904" y="5229298"/>
            <a:ext cx="1646873" cy="720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>
                <a:latin typeface="Georgia" panose="02040502050405020303" pitchFamily="18" charset="0"/>
                <a:ea typeface="微軟正黑體" panose="020B0604030504040204" pitchFamily="34" charset="-120"/>
              </a:rPr>
              <a:t>技術轉折</a:t>
            </a:r>
            <a:endParaRPr lang="zh-TW" altLang="en-US" sz="1600">
              <a:latin typeface="Georgia" panose="02040502050405020303" pitchFamily="18" charset="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0570E83-98EA-A131-5CB8-F3B6D0AFC197}"/>
              </a:ext>
            </a:extLst>
          </p:cNvPr>
          <p:cNvSpPr txBox="1"/>
          <p:nvPr/>
        </p:nvSpPr>
        <p:spPr>
          <a:xfrm>
            <a:off x="2138456" y="3825739"/>
            <a:ext cx="1863971" cy="62038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TW" altLang="en-US" sz="1200">
                <a:latin typeface="Georgia" panose="02040502050405020303" pitchFamily="18" charset="0"/>
                <a:ea typeface="微軟正黑體" panose="020B0604030504040204" pitchFamily="34" charset="-120"/>
              </a:rPr>
              <a:t>送件在佇列中排隊</a:t>
            </a:r>
            <a:endParaRPr lang="en-US" altLang="zh-TW" sz="1200">
              <a:latin typeface="Georgia" panose="02040502050405020303" pitchFamily="18" charset="0"/>
              <a:ea typeface="微軟正黑體" panose="020B0604030504040204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TW" altLang="en-US" sz="1200">
                <a:latin typeface="Georgia" panose="02040502050405020303" pitchFamily="18" charset="0"/>
                <a:ea typeface="微軟正黑體" panose="020B0604030504040204" pitchFamily="34" charset="-120"/>
              </a:rPr>
              <a:t>人工摘事實、追缺漏</a:t>
            </a:r>
            <a:endParaRPr lang="en-US" altLang="zh-TW" sz="1200">
              <a:latin typeface="Georgia" panose="02040502050405020303" pitchFamily="18" charset="0"/>
              <a:ea typeface="微軟正黑體" panose="020B0604030504040204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TW" altLang="en-US" sz="1200">
                <a:latin typeface="Georgia" panose="02040502050405020303" pitchFamily="18" charset="0"/>
                <a:ea typeface="微軟正黑體" panose="020B0604030504040204" pitchFamily="34" charset="-120"/>
              </a:rPr>
              <a:t>一件要數天到數週</a:t>
            </a:r>
            <a:endParaRPr lang="en-US" altLang="zh-TW" sz="1200">
              <a:latin typeface="Georgia" panose="02040502050405020303" pitchFamily="18" charset="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3BDFDB8-0476-DCC9-84D0-99E51CE56BE8}"/>
              </a:ext>
            </a:extLst>
          </p:cNvPr>
          <p:cNvSpPr txBox="1"/>
          <p:nvPr/>
        </p:nvSpPr>
        <p:spPr>
          <a:xfrm>
            <a:off x="2138456" y="4553631"/>
            <a:ext cx="1863971" cy="62038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TW" altLang="en-US" sz="1200">
                <a:latin typeface="Georgia" panose="02040502050405020303" pitchFamily="18" charset="0"/>
                <a:ea typeface="微軟正黑體" panose="020B0604030504040204" pitchFamily="34" charset="-120"/>
              </a:rPr>
              <a:t>擴大規模不能加成本</a:t>
            </a:r>
            <a:endParaRPr lang="en-US" altLang="zh-TW" sz="1200">
              <a:latin typeface="Georgia" panose="02040502050405020303" pitchFamily="18" charset="0"/>
              <a:ea typeface="微軟正黑體" panose="020B0604030504040204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TW" altLang="en-US" sz="1200">
                <a:latin typeface="Georgia" panose="02040502050405020303" pitchFamily="18" charset="0"/>
                <a:ea typeface="微軟正黑體" panose="020B0604030504040204" pitchFamily="34" charset="-120"/>
              </a:rPr>
              <a:t>核保人才短缺</a:t>
            </a:r>
            <a:endParaRPr lang="en-US" altLang="zh-TW" sz="1200">
              <a:latin typeface="Georgia" panose="02040502050405020303" pitchFamily="18" charset="0"/>
              <a:ea typeface="微軟正黑體" panose="020B0604030504040204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TW" altLang="en-US" sz="1200">
                <a:latin typeface="Georgia" panose="02040502050405020303" pitchFamily="18" charset="0"/>
                <a:ea typeface="微軟正黑體" panose="020B0604030504040204" pitchFamily="34" charset="-120"/>
              </a:rPr>
              <a:t>舊系統、流程零碎</a:t>
            </a:r>
            <a:endParaRPr lang="en-US" altLang="zh-TW" sz="1200">
              <a:latin typeface="Georgia" panose="02040502050405020303" pitchFamily="18" charset="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578B098-1225-0167-8E4D-982ED1763099}"/>
              </a:ext>
            </a:extLst>
          </p:cNvPr>
          <p:cNvSpPr txBox="1"/>
          <p:nvPr/>
        </p:nvSpPr>
        <p:spPr>
          <a:xfrm>
            <a:off x="2138456" y="5281511"/>
            <a:ext cx="1863971" cy="62038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TW" altLang="en-US" sz="1200">
                <a:latin typeface="Georgia" panose="02040502050405020303" pitchFamily="18" charset="0"/>
                <a:ea typeface="微軟正黑體" panose="020B0604030504040204" pitchFamily="34" charset="-120"/>
              </a:rPr>
              <a:t>Agentic AI 跑多步驟</a:t>
            </a:r>
            <a:endParaRPr lang="en-US" altLang="zh-TW" sz="1200">
              <a:latin typeface="Georgia" panose="02040502050405020303" pitchFamily="18" charset="0"/>
              <a:ea typeface="微軟正黑體" panose="020B0604030504040204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TW" altLang="en-US" sz="1200">
                <a:latin typeface="Georgia" panose="02040502050405020303" pitchFamily="18" charset="0"/>
                <a:ea typeface="微軟正黑體" panose="020B0604030504040204" pitchFamily="34" charset="-120"/>
              </a:rPr>
              <a:t>核對證據、調出前例</a:t>
            </a:r>
            <a:endParaRPr lang="en-US" altLang="zh-TW" sz="1200">
              <a:latin typeface="Georgia" panose="02040502050405020303" pitchFamily="18" charset="0"/>
              <a:ea typeface="微軟正黑體" panose="020B0604030504040204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TW" altLang="en-US" sz="1200">
                <a:latin typeface="Georgia" panose="02040502050405020303" pitchFamily="18" charset="0"/>
                <a:ea typeface="微軟正黑體" panose="020B0604030504040204" pitchFamily="34" charset="-120"/>
              </a:rPr>
              <a:t>自動準備核保建議</a:t>
            </a:r>
            <a:endParaRPr lang="en-US" altLang="zh-TW" sz="1200">
              <a:latin typeface="Georgia" panose="02040502050405020303" pitchFamily="18" charset="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5949D6E-A40A-64FA-7506-CB2DB6888643}"/>
              </a:ext>
            </a:extLst>
          </p:cNvPr>
          <p:cNvSpPr/>
          <p:nvPr/>
        </p:nvSpPr>
        <p:spPr>
          <a:xfrm>
            <a:off x="4206639" y="5261140"/>
            <a:ext cx="3627783" cy="336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>
                <a:latin typeface="Georgia" panose="02040502050405020303" pitchFamily="18" charset="0"/>
                <a:ea typeface="微軟正黑體" panose="020B0604030504040204" pitchFamily="34" charset="-120"/>
              </a:rPr>
              <a:t>專家判斷車道：複雜或策略性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89476AB-79B3-46E1-05AE-9BF8C1BB10F0}"/>
              </a:ext>
            </a:extLst>
          </p:cNvPr>
          <p:cNvSpPr/>
          <p:nvPr/>
        </p:nvSpPr>
        <p:spPr>
          <a:xfrm>
            <a:off x="4214232" y="3697939"/>
            <a:ext cx="3620203" cy="336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>
                <a:latin typeface="Georgia" panose="02040502050405020303" pitchFamily="18" charset="0"/>
                <a:ea typeface="微軟正黑體" panose="020B0604030504040204" pitchFamily="34" charset="-120"/>
              </a:rPr>
              <a:t>直通車道：簡單、可重複的案件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62CD534-AA28-F37E-C50F-93123B4FF7DA}"/>
              </a:ext>
            </a:extLst>
          </p:cNvPr>
          <p:cNvSpPr/>
          <p:nvPr/>
        </p:nvSpPr>
        <p:spPr>
          <a:xfrm>
            <a:off x="4206652" y="4480602"/>
            <a:ext cx="3627783" cy="336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>
                <a:latin typeface="Georgia" panose="02040502050405020303" pitchFamily="18" charset="0"/>
                <a:ea typeface="微軟正黑體" panose="020B0604030504040204" pitchFamily="34" charset="-120"/>
              </a:rPr>
              <a:t>輔助決策車道：中等複雜度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779BF64-43B9-6623-0E90-5650DCE9CC63}"/>
              </a:ext>
            </a:extLst>
          </p:cNvPr>
          <p:cNvSpPr txBox="1"/>
          <p:nvPr/>
        </p:nvSpPr>
        <p:spPr>
          <a:xfrm>
            <a:off x="4212659" y="4828654"/>
            <a:ext cx="3621763" cy="3705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zh-TW" altLang="en-US" sz="1200">
                <a:latin typeface="Georgia" panose="02040502050405020303" pitchFamily="18" charset="0"/>
                <a:ea typeface="微軟正黑體" panose="020B0604030504040204" pitchFamily="34" charset="-120"/>
              </a:rPr>
              <a:t>系統整理事實、標出不確定處並提出建議，人快速核准、修改或拒絕。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03A588F2-8FCC-6FA1-1DB0-08F65FDFADA3}"/>
              </a:ext>
            </a:extLst>
          </p:cNvPr>
          <p:cNvSpPr txBox="1"/>
          <p:nvPr/>
        </p:nvSpPr>
        <p:spPr>
          <a:xfrm>
            <a:off x="4214232" y="4049433"/>
            <a:ext cx="3621763" cy="3705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zh-TW" altLang="en-US" sz="1200">
                <a:latin typeface="Georgia" panose="02040502050405020303" pitchFamily="18" charset="0"/>
                <a:ea typeface="微軟正黑體" panose="020B0604030504040204" pitchFamily="34" charset="-120"/>
              </a:rPr>
              <a:t>在風險胃納、授權與信心門檻內，系統完成受理到出單，人幾乎不介入。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FFFC3B6C-5979-0AC6-EB0F-5644D54A8C6D}"/>
              </a:ext>
            </a:extLst>
          </p:cNvPr>
          <p:cNvSpPr txBox="1"/>
          <p:nvPr/>
        </p:nvSpPr>
        <p:spPr>
          <a:xfrm>
            <a:off x="4214232" y="5604185"/>
            <a:ext cx="3621763" cy="3705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zh-TW" altLang="en-US" sz="1200">
                <a:latin typeface="Georgia" panose="02040502050405020303" pitchFamily="18" charset="0"/>
                <a:ea typeface="微軟正黑體" panose="020B0604030504040204" pitchFamily="34" charset="-120"/>
              </a:rPr>
              <a:t>系統備好證據與選項，核保專家主導判斷與談判，時間從行政轉向決策。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B1B5F62-D990-6C67-DFDC-43AADC8E4B38}"/>
              </a:ext>
            </a:extLst>
          </p:cNvPr>
          <p:cNvSpPr/>
          <p:nvPr/>
        </p:nvSpPr>
        <p:spPr>
          <a:xfrm>
            <a:off x="7988414" y="3697939"/>
            <a:ext cx="3620203" cy="336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>
                <a:latin typeface="Georgia" panose="02040502050405020303" pitchFamily="18" charset="0"/>
                <a:ea typeface="微軟正黑體" panose="020B0604030504040204" pitchFamily="34" charset="-120"/>
              </a:rPr>
              <a:t>核保主管：從處理個案到監督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89243A0-A525-6DA4-0C9D-BFE493127D87}"/>
              </a:ext>
            </a:extLst>
          </p:cNvPr>
          <p:cNvSpPr/>
          <p:nvPr/>
        </p:nvSpPr>
        <p:spPr>
          <a:xfrm>
            <a:off x="7990855" y="4480602"/>
            <a:ext cx="3627783" cy="336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>
                <a:latin typeface="Georgia" panose="02040502050405020303" pitchFamily="18" charset="0"/>
                <a:ea typeface="微軟正黑體" panose="020B0604030504040204" pitchFamily="34" charset="-120"/>
              </a:rPr>
              <a:t>資深專家：成為例外處理者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CA7ADD0-8447-E666-1D20-C874285862B1}"/>
              </a:ext>
            </a:extLst>
          </p:cNvPr>
          <p:cNvSpPr/>
          <p:nvPr/>
        </p:nvSpPr>
        <p:spPr>
          <a:xfrm>
            <a:off x="7990855" y="5259414"/>
            <a:ext cx="3627783" cy="3361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>
                <a:latin typeface="Georgia" panose="02040502050405020303" pitchFamily="18" charset="0"/>
                <a:ea typeface="微軟正黑體" panose="020B0604030504040204" pitchFamily="34" charset="-120"/>
              </a:rPr>
              <a:t>機器：承擔大部分處理工作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52D7FA8D-F033-96C3-7324-52588766226A}"/>
              </a:ext>
            </a:extLst>
          </p:cNvPr>
          <p:cNvSpPr txBox="1"/>
          <p:nvPr/>
        </p:nvSpPr>
        <p:spPr>
          <a:xfrm>
            <a:off x="7996875" y="5605489"/>
            <a:ext cx="3621763" cy="3705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zh-TW" altLang="en-US" sz="1200">
                <a:latin typeface="Georgia" panose="02040502050405020303" pitchFamily="18" charset="0"/>
                <a:ea typeface="微軟正黑體" panose="020B0604030504040204" pitchFamily="34" charset="-120"/>
              </a:rPr>
              <a:t>六大領域、45 項能力由智慧層串起，決策更快、更一致，重工更少。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B27B8C25-22EC-A518-BCE6-F5F803571570}"/>
              </a:ext>
            </a:extLst>
          </p:cNvPr>
          <p:cNvSpPr txBox="1"/>
          <p:nvPr/>
        </p:nvSpPr>
        <p:spPr>
          <a:xfrm>
            <a:off x="7986854" y="4826914"/>
            <a:ext cx="3621763" cy="3705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zh-TW" altLang="en-US" sz="1200">
                <a:latin typeface="Georgia" panose="02040502050405020303" pitchFamily="18" charset="0"/>
                <a:ea typeface="微軟正黑體" panose="020B0604030504040204" pitchFamily="34" charset="-120"/>
              </a:rPr>
              <a:t>專注真正需要判斷、談判與經驗的複雜或客製化案件。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B006AFA4-8AC3-13EC-56FE-1D5B7DDEB9B6}"/>
              </a:ext>
            </a:extLst>
          </p:cNvPr>
          <p:cNvSpPr txBox="1"/>
          <p:nvPr/>
        </p:nvSpPr>
        <p:spPr>
          <a:xfrm>
            <a:off x="7986854" y="4053563"/>
            <a:ext cx="3621763" cy="3705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zh-TW" altLang="en-US" sz="1200">
                <a:latin typeface="Georgia" panose="02040502050405020303" pitchFamily="18" charset="0"/>
                <a:ea typeface="微軟正黑體" panose="020B0604030504040204" pitchFamily="34" charset="-120"/>
              </a:rPr>
              <a:t>形塑業務組合、確保核保品質，並調整風險胃納、定價與經紀人策略。</a:t>
            </a:r>
          </a:p>
        </p:txBody>
      </p:sp>
    </p:spTree>
    <p:extLst>
      <p:ext uri="{BB962C8B-B14F-4D97-AF65-F5344CB8AC3E}">
        <p14:creationId xmlns:p14="http://schemas.microsoft.com/office/powerpoint/2010/main" val="1474795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7">
          <a:extLst>
            <a:ext uri="{FF2B5EF4-FFF2-40B4-BE49-F238E27FC236}">
              <a16:creationId xmlns:a16="http://schemas.microsoft.com/office/drawing/2014/main" id="{EC6C9577-63BF-B7C2-73B6-39E9CC8CE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176">
            <a:extLst>
              <a:ext uri="{FF2B5EF4-FFF2-40B4-BE49-F238E27FC236}">
                <a16:creationId xmlns:a16="http://schemas.microsoft.com/office/drawing/2014/main" id="{1514E357-A06E-4A93-FAE0-AD303B26E48D}"/>
              </a:ext>
            </a:extLst>
          </p:cNvPr>
          <p:cNvSpPr txBox="1"/>
          <p:nvPr/>
        </p:nvSpPr>
        <p:spPr>
          <a:xfrm>
            <a:off x="3483232" y="1887402"/>
            <a:ext cx="8259848" cy="3715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43770" tIns="0" rIns="0" bIns="0" anchor="ctr" anchorCtr="0">
            <a:noAutofit/>
          </a:bodyPr>
          <a:lstStyle/>
          <a:p>
            <a:pPr>
              <a:buSzPts val="1200"/>
            </a:pPr>
            <a:r>
              <a:rPr lang="zh-TW" altLang="en-US" sz="1600" b="1">
                <a:solidFill>
                  <a:schemeClr val="bg1"/>
                </a:solidFill>
                <a:latin typeface="Georgia" panose="02040502050405020303" pitchFamily="18" charset="0"/>
                <a:ea typeface="微軟正黑體" panose="020B0604030504040204" pitchFamily="34" charset="-120"/>
              </a:rPr>
              <a:t>從願景到落地的四個步驟：</a:t>
            </a:r>
            <a:endParaRPr lang="en-US" altLang="zh-TW" sz="1600" b="1">
              <a:solidFill>
                <a:schemeClr val="bg1"/>
              </a:solidFill>
              <a:latin typeface="Georgia" panose="02040502050405020303" pitchFamily="18" charset="0"/>
              <a:ea typeface="微軟正黑體" panose="020B0604030504040204" pitchFamily="34" charset="-12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385CC08A-3C1D-5A9E-2BE6-0BEE9441666C}"/>
              </a:ext>
            </a:extLst>
          </p:cNvPr>
          <p:cNvGrpSpPr/>
          <p:nvPr/>
        </p:nvGrpSpPr>
        <p:grpSpPr>
          <a:xfrm>
            <a:off x="444398" y="1889805"/>
            <a:ext cx="2672511" cy="4533160"/>
            <a:chOff x="444398" y="1889805"/>
            <a:chExt cx="2672511" cy="4533160"/>
          </a:xfrm>
        </p:grpSpPr>
        <p:grpSp>
          <p:nvGrpSpPr>
            <p:cNvPr id="47" name="群組 46">
              <a:extLst>
                <a:ext uri="{FF2B5EF4-FFF2-40B4-BE49-F238E27FC236}">
                  <a16:creationId xmlns:a16="http://schemas.microsoft.com/office/drawing/2014/main" id="{8481FE72-7D1F-05B3-9F38-D8BC6F2651BB}"/>
                </a:ext>
              </a:extLst>
            </p:cNvPr>
            <p:cNvGrpSpPr/>
            <p:nvPr/>
          </p:nvGrpSpPr>
          <p:grpSpPr>
            <a:xfrm>
              <a:off x="444398" y="1889805"/>
              <a:ext cx="2672511" cy="1994009"/>
              <a:chOff x="444398" y="1274484"/>
              <a:chExt cx="2672511" cy="1994009"/>
            </a:xfrm>
          </p:grpSpPr>
          <p:sp>
            <p:nvSpPr>
              <p:cNvPr id="1076" name="Google Shape;1076;p176">
                <a:extLst>
                  <a:ext uri="{FF2B5EF4-FFF2-40B4-BE49-F238E27FC236}">
                    <a16:creationId xmlns:a16="http://schemas.microsoft.com/office/drawing/2014/main" id="{9E26866A-B9FB-E019-962E-024249E206A1}"/>
                  </a:ext>
                </a:extLst>
              </p:cNvPr>
              <p:cNvSpPr txBox="1"/>
              <p:nvPr/>
            </p:nvSpPr>
            <p:spPr>
              <a:xfrm>
                <a:off x="444398" y="2095035"/>
                <a:ext cx="2672504" cy="1173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>
                  <a:spcAft>
                    <a:spcPts val="400"/>
                  </a:spcAft>
                  <a:buClr>
                    <a:schemeClr val="dk1"/>
                  </a:buClr>
                  <a:buSzPts val="1400"/>
                </a:pPr>
                <a:r>
                  <a:rPr lang="zh-TW" altLang="en-US" sz="1400">
                    <a:latin typeface="Georgia" panose="02040502050405020303" pitchFamily="18" charset="0"/>
                    <a:ea typeface="微軟正黑體" panose="020B0604030504040204" pitchFamily="34" charset="-120"/>
                  </a:rPr>
                  <a:t>UWOS 不是多加一個工具，而是重新分配人與機器的工作：例行交給系統，判斷留給人。</a:t>
                </a:r>
                <a:endParaRPr lang="en-US" altLang="zh-TW" sz="1400">
                  <a:latin typeface="Georgia" panose="02040502050405020303" pitchFamily="18" charset="0"/>
                  <a:ea typeface="微軟正黑體" panose="020B0604030504040204" pitchFamily="34" charset="-120"/>
                </a:endParaRPr>
              </a:p>
              <a:p>
                <a:pPr>
                  <a:spcAft>
                    <a:spcPts val="400"/>
                  </a:spcAft>
                  <a:buClr>
                    <a:schemeClr val="dk1"/>
                  </a:buClr>
                  <a:buSzPts val="1400"/>
                </a:pPr>
                <a:r>
                  <a:rPr lang="zh-TW" altLang="en-US" sz="1400">
                    <a:latin typeface="Georgia" panose="02040502050405020303" pitchFamily="18" charset="0"/>
                    <a:ea typeface="微軟正黑體" panose="020B0604030504040204" pitchFamily="34" charset="-120"/>
                  </a:rPr>
                  <a:t>原文拆成 6 大領域、45 項能力，由一個智慧層串起。</a:t>
                </a:r>
                <a:endParaRPr lang="en-US" altLang="zh-TW" sz="1400">
                  <a:latin typeface="Georgia" panose="02040502050405020303" pitchFamily="18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077" name="Google Shape;1077;p176">
                <a:extLst>
                  <a:ext uri="{FF2B5EF4-FFF2-40B4-BE49-F238E27FC236}">
                    <a16:creationId xmlns:a16="http://schemas.microsoft.com/office/drawing/2014/main" id="{9AB7E2B1-677C-3B75-42B5-147A3D9BD77A}"/>
                  </a:ext>
                </a:extLst>
              </p:cNvPr>
              <p:cNvSpPr txBox="1"/>
              <p:nvPr/>
            </p:nvSpPr>
            <p:spPr>
              <a:xfrm>
                <a:off x="444405" y="1675456"/>
                <a:ext cx="2672504" cy="33551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>
                  <a:buClr>
                    <a:schemeClr val="dk1"/>
                  </a:buClr>
                  <a:buSzPts val="1100"/>
                </a:pPr>
                <a:r>
                  <a:rPr lang="zh-TW" altLang="en-US" sz="1600" b="1">
                    <a:solidFill>
                      <a:schemeClr val="lt1"/>
                    </a:solidFill>
                    <a:latin typeface="Georgia" panose="02040502050405020303" pitchFamily="18" charset="0"/>
                    <a:ea typeface="微軟正黑體" panose="020B0604030504040204" pitchFamily="34" charset="-120"/>
                  </a:rPr>
                  <a:t>一個重點</a:t>
                </a:r>
                <a:endParaRPr sz="1600" b="1">
                  <a:solidFill>
                    <a:schemeClr val="lt1"/>
                  </a:solidFill>
                  <a:latin typeface="Georgia" panose="02040502050405020303" pitchFamily="18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079" name="Google Shape;1079;p176">
                <a:extLst>
                  <a:ext uri="{FF2B5EF4-FFF2-40B4-BE49-F238E27FC236}">
                    <a16:creationId xmlns:a16="http://schemas.microsoft.com/office/drawing/2014/main" id="{588526E1-6E42-D26F-A590-9FC523C3F162}"/>
                  </a:ext>
                </a:extLst>
              </p:cNvPr>
              <p:cNvSpPr/>
              <p:nvPr/>
            </p:nvSpPr>
            <p:spPr>
              <a:xfrm>
                <a:off x="1612907" y="1274484"/>
                <a:ext cx="335511" cy="335511"/>
              </a:xfrm>
              <a:custGeom>
                <a:avLst/>
                <a:gdLst/>
                <a:ahLst/>
                <a:cxnLst/>
                <a:rect l="l" t="t" r="r" b="b"/>
                <a:pathLst>
                  <a:path w="200" h="200" extrusionOk="0">
                    <a:moveTo>
                      <a:pt x="199" y="83"/>
                    </a:moveTo>
                    <a:cubicBezTo>
                      <a:pt x="198" y="79"/>
                      <a:pt x="197" y="75"/>
                      <a:pt x="196" y="70"/>
                    </a:cubicBezTo>
                    <a:cubicBezTo>
                      <a:pt x="185" y="37"/>
                      <a:pt x="159" y="12"/>
                      <a:pt x="125" y="4"/>
                    </a:cubicBezTo>
                    <a:cubicBezTo>
                      <a:pt x="117" y="2"/>
                      <a:pt x="109" y="0"/>
                      <a:pt x="101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2" y="0"/>
                      <a:pt x="84" y="2"/>
                      <a:pt x="76" y="4"/>
                    </a:cubicBezTo>
                    <a:cubicBezTo>
                      <a:pt x="38" y="13"/>
                      <a:pt x="9" y="44"/>
                      <a:pt x="2" y="83"/>
                    </a:cubicBezTo>
                    <a:cubicBezTo>
                      <a:pt x="1" y="89"/>
                      <a:pt x="0" y="95"/>
                      <a:pt x="0" y="100"/>
                    </a:cubicBezTo>
                    <a:cubicBezTo>
                      <a:pt x="0" y="106"/>
                      <a:pt x="1" y="112"/>
                      <a:pt x="2" y="118"/>
                    </a:cubicBezTo>
                    <a:cubicBezTo>
                      <a:pt x="9" y="157"/>
                      <a:pt x="38" y="188"/>
                      <a:pt x="76" y="197"/>
                    </a:cubicBezTo>
                    <a:cubicBezTo>
                      <a:pt x="84" y="199"/>
                      <a:pt x="92" y="200"/>
                      <a:pt x="100" y="200"/>
                    </a:cubicBezTo>
                    <a:cubicBezTo>
                      <a:pt x="109" y="200"/>
                      <a:pt x="117" y="199"/>
                      <a:pt x="125" y="197"/>
                    </a:cubicBezTo>
                    <a:cubicBezTo>
                      <a:pt x="159" y="189"/>
                      <a:pt x="185" y="164"/>
                      <a:pt x="196" y="131"/>
                    </a:cubicBezTo>
                    <a:cubicBezTo>
                      <a:pt x="197" y="126"/>
                      <a:pt x="198" y="122"/>
                      <a:pt x="199" y="118"/>
                    </a:cubicBezTo>
                    <a:cubicBezTo>
                      <a:pt x="200" y="112"/>
                      <a:pt x="200" y="106"/>
                      <a:pt x="200" y="100"/>
                    </a:cubicBezTo>
                    <a:cubicBezTo>
                      <a:pt x="200" y="95"/>
                      <a:pt x="200" y="89"/>
                      <a:pt x="199" y="83"/>
                    </a:cubicBezTo>
                    <a:close/>
                    <a:moveTo>
                      <a:pt x="100" y="188"/>
                    </a:moveTo>
                    <a:cubicBezTo>
                      <a:pt x="52" y="188"/>
                      <a:pt x="13" y="149"/>
                      <a:pt x="13" y="100"/>
                    </a:cubicBezTo>
                    <a:cubicBezTo>
                      <a:pt x="13" y="52"/>
                      <a:pt x="52" y="13"/>
                      <a:pt x="100" y="13"/>
                    </a:cubicBezTo>
                    <a:cubicBezTo>
                      <a:pt x="149" y="13"/>
                      <a:pt x="188" y="52"/>
                      <a:pt x="188" y="100"/>
                    </a:cubicBezTo>
                    <a:cubicBezTo>
                      <a:pt x="188" y="149"/>
                      <a:pt x="149" y="188"/>
                      <a:pt x="100" y="188"/>
                    </a:cubicBezTo>
                    <a:close/>
                    <a:moveTo>
                      <a:pt x="100" y="107"/>
                    </a:moveTo>
                    <a:cubicBezTo>
                      <a:pt x="70" y="76"/>
                      <a:pt x="70" y="76"/>
                      <a:pt x="70" y="76"/>
                    </a:cubicBezTo>
                    <a:cubicBezTo>
                      <a:pt x="61" y="85"/>
                      <a:pt x="61" y="85"/>
                      <a:pt x="61" y="85"/>
                    </a:cubicBezTo>
                    <a:cubicBezTo>
                      <a:pt x="100" y="125"/>
                      <a:pt x="100" y="125"/>
                      <a:pt x="100" y="125"/>
                    </a:cubicBezTo>
                    <a:cubicBezTo>
                      <a:pt x="140" y="85"/>
                      <a:pt x="140" y="85"/>
                      <a:pt x="140" y="85"/>
                    </a:cubicBezTo>
                    <a:cubicBezTo>
                      <a:pt x="131" y="76"/>
                      <a:pt x="131" y="76"/>
                      <a:pt x="131" y="76"/>
                    </a:cubicBezTo>
                    <a:cubicBezTo>
                      <a:pt x="100" y="107"/>
                      <a:pt x="100" y="107"/>
                      <a:pt x="100" y="10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10" tIns="45688" rIns="91410" bIns="45688" anchor="t" anchorCtr="0">
                <a:noAutofit/>
              </a:bodyPr>
              <a:lstStyle/>
              <a:p>
                <a:pPr>
                  <a:buSzPts val="1150"/>
                </a:pPr>
                <a:endParaRPr sz="1533">
                  <a:latin typeface="Georgia" panose="02040502050405020303" pitchFamily="18" charset="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46" name="群組 45">
              <a:extLst>
                <a:ext uri="{FF2B5EF4-FFF2-40B4-BE49-F238E27FC236}">
                  <a16:creationId xmlns:a16="http://schemas.microsoft.com/office/drawing/2014/main" id="{776DA10F-A543-4A4E-9F91-22CA5B444502}"/>
                </a:ext>
              </a:extLst>
            </p:cNvPr>
            <p:cNvGrpSpPr/>
            <p:nvPr/>
          </p:nvGrpSpPr>
          <p:grpSpPr>
            <a:xfrm>
              <a:off x="444398" y="4037285"/>
              <a:ext cx="2672504" cy="2385680"/>
              <a:chOff x="444405" y="3597497"/>
              <a:chExt cx="2672504" cy="2385680"/>
            </a:xfrm>
          </p:grpSpPr>
          <p:sp>
            <p:nvSpPr>
              <p:cNvPr id="1075" name="Google Shape;1075;p176">
                <a:extLst>
                  <a:ext uri="{FF2B5EF4-FFF2-40B4-BE49-F238E27FC236}">
                    <a16:creationId xmlns:a16="http://schemas.microsoft.com/office/drawing/2014/main" id="{6A57130D-965D-9DC6-22D2-3189797B8E95}"/>
                  </a:ext>
                </a:extLst>
              </p:cNvPr>
              <p:cNvSpPr txBox="1"/>
              <p:nvPr/>
            </p:nvSpPr>
            <p:spPr>
              <a:xfrm>
                <a:off x="444405" y="4414195"/>
                <a:ext cx="2672504" cy="15689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>
                  <a:spcAft>
                    <a:spcPts val="400"/>
                  </a:spcAft>
                  <a:buSzPts val="1400"/>
                </a:pPr>
                <a:r>
                  <a:rPr lang="zh-TW" altLang="en-US" sz="1400">
                    <a:latin typeface="Georgia" panose="02040502050405020303" pitchFamily="18" charset="0"/>
                    <a:ea typeface="微軟正黑體" panose="020B0604030504040204" pitchFamily="34" charset="-120"/>
                  </a:rPr>
                  <a:t>AI 導入的關鍵在分派規則與授權門檻：哪些自動通過、哪些交給人，要先講清楚並保留依據，客戶才會信任結果。</a:t>
                </a:r>
                <a:endParaRPr lang="en-US" altLang="zh-TW" sz="1400">
                  <a:latin typeface="Georgia" panose="02040502050405020303" pitchFamily="18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078" name="Google Shape;1078;p176">
                <a:extLst>
                  <a:ext uri="{FF2B5EF4-FFF2-40B4-BE49-F238E27FC236}">
                    <a16:creationId xmlns:a16="http://schemas.microsoft.com/office/drawing/2014/main" id="{403B7B36-15A3-924F-5B20-CFE430D510BB}"/>
                  </a:ext>
                </a:extLst>
              </p:cNvPr>
              <p:cNvSpPr txBox="1"/>
              <p:nvPr/>
            </p:nvSpPr>
            <p:spPr>
              <a:xfrm>
                <a:off x="444405" y="4005846"/>
                <a:ext cx="2672504" cy="33551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>
                  <a:buClr>
                    <a:schemeClr val="dk1"/>
                  </a:buClr>
                  <a:buSzPts val="1400"/>
                </a:pPr>
                <a:r>
                  <a:rPr lang="en-US" altLang="zh-TW" sz="1600" b="1">
                    <a:solidFill>
                      <a:schemeClr val="lt1"/>
                    </a:solidFill>
                    <a:latin typeface="Georgia" panose="02040502050405020303" pitchFamily="18" charset="0"/>
                    <a:ea typeface="微軟正黑體" panose="020B0604030504040204" pitchFamily="34" charset="-120"/>
                  </a:rPr>
                  <a:t>一個啟發</a:t>
                </a:r>
                <a:endParaRPr sz="1600" b="1">
                  <a:solidFill>
                    <a:schemeClr val="lt1"/>
                  </a:solidFill>
                  <a:latin typeface="Georgia" panose="02040502050405020303" pitchFamily="18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080" name="Google Shape;1080;p176">
                <a:extLst>
                  <a:ext uri="{FF2B5EF4-FFF2-40B4-BE49-F238E27FC236}">
                    <a16:creationId xmlns:a16="http://schemas.microsoft.com/office/drawing/2014/main" id="{1C117F34-C57C-55F9-05F3-4FA71377541D}"/>
                  </a:ext>
                </a:extLst>
              </p:cNvPr>
              <p:cNvSpPr/>
              <p:nvPr/>
            </p:nvSpPr>
            <p:spPr>
              <a:xfrm>
                <a:off x="1612907" y="3597497"/>
                <a:ext cx="335511" cy="335511"/>
              </a:xfrm>
              <a:custGeom>
                <a:avLst/>
                <a:gdLst/>
                <a:ahLst/>
                <a:cxnLst/>
                <a:rect l="l" t="t" r="r" b="b"/>
                <a:pathLst>
                  <a:path w="200" h="200" extrusionOk="0">
                    <a:moveTo>
                      <a:pt x="199" y="83"/>
                    </a:moveTo>
                    <a:cubicBezTo>
                      <a:pt x="198" y="79"/>
                      <a:pt x="197" y="75"/>
                      <a:pt x="196" y="70"/>
                    </a:cubicBezTo>
                    <a:cubicBezTo>
                      <a:pt x="185" y="37"/>
                      <a:pt x="159" y="12"/>
                      <a:pt x="125" y="4"/>
                    </a:cubicBezTo>
                    <a:cubicBezTo>
                      <a:pt x="117" y="2"/>
                      <a:pt x="109" y="0"/>
                      <a:pt x="101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2" y="0"/>
                      <a:pt x="84" y="2"/>
                      <a:pt x="76" y="4"/>
                    </a:cubicBezTo>
                    <a:cubicBezTo>
                      <a:pt x="38" y="13"/>
                      <a:pt x="9" y="44"/>
                      <a:pt x="2" y="83"/>
                    </a:cubicBezTo>
                    <a:cubicBezTo>
                      <a:pt x="1" y="89"/>
                      <a:pt x="0" y="95"/>
                      <a:pt x="0" y="100"/>
                    </a:cubicBezTo>
                    <a:cubicBezTo>
                      <a:pt x="0" y="106"/>
                      <a:pt x="1" y="112"/>
                      <a:pt x="2" y="118"/>
                    </a:cubicBezTo>
                    <a:cubicBezTo>
                      <a:pt x="9" y="157"/>
                      <a:pt x="38" y="188"/>
                      <a:pt x="76" y="197"/>
                    </a:cubicBezTo>
                    <a:cubicBezTo>
                      <a:pt x="84" y="199"/>
                      <a:pt x="92" y="200"/>
                      <a:pt x="100" y="200"/>
                    </a:cubicBezTo>
                    <a:cubicBezTo>
                      <a:pt x="109" y="200"/>
                      <a:pt x="117" y="199"/>
                      <a:pt x="125" y="197"/>
                    </a:cubicBezTo>
                    <a:cubicBezTo>
                      <a:pt x="159" y="189"/>
                      <a:pt x="185" y="164"/>
                      <a:pt x="196" y="131"/>
                    </a:cubicBezTo>
                    <a:cubicBezTo>
                      <a:pt x="197" y="126"/>
                      <a:pt x="198" y="122"/>
                      <a:pt x="199" y="118"/>
                    </a:cubicBezTo>
                    <a:cubicBezTo>
                      <a:pt x="200" y="112"/>
                      <a:pt x="200" y="106"/>
                      <a:pt x="200" y="100"/>
                    </a:cubicBezTo>
                    <a:cubicBezTo>
                      <a:pt x="200" y="95"/>
                      <a:pt x="200" y="89"/>
                      <a:pt x="199" y="83"/>
                    </a:cubicBezTo>
                    <a:close/>
                    <a:moveTo>
                      <a:pt x="100" y="188"/>
                    </a:moveTo>
                    <a:cubicBezTo>
                      <a:pt x="52" y="188"/>
                      <a:pt x="13" y="149"/>
                      <a:pt x="13" y="100"/>
                    </a:cubicBezTo>
                    <a:cubicBezTo>
                      <a:pt x="13" y="52"/>
                      <a:pt x="52" y="13"/>
                      <a:pt x="100" y="13"/>
                    </a:cubicBezTo>
                    <a:cubicBezTo>
                      <a:pt x="149" y="13"/>
                      <a:pt x="188" y="52"/>
                      <a:pt x="188" y="100"/>
                    </a:cubicBezTo>
                    <a:cubicBezTo>
                      <a:pt x="188" y="149"/>
                      <a:pt x="149" y="188"/>
                      <a:pt x="100" y="188"/>
                    </a:cubicBezTo>
                    <a:close/>
                    <a:moveTo>
                      <a:pt x="100" y="107"/>
                    </a:moveTo>
                    <a:cubicBezTo>
                      <a:pt x="70" y="76"/>
                      <a:pt x="70" y="76"/>
                      <a:pt x="70" y="76"/>
                    </a:cubicBezTo>
                    <a:cubicBezTo>
                      <a:pt x="61" y="85"/>
                      <a:pt x="61" y="85"/>
                      <a:pt x="61" y="85"/>
                    </a:cubicBezTo>
                    <a:cubicBezTo>
                      <a:pt x="100" y="125"/>
                      <a:pt x="100" y="125"/>
                      <a:pt x="100" y="125"/>
                    </a:cubicBezTo>
                    <a:cubicBezTo>
                      <a:pt x="140" y="85"/>
                      <a:pt x="140" y="85"/>
                      <a:pt x="140" y="85"/>
                    </a:cubicBezTo>
                    <a:cubicBezTo>
                      <a:pt x="131" y="76"/>
                      <a:pt x="131" y="76"/>
                      <a:pt x="131" y="76"/>
                    </a:cubicBezTo>
                    <a:cubicBezTo>
                      <a:pt x="100" y="107"/>
                      <a:pt x="100" y="107"/>
                      <a:pt x="100" y="10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10" tIns="45688" rIns="91410" bIns="45688" anchor="t" anchorCtr="0">
                <a:noAutofit/>
              </a:bodyPr>
              <a:lstStyle/>
              <a:p>
                <a:pPr>
                  <a:buSzPts val="1150"/>
                </a:pPr>
                <a:endParaRPr sz="1533">
                  <a:latin typeface="Georgia" panose="02040502050405020303" pitchFamily="18" charset="0"/>
                  <a:ea typeface="微軟正黑體" panose="020B0604030504040204" pitchFamily="34" charset="-120"/>
                </a:endParaRPr>
              </a:p>
            </p:txBody>
          </p:sp>
        </p:grpSp>
      </p:grpSp>
      <p:cxnSp>
        <p:nvCxnSpPr>
          <p:cNvPr id="1081" name="Google Shape;1081;p176">
            <a:extLst>
              <a:ext uri="{FF2B5EF4-FFF2-40B4-BE49-F238E27FC236}">
                <a16:creationId xmlns:a16="http://schemas.microsoft.com/office/drawing/2014/main" id="{7B50E384-32AA-6B5C-3801-79497179F053}"/>
              </a:ext>
            </a:extLst>
          </p:cNvPr>
          <p:cNvCxnSpPr/>
          <p:nvPr/>
        </p:nvCxnSpPr>
        <p:spPr>
          <a:xfrm>
            <a:off x="3363145" y="1908463"/>
            <a:ext cx="0" cy="4500000"/>
          </a:xfrm>
          <a:prstGeom prst="straightConnector1">
            <a:avLst/>
          </a:prstGeom>
          <a:noFill/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92" name="Google Shape;1092;p176">
            <a:extLst>
              <a:ext uri="{FF2B5EF4-FFF2-40B4-BE49-F238E27FC236}">
                <a16:creationId xmlns:a16="http://schemas.microsoft.com/office/drawing/2014/main" id="{275C4616-3989-C833-29E9-E4CDC4253C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latin typeface="Georgia" panose="02040502050405020303" pitchFamily="18" charset="0"/>
                <a:ea typeface="微軟正黑體" panose="020B0604030504040204" pitchFamily="34" charset="-120"/>
              </a:rPr>
              <a:pPr/>
              <a:t>2</a:t>
            </a:fld>
            <a:endParaRPr>
              <a:latin typeface="Georgia" panose="02040502050405020303" pitchFamily="18" charset="0"/>
              <a:ea typeface="微軟正黑體" panose="020B0604030504040204" pitchFamily="34" charset="-120"/>
            </a:endParaRPr>
          </a:p>
        </p:txBody>
      </p:sp>
      <p:sp>
        <p:nvSpPr>
          <p:cNvPr id="4" name="標題 5">
            <a:extLst>
              <a:ext uri="{FF2B5EF4-FFF2-40B4-BE49-F238E27FC236}">
                <a16:creationId xmlns:a16="http://schemas.microsoft.com/office/drawing/2014/main" id="{AEB5BF08-D30D-D5F4-4486-1A7A5ED6BE6B}"/>
              </a:ext>
            </a:extLst>
          </p:cNvPr>
          <p:cNvSpPr txBox="1">
            <a:spLocks/>
          </p:cNvSpPr>
          <p:nvPr/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44000" tIns="0" rIns="144000" bIns="0" rtlCol="0" anchor="ctr" anchorCtr="0">
            <a:normAutofit/>
          </a:bodyPr>
          <a:lstStyle>
            <a:lvl1pPr lvl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 kern="1200">
                <a:solidFill>
                  <a:schemeClr val="dk1"/>
                </a:solidFill>
                <a:latin typeface="+mj-lt"/>
                <a:ea typeface="+mj-ea"/>
                <a:cs typeface="+mj-c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 b="1">
                <a:latin typeface="Georgia" panose="02040502050405020303" pitchFamily="18" charset="0"/>
                <a:ea typeface="微軟正黑體" panose="020B0604030504040204" pitchFamily="34" charset="-120"/>
              </a:rPr>
              <a:t>從願景到落地：先選一個燈塔案例，再逐步擴大</a:t>
            </a:r>
          </a:p>
        </p:txBody>
      </p: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8D9B6452-5BAD-4D36-C710-6E183CBC9077}"/>
              </a:ext>
            </a:extLst>
          </p:cNvPr>
          <p:cNvGrpSpPr/>
          <p:nvPr/>
        </p:nvGrpSpPr>
        <p:grpSpPr>
          <a:xfrm>
            <a:off x="3470646" y="2347171"/>
            <a:ext cx="8262626" cy="720000"/>
            <a:chOff x="3476654" y="1715382"/>
            <a:chExt cx="8262626" cy="720000"/>
          </a:xfrm>
        </p:grpSpPr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6CBD4EE7-B1B5-C336-EB0F-0C7FAFFC7622}"/>
                </a:ext>
              </a:extLst>
            </p:cNvPr>
            <p:cNvGrpSpPr/>
            <p:nvPr/>
          </p:nvGrpSpPr>
          <p:grpSpPr>
            <a:xfrm>
              <a:off x="3476654" y="1715382"/>
              <a:ext cx="2010676" cy="720000"/>
              <a:chOff x="3477403" y="2621279"/>
              <a:chExt cx="2010676" cy="720000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277A117-3753-68F1-298B-032D55C5D205}"/>
                  </a:ext>
                </a:extLst>
              </p:cNvPr>
              <p:cNvSpPr/>
              <p:nvPr/>
            </p:nvSpPr>
            <p:spPr>
              <a:xfrm>
                <a:off x="3477403" y="2621279"/>
                <a:ext cx="2010676" cy="720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Georgia" panose="02040502050405020303" pitchFamily="18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8B81128-A006-E6B1-6222-0324357DA9B8}"/>
                  </a:ext>
                </a:extLst>
              </p:cNvPr>
              <p:cNvSpPr txBox="1"/>
              <p:nvPr/>
            </p:nvSpPr>
            <p:spPr>
              <a:xfrm>
                <a:off x="4033371" y="2719669"/>
                <a:ext cx="14547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SzPts val="900"/>
                </a:pPr>
                <a:r>
                  <a:rPr lang="zh-TW" altLang="en-US" sz="1400">
                    <a:latin typeface="Georgia" panose="02040502050405020303" pitchFamily="18" charset="0"/>
                    <a:ea typeface="微軟正黑體" panose="020B0604030504040204" pitchFamily="34" charset="-120"/>
                  </a:rPr>
                  <a:t>1 選一個</a:t>
                </a:r>
              </a:p>
              <a:p>
                <a:pPr>
                  <a:buSzPts val="900"/>
                </a:pPr>
                <a:r>
                  <a:rPr lang="zh-TW" altLang="en-US" sz="1400">
                    <a:latin typeface="Georgia" panose="02040502050405020303" pitchFamily="18" charset="0"/>
                    <a:ea typeface="微軟正黑體" panose="020B0604030504040204" pitchFamily="34" charset="-120"/>
                  </a:rPr>
                  <a:t>燈塔案例</a:t>
                </a:r>
              </a:p>
            </p:txBody>
          </p:sp>
          <p:sp>
            <p:nvSpPr>
              <p:cNvPr id="9" name="Freeform 13">
                <a:extLst>
                  <a:ext uri="{FF2B5EF4-FFF2-40B4-BE49-F238E27FC236}">
                    <a16:creationId xmlns:a16="http://schemas.microsoft.com/office/drawing/2014/main" id="{73CFA5B5-3162-D87B-FED3-991244AEF52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3600401" y="2783279"/>
                <a:ext cx="396000" cy="396000"/>
              </a:xfrm>
              <a:custGeom>
                <a:avLst/>
                <a:gdLst>
                  <a:gd name="T0" fmla="*/ 0 w 576"/>
                  <a:gd name="T1" fmla="*/ 576 h 576"/>
                  <a:gd name="T2" fmla="*/ 576 w 576"/>
                  <a:gd name="T3" fmla="*/ 0 h 576"/>
                  <a:gd name="T4" fmla="*/ 460 w 576"/>
                  <a:gd name="T5" fmla="*/ 398 h 576"/>
                  <a:gd name="T6" fmla="*/ 498 w 576"/>
                  <a:gd name="T7" fmla="*/ 247 h 576"/>
                  <a:gd name="T8" fmla="*/ 378 w 576"/>
                  <a:gd name="T9" fmla="*/ 195 h 576"/>
                  <a:gd name="T10" fmla="*/ 338 w 576"/>
                  <a:gd name="T11" fmla="*/ 213 h 576"/>
                  <a:gd name="T12" fmla="*/ 357 w 576"/>
                  <a:gd name="T13" fmla="*/ 228 h 576"/>
                  <a:gd name="T14" fmla="*/ 446 w 576"/>
                  <a:gd name="T15" fmla="*/ 219 h 576"/>
                  <a:gd name="T16" fmla="*/ 474 w 576"/>
                  <a:gd name="T17" fmla="*/ 375 h 576"/>
                  <a:gd name="T18" fmla="*/ 436 w 576"/>
                  <a:gd name="T19" fmla="*/ 552 h 576"/>
                  <a:gd name="T20" fmla="*/ 387 w 576"/>
                  <a:gd name="T21" fmla="*/ 375 h 576"/>
                  <a:gd name="T22" fmla="*/ 265 w 576"/>
                  <a:gd name="T23" fmla="*/ 342 h 576"/>
                  <a:gd name="T24" fmla="*/ 187 w 576"/>
                  <a:gd name="T25" fmla="*/ 387 h 576"/>
                  <a:gd name="T26" fmla="*/ 265 w 576"/>
                  <a:gd name="T27" fmla="*/ 431 h 576"/>
                  <a:gd name="T28" fmla="*/ 363 w 576"/>
                  <a:gd name="T29" fmla="*/ 398 h 576"/>
                  <a:gd name="T30" fmla="*/ 212 w 576"/>
                  <a:gd name="T31" fmla="*/ 552 h 576"/>
                  <a:gd name="T32" fmla="*/ 188 w 576"/>
                  <a:gd name="T33" fmla="*/ 416 h 576"/>
                  <a:gd name="T34" fmla="*/ 139 w 576"/>
                  <a:gd name="T35" fmla="*/ 552 h 576"/>
                  <a:gd name="T36" fmla="*/ 101 w 576"/>
                  <a:gd name="T37" fmla="*/ 375 h 576"/>
                  <a:gd name="T38" fmla="*/ 130 w 576"/>
                  <a:gd name="T39" fmla="*/ 219 h 576"/>
                  <a:gd name="T40" fmla="*/ 226 w 576"/>
                  <a:gd name="T41" fmla="*/ 247 h 576"/>
                  <a:gd name="T42" fmla="*/ 343 w 576"/>
                  <a:gd name="T43" fmla="*/ 297 h 576"/>
                  <a:gd name="T44" fmla="*/ 327 w 576"/>
                  <a:gd name="T45" fmla="*/ 347 h 576"/>
                  <a:gd name="T46" fmla="*/ 327 w 576"/>
                  <a:gd name="T47" fmla="*/ 224 h 576"/>
                  <a:gd name="T48" fmla="*/ 343 w 576"/>
                  <a:gd name="T49" fmla="*/ 274 h 576"/>
                  <a:gd name="T50" fmla="*/ 250 w 576"/>
                  <a:gd name="T51" fmla="*/ 247 h 576"/>
                  <a:gd name="T52" fmla="*/ 130 w 576"/>
                  <a:gd name="T53" fmla="*/ 195 h 576"/>
                  <a:gd name="T54" fmla="*/ 77 w 576"/>
                  <a:gd name="T55" fmla="*/ 398 h 576"/>
                  <a:gd name="T56" fmla="*/ 116 w 576"/>
                  <a:gd name="T57" fmla="*/ 552 h 576"/>
                  <a:gd name="T58" fmla="*/ 23 w 576"/>
                  <a:gd name="T59" fmla="*/ 24 h 576"/>
                  <a:gd name="T60" fmla="*/ 552 w 576"/>
                  <a:gd name="T61" fmla="*/ 552 h 576"/>
                  <a:gd name="T62" fmla="*/ 460 w 576"/>
                  <a:gd name="T63" fmla="*/ 398 h 576"/>
                  <a:gd name="T64" fmla="*/ 116 w 576"/>
                  <a:gd name="T65" fmla="*/ 125 h 576"/>
                  <a:gd name="T66" fmla="*/ 212 w 576"/>
                  <a:gd name="T67" fmla="*/ 125 h 576"/>
                  <a:gd name="T68" fmla="*/ 164 w 576"/>
                  <a:gd name="T69" fmla="*/ 149 h 576"/>
                  <a:gd name="T70" fmla="*/ 164 w 576"/>
                  <a:gd name="T71" fmla="*/ 99 h 576"/>
                  <a:gd name="T72" fmla="*/ 164 w 576"/>
                  <a:gd name="T73" fmla="*/ 149 h 576"/>
                  <a:gd name="T74" fmla="*/ 364 w 576"/>
                  <a:gd name="T75" fmla="*/ 125 h 576"/>
                  <a:gd name="T76" fmla="*/ 460 w 576"/>
                  <a:gd name="T77" fmla="*/ 125 h 576"/>
                  <a:gd name="T78" fmla="*/ 436 w 576"/>
                  <a:gd name="T79" fmla="*/ 125 h 576"/>
                  <a:gd name="T80" fmla="*/ 388 w 576"/>
                  <a:gd name="T81" fmla="*/ 125 h 576"/>
                  <a:gd name="T82" fmla="*/ 436 w 576"/>
                  <a:gd name="T83" fmla="*/ 125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76" h="576">
                    <a:moveTo>
                      <a:pt x="0" y="0"/>
                    </a:moveTo>
                    <a:cubicBezTo>
                      <a:pt x="0" y="576"/>
                      <a:pt x="0" y="576"/>
                      <a:pt x="0" y="576"/>
                    </a:cubicBezTo>
                    <a:cubicBezTo>
                      <a:pt x="576" y="576"/>
                      <a:pt x="576" y="576"/>
                      <a:pt x="576" y="576"/>
                    </a:cubicBezTo>
                    <a:cubicBezTo>
                      <a:pt x="576" y="0"/>
                      <a:pt x="576" y="0"/>
                      <a:pt x="576" y="0"/>
                    </a:cubicBezTo>
                    <a:lnTo>
                      <a:pt x="0" y="0"/>
                    </a:lnTo>
                    <a:close/>
                    <a:moveTo>
                      <a:pt x="460" y="398"/>
                    </a:moveTo>
                    <a:cubicBezTo>
                      <a:pt x="498" y="398"/>
                      <a:pt x="498" y="398"/>
                      <a:pt x="498" y="398"/>
                    </a:cubicBezTo>
                    <a:cubicBezTo>
                      <a:pt x="498" y="247"/>
                      <a:pt x="498" y="247"/>
                      <a:pt x="498" y="247"/>
                    </a:cubicBezTo>
                    <a:cubicBezTo>
                      <a:pt x="498" y="218"/>
                      <a:pt x="474" y="195"/>
                      <a:pt x="446" y="195"/>
                    </a:cubicBezTo>
                    <a:cubicBezTo>
                      <a:pt x="378" y="195"/>
                      <a:pt x="378" y="195"/>
                      <a:pt x="378" y="195"/>
                    </a:cubicBezTo>
                    <a:cubicBezTo>
                      <a:pt x="362" y="195"/>
                      <a:pt x="349" y="201"/>
                      <a:pt x="339" y="212"/>
                    </a:cubicBezTo>
                    <a:cubicBezTo>
                      <a:pt x="338" y="213"/>
                      <a:pt x="338" y="213"/>
                      <a:pt x="338" y="213"/>
                    </a:cubicBezTo>
                    <a:cubicBezTo>
                      <a:pt x="356" y="229"/>
                      <a:pt x="356" y="229"/>
                      <a:pt x="356" y="229"/>
                    </a:cubicBezTo>
                    <a:cubicBezTo>
                      <a:pt x="357" y="228"/>
                      <a:pt x="357" y="228"/>
                      <a:pt x="357" y="228"/>
                    </a:cubicBezTo>
                    <a:cubicBezTo>
                      <a:pt x="362" y="222"/>
                      <a:pt x="369" y="219"/>
                      <a:pt x="378" y="219"/>
                    </a:cubicBezTo>
                    <a:cubicBezTo>
                      <a:pt x="446" y="219"/>
                      <a:pt x="446" y="219"/>
                      <a:pt x="446" y="219"/>
                    </a:cubicBezTo>
                    <a:cubicBezTo>
                      <a:pt x="461" y="219"/>
                      <a:pt x="474" y="231"/>
                      <a:pt x="474" y="247"/>
                    </a:cubicBezTo>
                    <a:cubicBezTo>
                      <a:pt x="474" y="375"/>
                      <a:pt x="474" y="375"/>
                      <a:pt x="474" y="375"/>
                    </a:cubicBezTo>
                    <a:cubicBezTo>
                      <a:pt x="436" y="375"/>
                      <a:pt x="436" y="375"/>
                      <a:pt x="436" y="375"/>
                    </a:cubicBezTo>
                    <a:cubicBezTo>
                      <a:pt x="436" y="552"/>
                      <a:pt x="436" y="552"/>
                      <a:pt x="436" y="552"/>
                    </a:cubicBezTo>
                    <a:cubicBezTo>
                      <a:pt x="387" y="552"/>
                      <a:pt x="387" y="552"/>
                      <a:pt x="387" y="552"/>
                    </a:cubicBezTo>
                    <a:cubicBezTo>
                      <a:pt x="387" y="375"/>
                      <a:pt x="387" y="375"/>
                      <a:pt x="387" y="375"/>
                    </a:cubicBezTo>
                    <a:cubicBezTo>
                      <a:pt x="233" y="375"/>
                      <a:pt x="233" y="375"/>
                      <a:pt x="233" y="375"/>
                    </a:cubicBezTo>
                    <a:cubicBezTo>
                      <a:pt x="265" y="342"/>
                      <a:pt x="265" y="342"/>
                      <a:pt x="265" y="342"/>
                    </a:cubicBezTo>
                    <a:cubicBezTo>
                      <a:pt x="248" y="325"/>
                      <a:pt x="248" y="325"/>
                      <a:pt x="248" y="325"/>
                    </a:cubicBezTo>
                    <a:cubicBezTo>
                      <a:pt x="187" y="387"/>
                      <a:pt x="187" y="387"/>
                      <a:pt x="187" y="387"/>
                    </a:cubicBezTo>
                    <a:cubicBezTo>
                      <a:pt x="248" y="448"/>
                      <a:pt x="248" y="448"/>
                      <a:pt x="248" y="448"/>
                    </a:cubicBezTo>
                    <a:cubicBezTo>
                      <a:pt x="265" y="431"/>
                      <a:pt x="265" y="431"/>
                      <a:pt x="265" y="431"/>
                    </a:cubicBezTo>
                    <a:cubicBezTo>
                      <a:pt x="233" y="398"/>
                      <a:pt x="233" y="398"/>
                      <a:pt x="233" y="398"/>
                    </a:cubicBezTo>
                    <a:cubicBezTo>
                      <a:pt x="363" y="398"/>
                      <a:pt x="363" y="398"/>
                      <a:pt x="363" y="398"/>
                    </a:cubicBezTo>
                    <a:cubicBezTo>
                      <a:pt x="363" y="552"/>
                      <a:pt x="363" y="552"/>
                      <a:pt x="363" y="552"/>
                    </a:cubicBezTo>
                    <a:cubicBezTo>
                      <a:pt x="212" y="552"/>
                      <a:pt x="212" y="552"/>
                      <a:pt x="212" y="552"/>
                    </a:cubicBezTo>
                    <a:cubicBezTo>
                      <a:pt x="212" y="440"/>
                      <a:pt x="212" y="440"/>
                      <a:pt x="212" y="440"/>
                    </a:cubicBezTo>
                    <a:cubicBezTo>
                      <a:pt x="188" y="416"/>
                      <a:pt x="188" y="416"/>
                      <a:pt x="188" y="416"/>
                    </a:cubicBezTo>
                    <a:cubicBezTo>
                      <a:pt x="188" y="552"/>
                      <a:pt x="188" y="552"/>
                      <a:pt x="188" y="552"/>
                    </a:cubicBezTo>
                    <a:cubicBezTo>
                      <a:pt x="139" y="552"/>
                      <a:pt x="139" y="552"/>
                      <a:pt x="139" y="552"/>
                    </a:cubicBezTo>
                    <a:cubicBezTo>
                      <a:pt x="139" y="375"/>
                      <a:pt x="139" y="375"/>
                      <a:pt x="139" y="375"/>
                    </a:cubicBezTo>
                    <a:cubicBezTo>
                      <a:pt x="101" y="375"/>
                      <a:pt x="101" y="375"/>
                      <a:pt x="101" y="375"/>
                    </a:cubicBezTo>
                    <a:cubicBezTo>
                      <a:pt x="101" y="247"/>
                      <a:pt x="101" y="247"/>
                      <a:pt x="101" y="247"/>
                    </a:cubicBezTo>
                    <a:cubicBezTo>
                      <a:pt x="101" y="231"/>
                      <a:pt x="114" y="219"/>
                      <a:pt x="130" y="219"/>
                    </a:cubicBezTo>
                    <a:cubicBezTo>
                      <a:pt x="198" y="219"/>
                      <a:pt x="198" y="219"/>
                      <a:pt x="198" y="219"/>
                    </a:cubicBezTo>
                    <a:cubicBezTo>
                      <a:pt x="214" y="219"/>
                      <a:pt x="226" y="231"/>
                      <a:pt x="226" y="247"/>
                    </a:cubicBezTo>
                    <a:cubicBezTo>
                      <a:pt x="226" y="297"/>
                      <a:pt x="226" y="297"/>
                      <a:pt x="226" y="297"/>
                    </a:cubicBezTo>
                    <a:cubicBezTo>
                      <a:pt x="343" y="297"/>
                      <a:pt x="343" y="297"/>
                      <a:pt x="343" y="297"/>
                    </a:cubicBezTo>
                    <a:cubicBezTo>
                      <a:pt x="310" y="330"/>
                      <a:pt x="310" y="330"/>
                      <a:pt x="310" y="330"/>
                    </a:cubicBezTo>
                    <a:cubicBezTo>
                      <a:pt x="327" y="347"/>
                      <a:pt x="327" y="347"/>
                      <a:pt x="327" y="347"/>
                    </a:cubicBezTo>
                    <a:cubicBezTo>
                      <a:pt x="388" y="286"/>
                      <a:pt x="388" y="286"/>
                      <a:pt x="388" y="286"/>
                    </a:cubicBezTo>
                    <a:cubicBezTo>
                      <a:pt x="327" y="224"/>
                      <a:pt x="327" y="224"/>
                      <a:pt x="327" y="224"/>
                    </a:cubicBezTo>
                    <a:cubicBezTo>
                      <a:pt x="310" y="241"/>
                      <a:pt x="310" y="241"/>
                      <a:pt x="310" y="241"/>
                    </a:cubicBezTo>
                    <a:cubicBezTo>
                      <a:pt x="343" y="274"/>
                      <a:pt x="343" y="274"/>
                      <a:pt x="343" y="274"/>
                    </a:cubicBezTo>
                    <a:cubicBezTo>
                      <a:pt x="250" y="274"/>
                      <a:pt x="250" y="274"/>
                      <a:pt x="250" y="274"/>
                    </a:cubicBezTo>
                    <a:cubicBezTo>
                      <a:pt x="250" y="247"/>
                      <a:pt x="250" y="247"/>
                      <a:pt x="250" y="247"/>
                    </a:cubicBezTo>
                    <a:cubicBezTo>
                      <a:pt x="250" y="218"/>
                      <a:pt x="227" y="195"/>
                      <a:pt x="198" y="195"/>
                    </a:cubicBezTo>
                    <a:cubicBezTo>
                      <a:pt x="130" y="195"/>
                      <a:pt x="130" y="195"/>
                      <a:pt x="130" y="195"/>
                    </a:cubicBezTo>
                    <a:cubicBezTo>
                      <a:pt x="101" y="195"/>
                      <a:pt x="77" y="218"/>
                      <a:pt x="77" y="247"/>
                    </a:cubicBezTo>
                    <a:cubicBezTo>
                      <a:pt x="77" y="398"/>
                      <a:pt x="77" y="398"/>
                      <a:pt x="77" y="398"/>
                    </a:cubicBezTo>
                    <a:cubicBezTo>
                      <a:pt x="116" y="398"/>
                      <a:pt x="116" y="398"/>
                      <a:pt x="116" y="398"/>
                    </a:cubicBezTo>
                    <a:cubicBezTo>
                      <a:pt x="116" y="552"/>
                      <a:pt x="116" y="552"/>
                      <a:pt x="116" y="552"/>
                    </a:cubicBezTo>
                    <a:cubicBezTo>
                      <a:pt x="23" y="552"/>
                      <a:pt x="23" y="552"/>
                      <a:pt x="23" y="552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552" y="24"/>
                      <a:pt x="552" y="24"/>
                      <a:pt x="552" y="24"/>
                    </a:cubicBezTo>
                    <a:cubicBezTo>
                      <a:pt x="552" y="552"/>
                      <a:pt x="552" y="552"/>
                      <a:pt x="552" y="552"/>
                    </a:cubicBezTo>
                    <a:cubicBezTo>
                      <a:pt x="460" y="552"/>
                      <a:pt x="460" y="552"/>
                      <a:pt x="460" y="552"/>
                    </a:cubicBezTo>
                    <a:lnTo>
                      <a:pt x="460" y="398"/>
                    </a:lnTo>
                    <a:close/>
                    <a:moveTo>
                      <a:pt x="164" y="75"/>
                    </a:moveTo>
                    <a:cubicBezTo>
                      <a:pt x="137" y="75"/>
                      <a:pt x="116" y="97"/>
                      <a:pt x="116" y="125"/>
                    </a:cubicBezTo>
                    <a:cubicBezTo>
                      <a:pt x="116" y="151"/>
                      <a:pt x="137" y="173"/>
                      <a:pt x="164" y="173"/>
                    </a:cubicBezTo>
                    <a:cubicBezTo>
                      <a:pt x="190" y="173"/>
                      <a:pt x="212" y="151"/>
                      <a:pt x="212" y="125"/>
                    </a:cubicBezTo>
                    <a:cubicBezTo>
                      <a:pt x="212" y="97"/>
                      <a:pt x="190" y="75"/>
                      <a:pt x="164" y="75"/>
                    </a:cubicBezTo>
                    <a:close/>
                    <a:moveTo>
                      <a:pt x="164" y="149"/>
                    </a:moveTo>
                    <a:cubicBezTo>
                      <a:pt x="150" y="149"/>
                      <a:pt x="139" y="138"/>
                      <a:pt x="139" y="125"/>
                    </a:cubicBezTo>
                    <a:cubicBezTo>
                      <a:pt x="139" y="110"/>
                      <a:pt x="150" y="99"/>
                      <a:pt x="164" y="99"/>
                    </a:cubicBezTo>
                    <a:cubicBezTo>
                      <a:pt x="177" y="99"/>
                      <a:pt x="188" y="110"/>
                      <a:pt x="188" y="125"/>
                    </a:cubicBezTo>
                    <a:cubicBezTo>
                      <a:pt x="188" y="138"/>
                      <a:pt x="177" y="149"/>
                      <a:pt x="164" y="149"/>
                    </a:cubicBezTo>
                    <a:close/>
                    <a:moveTo>
                      <a:pt x="412" y="75"/>
                    </a:moveTo>
                    <a:cubicBezTo>
                      <a:pt x="386" y="75"/>
                      <a:pt x="364" y="97"/>
                      <a:pt x="364" y="125"/>
                    </a:cubicBezTo>
                    <a:cubicBezTo>
                      <a:pt x="364" y="151"/>
                      <a:pt x="386" y="173"/>
                      <a:pt x="412" y="173"/>
                    </a:cubicBezTo>
                    <a:cubicBezTo>
                      <a:pt x="439" y="173"/>
                      <a:pt x="460" y="151"/>
                      <a:pt x="460" y="125"/>
                    </a:cubicBezTo>
                    <a:cubicBezTo>
                      <a:pt x="460" y="97"/>
                      <a:pt x="439" y="75"/>
                      <a:pt x="412" y="75"/>
                    </a:cubicBezTo>
                    <a:close/>
                    <a:moveTo>
                      <a:pt x="436" y="125"/>
                    </a:moveTo>
                    <a:cubicBezTo>
                      <a:pt x="436" y="138"/>
                      <a:pt x="426" y="149"/>
                      <a:pt x="412" y="149"/>
                    </a:cubicBezTo>
                    <a:cubicBezTo>
                      <a:pt x="399" y="149"/>
                      <a:pt x="388" y="138"/>
                      <a:pt x="388" y="125"/>
                    </a:cubicBezTo>
                    <a:cubicBezTo>
                      <a:pt x="388" y="111"/>
                      <a:pt x="399" y="99"/>
                      <a:pt x="412" y="99"/>
                    </a:cubicBezTo>
                    <a:cubicBezTo>
                      <a:pt x="426" y="99"/>
                      <a:pt x="436" y="110"/>
                      <a:pt x="436" y="125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>
                  <a:solidFill>
                    <a:schemeClr val="accent1"/>
                  </a:solidFill>
                  <a:latin typeface="Georgia" panose="02040502050405020303" pitchFamily="18" charset="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63F0C93B-8F72-D160-AAC9-83A69B618056}"/>
                </a:ext>
              </a:extLst>
            </p:cNvPr>
            <p:cNvGrpSpPr/>
            <p:nvPr/>
          </p:nvGrpSpPr>
          <p:grpSpPr>
            <a:xfrm>
              <a:off x="5560637" y="1715382"/>
              <a:ext cx="2010676" cy="720000"/>
              <a:chOff x="5647492" y="1715382"/>
              <a:chExt cx="2010676" cy="720000"/>
            </a:xfrm>
          </p:grpSpPr>
          <p:grpSp>
            <p:nvGrpSpPr>
              <p:cNvPr id="11" name="群組 10">
                <a:extLst>
                  <a:ext uri="{FF2B5EF4-FFF2-40B4-BE49-F238E27FC236}">
                    <a16:creationId xmlns:a16="http://schemas.microsoft.com/office/drawing/2014/main" id="{5587060B-6F3F-DCA3-9A64-F49FB9D4EB6D}"/>
                  </a:ext>
                </a:extLst>
              </p:cNvPr>
              <p:cNvGrpSpPr/>
              <p:nvPr/>
            </p:nvGrpSpPr>
            <p:grpSpPr>
              <a:xfrm>
                <a:off x="5647492" y="1715382"/>
                <a:ext cx="2010676" cy="720000"/>
                <a:chOff x="3477403" y="2621279"/>
                <a:chExt cx="2010676" cy="720000"/>
              </a:xfrm>
            </p:grpSpPr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EB575213-128E-BF2F-2BF8-D41946790CDA}"/>
                    </a:ext>
                  </a:extLst>
                </p:cNvPr>
                <p:cNvSpPr/>
                <p:nvPr/>
              </p:nvSpPr>
              <p:spPr>
                <a:xfrm>
                  <a:off x="3477403" y="2621279"/>
                  <a:ext cx="2010676" cy="720000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latin typeface="Georgia" panose="02040502050405020303" pitchFamily="18" charset="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7F072811-3231-E2D0-762B-A75D05B513C4}"/>
                    </a:ext>
                  </a:extLst>
                </p:cNvPr>
                <p:cNvSpPr txBox="1"/>
                <p:nvPr/>
              </p:nvSpPr>
              <p:spPr>
                <a:xfrm>
                  <a:off x="4033371" y="2719669"/>
                  <a:ext cx="145470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buSzPts val="900"/>
                  </a:pPr>
                  <a:r>
                    <a:rPr lang="zh-TW" altLang="en-US" sz="1400">
                      <a:latin typeface="Georgia" panose="02040502050405020303" pitchFamily="18" charset="0"/>
                      <a:ea typeface="微軟正黑體" panose="020B0604030504040204" pitchFamily="34" charset="-120"/>
                    </a:rPr>
                    <a:t>2 建立最低</a:t>
                  </a:r>
                </a:p>
                <a:p>
                  <a:pPr>
                    <a:buSzPts val="900"/>
                  </a:pPr>
                  <a:r>
                    <a:rPr lang="zh-TW" altLang="en-US" sz="1400">
                      <a:latin typeface="Georgia" panose="02040502050405020303" pitchFamily="18" charset="0"/>
                      <a:ea typeface="微軟正黑體" panose="020B0604030504040204" pitchFamily="34" charset="-120"/>
                    </a:rPr>
                    <a:t>限度資料基礎</a:t>
                  </a:r>
                </a:p>
              </p:txBody>
            </p:sp>
          </p:grpSp>
          <p:sp>
            <p:nvSpPr>
              <p:cNvPr id="15" name="Freeform 17">
                <a:extLst>
                  <a:ext uri="{FF2B5EF4-FFF2-40B4-BE49-F238E27FC236}">
                    <a16:creationId xmlns:a16="http://schemas.microsoft.com/office/drawing/2014/main" id="{522DFE75-15C4-8913-D34F-68C32635A2F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5765369" y="1877382"/>
                <a:ext cx="394878" cy="396000"/>
              </a:xfrm>
              <a:custGeom>
                <a:avLst/>
                <a:gdLst>
                  <a:gd name="T0" fmla="*/ 0 w 704"/>
                  <a:gd name="T1" fmla="*/ 706 h 706"/>
                  <a:gd name="T2" fmla="*/ 704 w 704"/>
                  <a:gd name="T3" fmla="*/ 706 h 706"/>
                  <a:gd name="T4" fmla="*/ 704 w 704"/>
                  <a:gd name="T5" fmla="*/ 0 h 706"/>
                  <a:gd name="T6" fmla="*/ 0 w 704"/>
                  <a:gd name="T7" fmla="*/ 0 h 706"/>
                  <a:gd name="T8" fmla="*/ 0 w 704"/>
                  <a:gd name="T9" fmla="*/ 706 h 706"/>
                  <a:gd name="T10" fmla="*/ 675 w 704"/>
                  <a:gd name="T11" fmla="*/ 31 h 706"/>
                  <a:gd name="T12" fmla="*/ 675 w 704"/>
                  <a:gd name="T13" fmla="*/ 452 h 706"/>
                  <a:gd name="T14" fmla="*/ 204 w 704"/>
                  <a:gd name="T15" fmla="*/ 452 h 706"/>
                  <a:gd name="T16" fmla="*/ 298 w 704"/>
                  <a:gd name="T17" fmla="*/ 358 h 706"/>
                  <a:gd name="T18" fmla="*/ 276 w 704"/>
                  <a:gd name="T19" fmla="*/ 337 h 706"/>
                  <a:gd name="T20" fmla="*/ 147 w 704"/>
                  <a:gd name="T21" fmla="*/ 467 h 706"/>
                  <a:gd name="T22" fmla="*/ 276 w 704"/>
                  <a:gd name="T23" fmla="*/ 598 h 706"/>
                  <a:gd name="T24" fmla="*/ 298 w 704"/>
                  <a:gd name="T25" fmla="*/ 576 h 706"/>
                  <a:gd name="T26" fmla="*/ 204 w 704"/>
                  <a:gd name="T27" fmla="*/ 483 h 706"/>
                  <a:gd name="T28" fmla="*/ 675 w 704"/>
                  <a:gd name="T29" fmla="*/ 483 h 706"/>
                  <a:gd name="T30" fmla="*/ 675 w 704"/>
                  <a:gd name="T31" fmla="*/ 676 h 706"/>
                  <a:gd name="T32" fmla="*/ 31 w 704"/>
                  <a:gd name="T33" fmla="*/ 676 h 706"/>
                  <a:gd name="T34" fmla="*/ 31 w 704"/>
                  <a:gd name="T35" fmla="*/ 255 h 706"/>
                  <a:gd name="T36" fmla="*/ 501 w 704"/>
                  <a:gd name="T37" fmla="*/ 255 h 706"/>
                  <a:gd name="T38" fmla="*/ 407 w 704"/>
                  <a:gd name="T39" fmla="*/ 349 h 706"/>
                  <a:gd name="T40" fmla="*/ 428 w 704"/>
                  <a:gd name="T41" fmla="*/ 370 h 706"/>
                  <a:gd name="T42" fmla="*/ 559 w 704"/>
                  <a:gd name="T43" fmla="*/ 239 h 706"/>
                  <a:gd name="T44" fmla="*/ 428 w 704"/>
                  <a:gd name="T45" fmla="*/ 109 h 706"/>
                  <a:gd name="T46" fmla="*/ 407 w 704"/>
                  <a:gd name="T47" fmla="*/ 130 h 706"/>
                  <a:gd name="T48" fmla="*/ 501 w 704"/>
                  <a:gd name="T49" fmla="*/ 224 h 706"/>
                  <a:gd name="T50" fmla="*/ 31 w 704"/>
                  <a:gd name="T51" fmla="*/ 224 h 706"/>
                  <a:gd name="T52" fmla="*/ 31 w 704"/>
                  <a:gd name="T53" fmla="*/ 31 h 706"/>
                  <a:gd name="T54" fmla="*/ 675 w 704"/>
                  <a:gd name="T55" fmla="*/ 31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04" h="706">
                    <a:moveTo>
                      <a:pt x="0" y="706"/>
                    </a:moveTo>
                    <a:lnTo>
                      <a:pt x="704" y="706"/>
                    </a:lnTo>
                    <a:lnTo>
                      <a:pt x="704" y="0"/>
                    </a:lnTo>
                    <a:lnTo>
                      <a:pt x="0" y="0"/>
                    </a:lnTo>
                    <a:lnTo>
                      <a:pt x="0" y="706"/>
                    </a:lnTo>
                    <a:close/>
                    <a:moveTo>
                      <a:pt x="675" y="31"/>
                    </a:moveTo>
                    <a:lnTo>
                      <a:pt x="675" y="452"/>
                    </a:lnTo>
                    <a:lnTo>
                      <a:pt x="204" y="452"/>
                    </a:lnTo>
                    <a:lnTo>
                      <a:pt x="298" y="358"/>
                    </a:lnTo>
                    <a:lnTo>
                      <a:pt x="276" y="337"/>
                    </a:lnTo>
                    <a:lnTo>
                      <a:pt x="147" y="467"/>
                    </a:lnTo>
                    <a:lnTo>
                      <a:pt x="276" y="598"/>
                    </a:lnTo>
                    <a:lnTo>
                      <a:pt x="298" y="576"/>
                    </a:lnTo>
                    <a:lnTo>
                      <a:pt x="204" y="483"/>
                    </a:lnTo>
                    <a:lnTo>
                      <a:pt x="675" y="483"/>
                    </a:lnTo>
                    <a:lnTo>
                      <a:pt x="675" y="676"/>
                    </a:lnTo>
                    <a:lnTo>
                      <a:pt x="31" y="676"/>
                    </a:lnTo>
                    <a:lnTo>
                      <a:pt x="31" y="255"/>
                    </a:lnTo>
                    <a:lnTo>
                      <a:pt x="501" y="255"/>
                    </a:lnTo>
                    <a:lnTo>
                      <a:pt x="407" y="349"/>
                    </a:lnTo>
                    <a:lnTo>
                      <a:pt x="428" y="370"/>
                    </a:lnTo>
                    <a:lnTo>
                      <a:pt x="559" y="239"/>
                    </a:lnTo>
                    <a:lnTo>
                      <a:pt x="428" y="109"/>
                    </a:lnTo>
                    <a:lnTo>
                      <a:pt x="407" y="130"/>
                    </a:lnTo>
                    <a:lnTo>
                      <a:pt x="501" y="224"/>
                    </a:lnTo>
                    <a:lnTo>
                      <a:pt x="31" y="224"/>
                    </a:lnTo>
                    <a:lnTo>
                      <a:pt x="31" y="31"/>
                    </a:lnTo>
                    <a:lnTo>
                      <a:pt x="675" y="31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>
                  <a:solidFill>
                    <a:schemeClr val="accent1"/>
                  </a:solidFill>
                  <a:latin typeface="Georgia" panose="02040502050405020303" pitchFamily="18" charset="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9D189AF6-224C-7C91-2293-90EBE7721A32}"/>
                </a:ext>
              </a:extLst>
            </p:cNvPr>
            <p:cNvGrpSpPr/>
            <p:nvPr/>
          </p:nvGrpSpPr>
          <p:grpSpPr>
            <a:xfrm>
              <a:off x="7644620" y="1715382"/>
              <a:ext cx="2010676" cy="720000"/>
              <a:chOff x="5647492" y="2501063"/>
              <a:chExt cx="2010676" cy="720000"/>
            </a:xfrm>
          </p:grpSpPr>
          <p:grpSp>
            <p:nvGrpSpPr>
              <p:cNvPr id="18" name="群組 17">
                <a:extLst>
                  <a:ext uri="{FF2B5EF4-FFF2-40B4-BE49-F238E27FC236}">
                    <a16:creationId xmlns:a16="http://schemas.microsoft.com/office/drawing/2014/main" id="{0D9E0FE5-1F18-5392-6B59-2FCC230AFAE4}"/>
                  </a:ext>
                </a:extLst>
              </p:cNvPr>
              <p:cNvGrpSpPr/>
              <p:nvPr/>
            </p:nvGrpSpPr>
            <p:grpSpPr>
              <a:xfrm>
                <a:off x="5647492" y="2501063"/>
                <a:ext cx="2010676" cy="720000"/>
                <a:chOff x="3477403" y="2621279"/>
                <a:chExt cx="2010676" cy="720000"/>
              </a:xfrm>
            </p:grpSpPr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0690B151-5F7F-4683-FCD6-0A30323084D0}"/>
                    </a:ext>
                  </a:extLst>
                </p:cNvPr>
                <p:cNvSpPr/>
                <p:nvPr/>
              </p:nvSpPr>
              <p:spPr>
                <a:xfrm>
                  <a:off x="3477403" y="2621279"/>
                  <a:ext cx="2010676" cy="720000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latin typeface="Georgia" panose="02040502050405020303" pitchFamily="18" charset="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7A200E7A-BCB5-7FFE-6E1D-BF521193FB74}"/>
                    </a:ext>
                  </a:extLst>
                </p:cNvPr>
                <p:cNvSpPr txBox="1"/>
                <p:nvPr/>
              </p:nvSpPr>
              <p:spPr>
                <a:xfrm>
                  <a:off x="4033371" y="2719669"/>
                  <a:ext cx="145470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buSzPts val="900"/>
                  </a:pPr>
                  <a:r>
                    <a:rPr lang="zh-TW" altLang="en-US" sz="1400">
                      <a:latin typeface="Georgia" panose="02040502050405020303" pitchFamily="18" charset="0"/>
                      <a:ea typeface="微軟正黑體" panose="020B0604030504040204" pitchFamily="34" charset="-120"/>
                    </a:rPr>
                    <a:t>3 定義控制、</a:t>
                  </a:r>
                </a:p>
                <a:p>
                  <a:pPr>
                    <a:buSzPts val="900"/>
                  </a:pPr>
                  <a:r>
                    <a:rPr lang="zh-TW" altLang="en-US" sz="1400">
                      <a:latin typeface="Georgia" panose="02040502050405020303" pitchFamily="18" charset="0"/>
                      <a:ea typeface="微軟正黑體" panose="020B0604030504040204" pitchFamily="34" charset="-120"/>
                    </a:rPr>
                    <a:t>授權與覆核</a:t>
                  </a:r>
                </a:p>
              </p:txBody>
            </p:sp>
          </p:grpSp>
          <p:sp>
            <p:nvSpPr>
              <p:cNvPr id="22" name="Freeform 100">
                <a:extLst>
                  <a:ext uri="{FF2B5EF4-FFF2-40B4-BE49-F238E27FC236}">
                    <a16:creationId xmlns:a16="http://schemas.microsoft.com/office/drawing/2014/main" id="{6050EC88-C89A-70EB-84EF-D3DC9AC8EDB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5768658" y="2663063"/>
                <a:ext cx="394878" cy="396000"/>
              </a:xfrm>
              <a:custGeom>
                <a:avLst/>
                <a:gdLst>
                  <a:gd name="T0" fmla="*/ 0 w 576"/>
                  <a:gd name="T1" fmla="*/ 0 h 576"/>
                  <a:gd name="T2" fmla="*/ 0 w 576"/>
                  <a:gd name="T3" fmla="*/ 576 h 576"/>
                  <a:gd name="T4" fmla="*/ 576 w 576"/>
                  <a:gd name="T5" fmla="*/ 576 h 576"/>
                  <a:gd name="T6" fmla="*/ 576 w 576"/>
                  <a:gd name="T7" fmla="*/ 0 h 576"/>
                  <a:gd name="T8" fmla="*/ 0 w 576"/>
                  <a:gd name="T9" fmla="*/ 0 h 576"/>
                  <a:gd name="T10" fmla="*/ 551 w 576"/>
                  <a:gd name="T11" fmla="*/ 551 h 576"/>
                  <a:gd name="T12" fmla="*/ 25 w 576"/>
                  <a:gd name="T13" fmla="*/ 551 h 576"/>
                  <a:gd name="T14" fmla="*/ 25 w 576"/>
                  <a:gd name="T15" fmla="*/ 25 h 576"/>
                  <a:gd name="T16" fmla="*/ 551 w 576"/>
                  <a:gd name="T17" fmla="*/ 25 h 576"/>
                  <a:gd name="T18" fmla="*/ 551 w 576"/>
                  <a:gd name="T19" fmla="*/ 551 h 576"/>
                  <a:gd name="T20" fmla="*/ 436 w 576"/>
                  <a:gd name="T21" fmla="*/ 408 h 576"/>
                  <a:gd name="T22" fmla="*/ 436 w 576"/>
                  <a:gd name="T23" fmla="*/ 408 h 576"/>
                  <a:gd name="T24" fmla="*/ 416 w 576"/>
                  <a:gd name="T25" fmla="*/ 413 h 576"/>
                  <a:gd name="T26" fmla="*/ 399 w 576"/>
                  <a:gd name="T27" fmla="*/ 347 h 576"/>
                  <a:gd name="T28" fmla="*/ 422 w 576"/>
                  <a:gd name="T29" fmla="*/ 340 h 576"/>
                  <a:gd name="T30" fmla="*/ 431 w 576"/>
                  <a:gd name="T31" fmla="*/ 373 h 576"/>
                  <a:gd name="T32" fmla="*/ 454 w 576"/>
                  <a:gd name="T33" fmla="*/ 288 h 576"/>
                  <a:gd name="T34" fmla="*/ 353 w 576"/>
                  <a:gd name="T35" fmla="*/ 135 h 576"/>
                  <a:gd name="T36" fmla="*/ 360 w 576"/>
                  <a:gd name="T37" fmla="*/ 111 h 576"/>
                  <a:gd name="T38" fmla="*/ 479 w 576"/>
                  <a:gd name="T39" fmla="*/ 288 h 576"/>
                  <a:gd name="T40" fmla="*/ 457 w 576"/>
                  <a:gd name="T41" fmla="*/ 377 h 576"/>
                  <a:gd name="T42" fmla="*/ 477 w 576"/>
                  <a:gd name="T43" fmla="*/ 372 h 576"/>
                  <a:gd name="T44" fmla="*/ 483 w 576"/>
                  <a:gd name="T45" fmla="*/ 395 h 576"/>
                  <a:gd name="T46" fmla="*/ 437 w 576"/>
                  <a:gd name="T47" fmla="*/ 408 h 576"/>
                  <a:gd name="T48" fmla="*/ 436 w 576"/>
                  <a:gd name="T49" fmla="*/ 408 h 576"/>
                  <a:gd name="T50" fmla="*/ 98 w 576"/>
                  <a:gd name="T51" fmla="*/ 309 h 576"/>
                  <a:gd name="T52" fmla="*/ 97 w 576"/>
                  <a:gd name="T53" fmla="*/ 288 h 576"/>
                  <a:gd name="T54" fmla="*/ 278 w 576"/>
                  <a:gd name="T55" fmla="*/ 97 h 576"/>
                  <a:gd name="T56" fmla="*/ 261 w 576"/>
                  <a:gd name="T57" fmla="*/ 79 h 576"/>
                  <a:gd name="T58" fmla="*/ 278 w 576"/>
                  <a:gd name="T59" fmla="*/ 62 h 576"/>
                  <a:gd name="T60" fmla="*/ 327 w 576"/>
                  <a:gd name="T61" fmla="*/ 111 h 576"/>
                  <a:gd name="T62" fmla="*/ 278 w 576"/>
                  <a:gd name="T63" fmla="*/ 160 h 576"/>
                  <a:gd name="T64" fmla="*/ 261 w 576"/>
                  <a:gd name="T65" fmla="*/ 142 h 576"/>
                  <a:gd name="T66" fmla="*/ 281 w 576"/>
                  <a:gd name="T67" fmla="*/ 122 h 576"/>
                  <a:gd name="T68" fmla="*/ 122 w 576"/>
                  <a:gd name="T69" fmla="*/ 288 h 576"/>
                  <a:gd name="T70" fmla="*/ 122 w 576"/>
                  <a:gd name="T71" fmla="*/ 304 h 576"/>
                  <a:gd name="T72" fmla="*/ 98 w 576"/>
                  <a:gd name="T73" fmla="*/ 309 h 576"/>
                  <a:gd name="T74" fmla="*/ 383 w 576"/>
                  <a:gd name="T75" fmla="*/ 425 h 576"/>
                  <a:gd name="T76" fmla="*/ 400 w 576"/>
                  <a:gd name="T77" fmla="*/ 443 h 576"/>
                  <a:gd name="T78" fmla="*/ 288 w 576"/>
                  <a:gd name="T79" fmla="*/ 479 h 576"/>
                  <a:gd name="T80" fmla="*/ 123 w 576"/>
                  <a:gd name="T81" fmla="*/ 384 h 576"/>
                  <a:gd name="T82" fmla="*/ 116 w 576"/>
                  <a:gd name="T83" fmla="*/ 413 h 576"/>
                  <a:gd name="T84" fmla="*/ 92 w 576"/>
                  <a:gd name="T85" fmla="*/ 406 h 576"/>
                  <a:gd name="T86" fmla="*/ 110 w 576"/>
                  <a:gd name="T87" fmla="*/ 340 h 576"/>
                  <a:gd name="T88" fmla="*/ 176 w 576"/>
                  <a:gd name="T89" fmla="*/ 357 h 576"/>
                  <a:gd name="T90" fmla="*/ 170 w 576"/>
                  <a:gd name="T91" fmla="*/ 381 h 576"/>
                  <a:gd name="T92" fmla="*/ 146 w 576"/>
                  <a:gd name="T93" fmla="*/ 375 h 576"/>
                  <a:gd name="T94" fmla="*/ 288 w 576"/>
                  <a:gd name="T95" fmla="*/ 454 h 576"/>
                  <a:gd name="T96" fmla="*/ 383 w 576"/>
                  <a:gd name="T97" fmla="*/ 425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576" h="576">
                    <a:moveTo>
                      <a:pt x="0" y="0"/>
                    </a:moveTo>
                    <a:cubicBezTo>
                      <a:pt x="0" y="576"/>
                      <a:pt x="0" y="576"/>
                      <a:pt x="0" y="576"/>
                    </a:cubicBezTo>
                    <a:cubicBezTo>
                      <a:pt x="576" y="576"/>
                      <a:pt x="576" y="576"/>
                      <a:pt x="576" y="576"/>
                    </a:cubicBezTo>
                    <a:cubicBezTo>
                      <a:pt x="576" y="0"/>
                      <a:pt x="576" y="0"/>
                      <a:pt x="576" y="0"/>
                    </a:cubicBezTo>
                    <a:lnTo>
                      <a:pt x="0" y="0"/>
                    </a:lnTo>
                    <a:close/>
                    <a:moveTo>
                      <a:pt x="551" y="551"/>
                    </a:moveTo>
                    <a:cubicBezTo>
                      <a:pt x="25" y="551"/>
                      <a:pt x="25" y="551"/>
                      <a:pt x="25" y="551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551" y="25"/>
                      <a:pt x="551" y="25"/>
                      <a:pt x="551" y="25"/>
                    </a:cubicBezTo>
                    <a:lnTo>
                      <a:pt x="551" y="551"/>
                    </a:lnTo>
                    <a:close/>
                    <a:moveTo>
                      <a:pt x="436" y="408"/>
                    </a:moveTo>
                    <a:cubicBezTo>
                      <a:pt x="436" y="408"/>
                      <a:pt x="436" y="408"/>
                      <a:pt x="436" y="408"/>
                    </a:cubicBezTo>
                    <a:cubicBezTo>
                      <a:pt x="416" y="413"/>
                      <a:pt x="416" y="413"/>
                      <a:pt x="416" y="413"/>
                    </a:cubicBezTo>
                    <a:cubicBezTo>
                      <a:pt x="399" y="347"/>
                      <a:pt x="399" y="347"/>
                      <a:pt x="399" y="347"/>
                    </a:cubicBezTo>
                    <a:cubicBezTo>
                      <a:pt x="422" y="340"/>
                      <a:pt x="422" y="340"/>
                      <a:pt x="422" y="340"/>
                    </a:cubicBezTo>
                    <a:cubicBezTo>
                      <a:pt x="431" y="373"/>
                      <a:pt x="431" y="373"/>
                      <a:pt x="431" y="373"/>
                    </a:cubicBezTo>
                    <a:cubicBezTo>
                      <a:pt x="446" y="348"/>
                      <a:pt x="454" y="319"/>
                      <a:pt x="454" y="288"/>
                    </a:cubicBezTo>
                    <a:cubicBezTo>
                      <a:pt x="454" y="219"/>
                      <a:pt x="413" y="160"/>
                      <a:pt x="353" y="135"/>
                    </a:cubicBezTo>
                    <a:cubicBezTo>
                      <a:pt x="360" y="111"/>
                      <a:pt x="360" y="111"/>
                      <a:pt x="360" y="111"/>
                    </a:cubicBezTo>
                    <a:cubicBezTo>
                      <a:pt x="430" y="140"/>
                      <a:pt x="479" y="208"/>
                      <a:pt x="479" y="288"/>
                    </a:cubicBezTo>
                    <a:cubicBezTo>
                      <a:pt x="479" y="320"/>
                      <a:pt x="471" y="350"/>
                      <a:pt x="457" y="377"/>
                    </a:cubicBezTo>
                    <a:cubicBezTo>
                      <a:pt x="477" y="372"/>
                      <a:pt x="477" y="372"/>
                      <a:pt x="477" y="372"/>
                    </a:cubicBezTo>
                    <a:cubicBezTo>
                      <a:pt x="483" y="395"/>
                      <a:pt x="483" y="395"/>
                      <a:pt x="483" y="395"/>
                    </a:cubicBezTo>
                    <a:cubicBezTo>
                      <a:pt x="437" y="408"/>
                      <a:pt x="437" y="408"/>
                      <a:pt x="437" y="408"/>
                    </a:cubicBezTo>
                    <a:cubicBezTo>
                      <a:pt x="437" y="408"/>
                      <a:pt x="436" y="408"/>
                      <a:pt x="436" y="408"/>
                    </a:cubicBezTo>
                    <a:close/>
                    <a:moveTo>
                      <a:pt x="98" y="309"/>
                    </a:moveTo>
                    <a:cubicBezTo>
                      <a:pt x="97" y="302"/>
                      <a:pt x="97" y="295"/>
                      <a:pt x="97" y="288"/>
                    </a:cubicBezTo>
                    <a:cubicBezTo>
                      <a:pt x="97" y="186"/>
                      <a:pt x="178" y="102"/>
                      <a:pt x="278" y="97"/>
                    </a:cubicBezTo>
                    <a:cubicBezTo>
                      <a:pt x="261" y="79"/>
                      <a:pt x="261" y="79"/>
                      <a:pt x="261" y="79"/>
                    </a:cubicBezTo>
                    <a:cubicBezTo>
                      <a:pt x="278" y="62"/>
                      <a:pt x="278" y="62"/>
                      <a:pt x="278" y="62"/>
                    </a:cubicBezTo>
                    <a:cubicBezTo>
                      <a:pt x="327" y="111"/>
                      <a:pt x="327" y="111"/>
                      <a:pt x="327" y="111"/>
                    </a:cubicBezTo>
                    <a:cubicBezTo>
                      <a:pt x="278" y="160"/>
                      <a:pt x="278" y="160"/>
                      <a:pt x="278" y="160"/>
                    </a:cubicBezTo>
                    <a:cubicBezTo>
                      <a:pt x="261" y="142"/>
                      <a:pt x="261" y="142"/>
                      <a:pt x="261" y="142"/>
                    </a:cubicBezTo>
                    <a:cubicBezTo>
                      <a:pt x="281" y="122"/>
                      <a:pt x="281" y="122"/>
                      <a:pt x="281" y="122"/>
                    </a:cubicBezTo>
                    <a:cubicBezTo>
                      <a:pt x="192" y="125"/>
                      <a:pt x="122" y="199"/>
                      <a:pt x="122" y="288"/>
                    </a:cubicBezTo>
                    <a:cubicBezTo>
                      <a:pt x="122" y="293"/>
                      <a:pt x="122" y="298"/>
                      <a:pt x="122" y="304"/>
                    </a:cubicBezTo>
                    <a:lnTo>
                      <a:pt x="98" y="309"/>
                    </a:lnTo>
                    <a:close/>
                    <a:moveTo>
                      <a:pt x="383" y="425"/>
                    </a:moveTo>
                    <a:cubicBezTo>
                      <a:pt x="400" y="443"/>
                      <a:pt x="400" y="443"/>
                      <a:pt x="400" y="443"/>
                    </a:cubicBezTo>
                    <a:cubicBezTo>
                      <a:pt x="368" y="465"/>
                      <a:pt x="330" y="479"/>
                      <a:pt x="288" y="479"/>
                    </a:cubicBezTo>
                    <a:cubicBezTo>
                      <a:pt x="218" y="479"/>
                      <a:pt x="156" y="441"/>
                      <a:pt x="123" y="384"/>
                    </a:cubicBezTo>
                    <a:cubicBezTo>
                      <a:pt x="116" y="413"/>
                      <a:pt x="116" y="413"/>
                      <a:pt x="116" y="413"/>
                    </a:cubicBezTo>
                    <a:cubicBezTo>
                      <a:pt x="92" y="406"/>
                      <a:pt x="92" y="406"/>
                      <a:pt x="92" y="406"/>
                    </a:cubicBezTo>
                    <a:cubicBezTo>
                      <a:pt x="110" y="340"/>
                      <a:pt x="110" y="340"/>
                      <a:pt x="110" y="340"/>
                    </a:cubicBezTo>
                    <a:cubicBezTo>
                      <a:pt x="176" y="357"/>
                      <a:pt x="176" y="357"/>
                      <a:pt x="176" y="357"/>
                    </a:cubicBezTo>
                    <a:cubicBezTo>
                      <a:pt x="170" y="381"/>
                      <a:pt x="170" y="381"/>
                      <a:pt x="170" y="381"/>
                    </a:cubicBezTo>
                    <a:cubicBezTo>
                      <a:pt x="146" y="375"/>
                      <a:pt x="146" y="375"/>
                      <a:pt x="146" y="375"/>
                    </a:cubicBezTo>
                    <a:cubicBezTo>
                      <a:pt x="175" y="422"/>
                      <a:pt x="228" y="454"/>
                      <a:pt x="288" y="454"/>
                    </a:cubicBezTo>
                    <a:cubicBezTo>
                      <a:pt x="323" y="454"/>
                      <a:pt x="356" y="443"/>
                      <a:pt x="383" y="425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b="1">
                  <a:latin typeface="Georgia" panose="02040502050405020303" pitchFamily="18" charset="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44" name="群組 43">
              <a:extLst>
                <a:ext uri="{FF2B5EF4-FFF2-40B4-BE49-F238E27FC236}">
                  <a16:creationId xmlns:a16="http://schemas.microsoft.com/office/drawing/2014/main" id="{35C5CC09-8627-89D5-397D-F40E615550BB}"/>
                </a:ext>
              </a:extLst>
            </p:cNvPr>
            <p:cNvGrpSpPr/>
            <p:nvPr/>
          </p:nvGrpSpPr>
          <p:grpSpPr>
            <a:xfrm>
              <a:off x="9728604" y="1715382"/>
              <a:ext cx="2010676" cy="720000"/>
              <a:chOff x="7775385" y="2508268"/>
              <a:chExt cx="2010676" cy="720000"/>
            </a:xfrm>
          </p:grpSpPr>
          <p:grpSp>
            <p:nvGrpSpPr>
              <p:cNvPr id="25" name="群組 24">
                <a:extLst>
                  <a:ext uri="{FF2B5EF4-FFF2-40B4-BE49-F238E27FC236}">
                    <a16:creationId xmlns:a16="http://schemas.microsoft.com/office/drawing/2014/main" id="{0B7F0DAE-A1B4-89D1-848C-63B87EB412F7}"/>
                  </a:ext>
                </a:extLst>
              </p:cNvPr>
              <p:cNvGrpSpPr/>
              <p:nvPr/>
            </p:nvGrpSpPr>
            <p:grpSpPr>
              <a:xfrm>
                <a:off x="7775385" y="2508268"/>
                <a:ext cx="2010676" cy="720000"/>
                <a:chOff x="3477403" y="2621279"/>
                <a:chExt cx="2010676" cy="720000"/>
              </a:xfrm>
            </p:grpSpPr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7B26C578-F41F-11E5-9C92-E0E8B60951A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477403" y="2621279"/>
                  <a:ext cx="2010676" cy="720000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latin typeface="Georgia" panose="02040502050405020303" pitchFamily="18" charset="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EA9D5A66-6697-604D-D09E-F2BDF0E12C5A}"/>
                    </a:ext>
                  </a:extLst>
                </p:cNvPr>
                <p:cNvSpPr txBox="1"/>
                <p:nvPr/>
              </p:nvSpPr>
              <p:spPr>
                <a:xfrm>
                  <a:off x="4033371" y="2719669"/>
                  <a:ext cx="145470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buSzPts val="900"/>
                  </a:pPr>
                  <a:r>
                    <a:rPr lang="zh-TW" altLang="en-US" sz="1400">
                      <a:latin typeface="Georgia" panose="02040502050405020303" pitchFamily="18" charset="0"/>
                      <a:ea typeface="微軟正黑體" panose="020B0604030504040204" pitchFamily="34" charset="-120"/>
                    </a:rPr>
                    <a:t>4 先代理化</a:t>
                  </a:r>
                </a:p>
                <a:p>
                  <a:pPr>
                    <a:buSzPts val="900"/>
                  </a:pPr>
                  <a:r>
                    <a:rPr lang="zh-TW" altLang="en-US" sz="1400">
                      <a:latin typeface="Georgia" panose="02040502050405020303" pitchFamily="18" charset="0"/>
                      <a:ea typeface="微軟正黑體" panose="020B0604030504040204" pitchFamily="34" charset="-120"/>
                    </a:rPr>
                    <a:t>1–2 個流程</a:t>
                  </a:r>
                </a:p>
              </p:txBody>
            </p:sp>
          </p:grpSp>
          <p:grpSp>
            <p:nvGrpSpPr>
              <p:cNvPr id="29" name="Graphic 126">
                <a:extLst>
                  <a:ext uri="{FF2B5EF4-FFF2-40B4-BE49-F238E27FC236}">
                    <a16:creationId xmlns:a16="http://schemas.microsoft.com/office/drawing/2014/main" id="{2578032F-D4D2-675E-921C-E10263C39628}"/>
                  </a:ext>
                </a:extLst>
              </p:cNvPr>
              <p:cNvGrpSpPr/>
              <p:nvPr/>
            </p:nvGrpSpPr>
            <p:grpSpPr>
              <a:xfrm>
                <a:off x="7896733" y="2670260"/>
                <a:ext cx="396032" cy="395999"/>
                <a:chOff x="7468136" y="5322517"/>
                <a:chExt cx="457199" cy="457200"/>
              </a:xfrm>
              <a:solidFill>
                <a:schemeClr val="bg1"/>
              </a:solidFill>
            </p:grpSpPr>
            <p:sp>
              <p:nvSpPr>
                <p:cNvPr id="30" name="Freeform 118">
                  <a:extLst>
                    <a:ext uri="{FF2B5EF4-FFF2-40B4-BE49-F238E27FC236}">
                      <a16:creationId xmlns:a16="http://schemas.microsoft.com/office/drawing/2014/main" id="{CB466676-575A-8E9E-4F8D-176A08C8685F}"/>
                    </a:ext>
                  </a:extLst>
                </p:cNvPr>
                <p:cNvSpPr/>
                <p:nvPr/>
              </p:nvSpPr>
              <p:spPr>
                <a:xfrm>
                  <a:off x="7657652" y="5511207"/>
                  <a:ext cx="2063" cy="98043"/>
                </a:xfrm>
                <a:custGeom>
                  <a:avLst/>
                  <a:gdLst>
                    <a:gd name="connsiteX0" fmla="*/ 2064 w 2063"/>
                    <a:gd name="connsiteY0" fmla="*/ 0 h 98043"/>
                    <a:gd name="connsiteX1" fmla="*/ 0 w 2063"/>
                    <a:gd name="connsiteY1" fmla="*/ 413 h 98043"/>
                    <a:gd name="connsiteX2" fmla="*/ 0 w 2063"/>
                    <a:gd name="connsiteY2" fmla="*/ 98044 h 98043"/>
                    <a:gd name="connsiteX3" fmla="*/ 0 w 2063"/>
                    <a:gd name="connsiteY3" fmla="*/ 98044 h 98043"/>
                    <a:gd name="connsiteX4" fmla="*/ 0 w 2063"/>
                    <a:gd name="connsiteY4" fmla="*/ 413 h 98043"/>
                    <a:gd name="connsiteX5" fmla="*/ 2064 w 2063"/>
                    <a:gd name="connsiteY5" fmla="*/ 0 h 98043"/>
                    <a:gd name="connsiteX6" fmla="*/ 2064 w 2063"/>
                    <a:gd name="connsiteY6" fmla="*/ 0 h 98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063" h="98043">
                      <a:moveTo>
                        <a:pt x="2064" y="0"/>
                      </a:moveTo>
                      <a:lnTo>
                        <a:pt x="0" y="413"/>
                      </a:lnTo>
                      <a:lnTo>
                        <a:pt x="0" y="98044"/>
                      </a:lnTo>
                      <a:lnTo>
                        <a:pt x="0" y="98044"/>
                      </a:lnTo>
                      <a:lnTo>
                        <a:pt x="0" y="413"/>
                      </a:lnTo>
                      <a:lnTo>
                        <a:pt x="2064" y="0"/>
                      </a:lnTo>
                      <a:lnTo>
                        <a:pt x="2064" y="0"/>
                      </a:lnTo>
                      <a:close/>
                    </a:path>
                  </a:pathLst>
                </a:custGeom>
                <a:grpFill/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sz="700" b="1">
                    <a:solidFill>
                      <a:schemeClr val="accent1"/>
                    </a:solidFill>
                    <a:latin typeface="Georgia" panose="02040502050405020303" pitchFamily="18" charset="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31" name="Freeform 119">
                  <a:extLst>
                    <a:ext uri="{FF2B5EF4-FFF2-40B4-BE49-F238E27FC236}">
                      <a16:creationId xmlns:a16="http://schemas.microsoft.com/office/drawing/2014/main" id="{7C27D635-4401-E4B2-CB94-858DEA630F1A}"/>
                    </a:ext>
                  </a:extLst>
                </p:cNvPr>
                <p:cNvSpPr/>
                <p:nvPr/>
              </p:nvSpPr>
              <p:spPr>
                <a:xfrm>
                  <a:off x="7582563" y="5510942"/>
                  <a:ext cx="12096" cy="154474"/>
                </a:xfrm>
                <a:custGeom>
                  <a:avLst/>
                  <a:gdLst>
                    <a:gd name="connsiteX0" fmla="*/ 0 w 12096"/>
                    <a:gd name="connsiteY0" fmla="*/ 11060 h 154474"/>
                    <a:gd name="connsiteX1" fmla="*/ 0 w 12096"/>
                    <a:gd name="connsiteY1" fmla="*/ 154474 h 154474"/>
                    <a:gd name="connsiteX2" fmla="*/ 0 w 12096"/>
                    <a:gd name="connsiteY2" fmla="*/ 154474 h 154474"/>
                    <a:gd name="connsiteX3" fmla="*/ 0 w 12096"/>
                    <a:gd name="connsiteY3" fmla="*/ 11060 h 154474"/>
                    <a:gd name="connsiteX4" fmla="*/ 12097 w 12096"/>
                    <a:gd name="connsiteY4" fmla="*/ 11 h 154474"/>
                    <a:gd name="connsiteX5" fmla="*/ 12097 w 12096"/>
                    <a:gd name="connsiteY5" fmla="*/ 11 h 154474"/>
                    <a:gd name="connsiteX6" fmla="*/ 0 w 12096"/>
                    <a:gd name="connsiteY6" fmla="*/ 11060 h 1544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096" h="154474">
                      <a:moveTo>
                        <a:pt x="0" y="11060"/>
                      </a:moveTo>
                      <a:lnTo>
                        <a:pt x="0" y="154474"/>
                      </a:lnTo>
                      <a:lnTo>
                        <a:pt x="0" y="154474"/>
                      </a:lnTo>
                      <a:lnTo>
                        <a:pt x="0" y="11060"/>
                      </a:lnTo>
                      <a:cubicBezTo>
                        <a:pt x="309" y="4677"/>
                        <a:pt x="5712" y="-259"/>
                        <a:pt x="12097" y="11"/>
                      </a:cubicBezTo>
                      <a:lnTo>
                        <a:pt x="12097" y="11"/>
                      </a:lnTo>
                      <a:cubicBezTo>
                        <a:pt x="5712" y="-259"/>
                        <a:pt x="309" y="4677"/>
                        <a:pt x="0" y="11060"/>
                      </a:cubicBezTo>
                      <a:close/>
                    </a:path>
                  </a:pathLst>
                </a:custGeom>
                <a:grpFill/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sz="700" b="1">
                    <a:solidFill>
                      <a:schemeClr val="accent1"/>
                    </a:solidFill>
                    <a:latin typeface="Georgia" panose="02040502050405020303" pitchFamily="18" charset="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32" name="Freeform 120">
                  <a:extLst>
                    <a:ext uri="{FF2B5EF4-FFF2-40B4-BE49-F238E27FC236}">
                      <a16:creationId xmlns:a16="http://schemas.microsoft.com/office/drawing/2014/main" id="{9B403F14-8702-6672-8573-7BBB676E7E90}"/>
                    </a:ext>
                  </a:extLst>
                </p:cNvPr>
                <p:cNvSpPr/>
                <p:nvPr/>
              </p:nvSpPr>
              <p:spPr>
                <a:xfrm>
                  <a:off x="7522887" y="5628682"/>
                  <a:ext cx="69644" cy="131667"/>
                </a:xfrm>
                <a:custGeom>
                  <a:avLst/>
                  <a:gdLst>
                    <a:gd name="connsiteX0" fmla="*/ 5986 w 69644"/>
                    <a:gd name="connsiteY0" fmla="*/ 4604 h 131667"/>
                    <a:gd name="connsiteX1" fmla="*/ 81 w 69644"/>
                    <a:gd name="connsiteY1" fmla="*/ 16034 h 131667"/>
                    <a:gd name="connsiteX2" fmla="*/ 4018 w 69644"/>
                    <a:gd name="connsiteY2" fmla="*/ 26543 h 131667"/>
                    <a:gd name="connsiteX3" fmla="*/ 69645 w 69644"/>
                    <a:gd name="connsiteY3" fmla="*/ 90043 h 131667"/>
                    <a:gd name="connsiteX4" fmla="*/ 69645 w 69644"/>
                    <a:gd name="connsiteY4" fmla="*/ 131667 h 131667"/>
                    <a:gd name="connsiteX5" fmla="*/ 69645 w 69644"/>
                    <a:gd name="connsiteY5" fmla="*/ 131667 h 131667"/>
                    <a:gd name="connsiteX6" fmla="*/ 69645 w 69644"/>
                    <a:gd name="connsiteY6" fmla="*/ 89916 h 131667"/>
                    <a:gd name="connsiteX7" fmla="*/ 4018 w 69644"/>
                    <a:gd name="connsiteY7" fmla="*/ 26416 h 131667"/>
                    <a:gd name="connsiteX8" fmla="*/ 81 w 69644"/>
                    <a:gd name="connsiteY8" fmla="*/ 15907 h 131667"/>
                    <a:gd name="connsiteX9" fmla="*/ 5986 w 69644"/>
                    <a:gd name="connsiteY9" fmla="*/ 4604 h 131667"/>
                    <a:gd name="connsiteX10" fmla="*/ 17480 w 69644"/>
                    <a:gd name="connsiteY10" fmla="*/ 0 h 131667"/>
                    <a:gd name="connsiteX11" fmla="*/ 17480 w 69644"/>
                    <a:gd name="connsiteY11" fmla="*/ 0 h 131667"/>
                    <a:gd name="connsiteX12" fmla="*/ 5986 w 69644"/>
                    <a:gd name="connsiteY12" fmla="*/ 4604 h 131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9644" h="131667">
                      <a:moveTo>
                        <a:pt x="5986" y="4604"/>
                      </a:moveTo>
                      <a:cubicBezTo>
                        <a:pt x="2679" y="7558"/>
                        <a:pt x="577" y="11627"/>
                        <a:pt x="81" y="16034"/>
                      </a:cubicBezTo>
                      <a:cubicBezTo>
                        <a:pt x="-371" y="19964"/>
                        <a:pt x="1093" y="23876"/>
                        <a:pt x="4018" y="26543"/>
                      </a:cubicBezTo>
                      <a:lnTo>
                        <a:pt x="69645" y="90043"/>
                      </a:lnTo>
                      <a:lnTo>
                        <a:pt x="69645" y="131667"/>
                      </a:lnTo>
                      <a:lnTo>
                        <a:pt x="69645" y="131667"/>
                      </a:lnTo>
                      <a:lnTo>
                        <a:pt x="69645" y="89916"/>
                      </a:lnTo>
                      <a:lnTo>
                        <a:pt x="4018" y="26416"/>
                      </a:lnTo>
                      <a:cubicBezTo>
                        <a:pt x="1093" y="23749"/>
                        <a:pt x="-371" y="19837"/>
                        <a:pt x="81" y="15907"/>
                      </a:cubicBezTo>
                      <a:cubicBezTo>
                        <a:pt x="607" y="11544"/>
                        <a:pt x="2707" y="7526"/>
                        <a:pt x="5986" y="4604"/>
                      </a:cubicBezTo>
                      <a:cubicBezTo>
                        <a:pt x="9096" y="1670"/>
                        <a:pt x="13204" y="24"/>
                        <a:pt x="17480" y="0"/>
                      </a:cubicBezTo>
                      <a:lnTo>
                        <a:pt x="17480" y="0"/>
                      </a:lnTo>
                      <a:cubicBezTo>
                        <a:pt x="13204" y="24"/>
                        <a:pt x="9096" y="1670"/>
                        <a:pt x="5986" y="4604"/>
                      </a:cubicBezTo>
                      <a:close/>
                    </a:path>
                  </a:pathLst>
                </a:custGeom>
                <a:grpFill/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sz="700" b="1">
                    <a:solidFill>
                      <a:schemeClr val="accent1"/>
                    </a:solidFill>
                    <a:latin typeface="Georgia" panose="02040502050405020303" pitchFamily="18" charset="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33" name="Freeform 121">
                  <a:extLst>
                    <a:ext uri="{FF2B5EF4-FFF2-40B4-BE49-F238E27FC236}">
                      <a16:creationId xmlns:a16="http://schemas.microsoft.com/office/drawing/2014/main" id="{EC36F0A6-15BF-5D2C-3626-57DC4BCCF313}"/>
                    </a:ext>
                  </a:extLst>
                </p:cNvPr>
                <p:cNvSpPr/>
                <p:nvPr/>
              </p:nvSpPr>
              <p:spPr>
                <a:xfrm>
                  <a:off x="7618377" y="5485648"/>
                  <a:ext cx="9969" cy="36036"/>
                </a:xfrm>
                <a:custGeom>
                  <a:avLst/>
                  <a:gdLst>
                    <a:gd name="connsiteX0" fmla="*/ 0 w 9969"/>
                    <a:gd name="connsiteY0" fmla="*/ 11049 h 36036"/>
                    <a:gd name="connsiteX1" fmla="*/ 0 w 9969"/>
                    <a:gd name="connsiteY1" fmla="*/ 36036 h 36036"/>
                    <a:gd name="connsiteX2" fmla="*/ 0 w 9969"/>
                    <a:gd name="connsiteY2" fmla="*/ 36036 h 36036"/>
                    <a:gd name="connsiteX3" fmla="*/ 0 w 9969"/>
                    <a:gd name="connsiteY3" fmla="*/ 11049 h 36036"/>
                    <a:gd name="connsiteX4" fmla="*/ 9970 w 9969"/>
                    <a:gd name="connsiteY4" fmla="*/ 0 h 36036"/>
                    <a:gd name="connsiteX5" fmla="*/ 9970 w 9969"/>
                    <a:gd name="connsiteY5" fmla="*/ 0 h 36036"/>
                    <a:gd name="connsiteX6" fmla="*/ 0 w 9969"/>
                    <a:gd name="connsiteY6" fmla="*/ 11049 h 36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969" h="36036">
                      <a:moveTo>
                        <a:pt x="0" y="11049"/>
                      </a:moveTo>
                      <a:lnTo>
                        <a:pt x="0" y="36036"/>
                      </a:lnTo>
                      <a:lnTo>
                        <a:pt x="0" y="36036"/>
                      </a:lnTo>
                      <a:lnTo>
                        <a:pt x="0" y="11049"/>
                      </a:lnTo>
                      <a:cubicBezTo>
                        <a:pt x="0" y="5969"/>
                        <a:pt x="2603" y="0"/>
                        <a:pt x="9970" y="0"/>
                      </a:cubicBezTo>
                      <a:lnTo>
                        <a:pt x="9970" y="0"/>
                      </a:lnTo>
                      <a:cubicBezTo>
                        <a:pt x="2572" y="0"/>
                        <a:pt x="0" y="5969"/>
                        <a:pt x="0" y="11049"/>
                      </a:cubicBezTo>
                      <a:close/>
                    </a:path>
                  </a:pathLst>
                </a:custGeom>
                <a:grpFill/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sz="700" b="1">
                    <a:solidFill>
                      <a:schemeClr val="accent1"/>
                    </a:solidFill>
                    <a:latin typeface="Georgia" panose="02040502050405020303" pitchFamily="18" charset="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34" name="Freeform 122">
                  <a:extLst>
                    <a:ext uri="{FF2B5EF4-FFF2-40B4-BE49-F238E27FC236}">
                      <a16:creationId xmlns:a16="http://schemas.microsoft.com/office/drawing/2014/main" id="{FF3461FC-3327-DA6A-F6A0-66BED2201390}"/>
                    </a:ext>
                  </a:extLst>
                </p:cNvPr>
                <p:cNvSpPr/>
                <p:nvPr/>
              </p:nvSpPr>
              <p:spPr>
                <a:xfrm>
                  <a:off x="7596692" y="5510985"/>
                  <a:ext cx="2031" cy="98266"/>
                </a:xfrm>
                <a:custGeom>
                  <a:avLst/>
                  <a:gdLst>
                    <a:gd name="connsiteX0" fmla="*/ 0 w 2031"/>
                    <a:gd name="connsiteY0" fmla="*/ 0 h 98266"/>
                    <a:gd name="connsiteX1" fmla="*/ 2032 w 2031"/>
                    <a:gd name="connsiteY1" fmla="*/ 0 h 98266"/>
                    <a:gd name="connsiteX2" fmla="*/ 2032 w 2031"/>
                    <a:gd name="connsiteY2" fmla="*/ 98266 h 98266"/>
                    <a:gd name="connsiteX3" fmla="*/ 2032 w 2031"/>
                    <a:gd name="connsiteY3" fmla="*/ 98266 h 98266"/>
                    <a:gd name="connsiteX4" fmla="*/ 2032 w 2031"/>
                    <a:gd name="connsiteY4" fmla="*/ 32 h 98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31" h="98266">
                      <a:moveTo>
                        <a:pt x="0" y="0"/>
                      </a:moveTo>
                      <a:lnTo>
                        <a:pt x="2032" y="0"/>
                      </a:lnTo>
                      <a:lnTo>
                        <a:pt x="2032" y="98266"/>
                      </a:lnTo>
                      <a:lnTo>
                        <a:pt x="2032" y="98266"/>
                      </a:lnTo>
                      <a:lnTo>
                        <a:pt x="2032" y="32"/>
                      </a:lnTo>
                      <a:close/>
                    </a:path>
                  </a:pathLst>
                </a:custGeom>
                <a:grpFill/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sz="700" b="1">
                    <a:solidFill>
                      <a:schemeClr val="accent1"/>
                    </a:solidFill>
                    <a:latin typeface="Georgia" panose="02040502050405020303" pitchFamily="18" charset="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35" name="Freeform 124">
                  <a:extLst>
                    <a:ext uri="{FF2B5EF4-FFF2-40B4-BE49-F238E27FC236}">
                      <a16:creationId xmlns:a16="http://schemas.microsoft.com/office/drawing/2014/main" id="{637229B7-35CE-30F9-AADF-EE221662247F}"/>
                    </a:ext>
                  </a:extLst>
                </p:cNvPr>
                <p:cNvSpPr/>
                <p:nvPr/>
              </p:nvSpPr>
              <p:spPr>
                <a:xfrm>
                  <a:off x="7540494" y="5628682"/>
                  <a:ext cx="42068" cy="36734"/>
                </a:xfrm>
                <a:custGeom>
                  <a:avLst/>
                  <a:gdLst>
                    <a:gd name="connsiteX0" fmla="*/ 0 w 42068"/>
                    <a:gd name="connsiteY0" fmla="*/ 0 h 36734"/>
                    <a:gd name="connsiteX1" fmla="*/ 0 w 42068"/>
                    <a:gd name="connsiteY1" fmla="*/ 0 h 36734"/>
                    <a:gd name="connsiteX2" fmla="*/ 11430 w 42068"/>
                    <a:gd name="connsiteY2" fmla="*/ 4540 h 36734"/>
                    <a:gd name="connsiteX3" fmla="*/ 42069 w 42068"/>
                    <a:gd name="connsiteY3" fmla="*/ 36735 h 36734"/>
                    <a:gd name="connsiteX4" fmla="*/ 42069 w 42068"/>
                    <a:gd name="connsiteY4" fmla="*/ 36735 h 36734"/>
                    <a:gd name="connsiteX5" fmla="*/ 11430 w 42068"/>
                    <a:gd name="connsiteY5" fmla="*/ 4667 h 36734"/>
                    <a:gd name="connsiteX6" fmla="*/ 0 w 42068"/>
                    <a:gd name="connsiteY6" fmla="*/ 0 h 36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2068" h="36734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4236" y="71"/>
                        <a:pt x="8300" y="1686"/>
                        <a:pt x="11430" y="4540"/>
                      </a:cubicBezTo>
                      <a:lnTo>
                        <a:pt x="42069" y="36735"/>
                      </a:lnTo>
                      <a:lnTo>
                        <a:pt x="42069" y="36735"/>
                      </a:lnTo>
                      <a:lnTo>
                        <a:pt x="11430" y="4667"/>
                      </a:lnTo>
                      <a:cubicBezTo>
                        <a:pt x="8319" y="1767"/>
                        <a:pt x="4252" y="106"/>
                        <a:pt x="0" y="0"/>
                      </a:cubicBezTo>
                      <a:close/>
                    </a:path>
                  </a:pathLst>
                </a:custGeom>
                <a:grpFill/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sz="700" b="1">
                    <a:solidFill>
                      <a:schemeClr val="accent1"/>
                    </a:solidFill>
                    <a:latin typeface="Georgia" panose="02040502050405020303" pitchFamily="18" charset="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36" name="Freeform 128">
                  <a:extLst>
                    <a:ext uri="{FF2B5EF4-FFF2-40B4-BE49-F238E27FC236}">
                      <a16:creationId xmlns:a16="http://schemas.microsoft.com/office/drawing/2014/main" id="{61B5136E-BEF4-473B-69AE-5C8E1970EA7E}"/>
                    </a:ext>
                  </a:extLst>
                </p:cNvPr>
                <p:cNvSpPr/>
                <p:nvPr/>
              </p:nvSpPr>
              <p:spPr>
                <a:xfrm>
                  <a:off x="7660668" y="5511270"/>
                  <a:ext cx="13430" cy="97980"/>
                </a:xfrm>
                <a:custGeom>
                  <a:avLst/>
                  <a:gdLst>
                    <a:gd name="connsiteX0" fmla="*/ 4890 w 13430"/>
                    <a:gd name="connsiteY0" fmla="*/ 190 h 97980"/>
                    <a:gd name="connsiteX1" fmla="*/ 4509 w 13430"/>
                    <a:gd name="connsiteY1" fmla="*/ 190 h 97980"/>
                    <a:gd name="connsiteX2" fmla="*/ 0 w 13430"/>
                    <a:gd name="connsiteY2" fmla="*/ 0 h 97980"/>
                    <a:gd name="connsiteX3" fmla="*/ 4509 w 13430"/>
                    <a:gd name="connsiteY3" fmla="*/ 190 h 97980"/>
                    <a:gd name="connsiteX4" fmla="*/ 4890 w 13430"/>
                    <a:gd name="connsiteY4" fmla="*/ 190 h 97980"/>
                    <a:gd name="connsiteX5" fmla="*/ 13430 w 13430"/>
                    <a:gd name="connsiteY5" fmla="*/ 10223 h 97980"/>
                    <a:gd name="connsiteX6" fmla="*/ 13430 w 13430"/>
                    <a:gd name="connsiteY6" fmla="*/ 97980 h 97980"/>
                    <a:gd name="connsiteX7" fmla="*/ 13430 w 13430"/>
                    <a:gd name="connsiteY7" fmla="*/ 97980 h 97980"/>
                    <a:gd name="connsiteX8" fmla="*/ 13430 w 13430"/>
                    <a:gd name="connsiteY8" fmla="*/ 10223 h 97980"/>
                    <a:gd name="connsiteX9" fmla="*/ 4890 w 13430"/>
                    <a:gd name="connsiteY9" fmla="*/ 190 h 979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430" h="97980">
                      <a:moveTo>
                        <a:pt x="4890" y="190"/>
                      </a:moveTo>
                      <a:lnTo>
                        <a:pt x="4509" y="190"/>
                      </a:lnTo>
                      <a:cubicBezTo>
                        <a:pt x="2826" y="32"/>
                        <a:pt x="1143" y="0"/>
                        <a:pt x="0" y="0"/>
                      </a:cubicBezTo>
                      <a:cubicBezTo>
                        <a:pt x="1143" y="0"/>
                        <a:pt x="2826" y="0"/>
                        <a:pt x="4509" y="190"/>
                      </a:cubicBezTo>
                      <a:lnTo>
                        <a:pt x="4890" y="190"/>
                      </a:lnTo>
                      <a:cubicBezTo>
                        <a:pt x="9620" y="1313"/>
                        <a:pt x="13077" y="5374"/>
                        <a:pt x="13430" y="10223"/>
                      </a:cubicBezTo>
                      <a:lnTo>
                        <a:pt x="13430" y="97980"/>
                      </a:lnTo>
                      <a:lnTo>
                        <a:pt x="13430" y="97980"/>
                      </a:lnTo>
                      <a:lnTo>
                        <a:pt x="13430" y="10223"/>
                      </a:lnTo>
                      <a:cubicBezTo>
                        <a:pt x="13077" y="5374"/>
                        <a:pt x="9620" y="1313"/>
                        <a:pt x="4890" y="190"/>
                      </a:cubicBezTo>
                      <a:close/>
                    </a:path>
                  </a:pathLst>
                </a:custGeom>
                <a:grpFill/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sz="700" b="1">
                    <a:solidFill>
                      <a:schemeClr val="accent1"/>
                    </a:solidFill>
                    <a:latin typeface="Georgia" panose="02040502050405020303" pitchFamily="18" charset="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37" name="Freeform 129">
                  <a:extLst>
                    <a:ext uri="{FF2B5EF4-FFF2-40B4-BE49-F238E27FC236}">
                      <a16:creationId xmlns:a16="http://schemas.microsoft.com/office/drawing/2014/main" id="{5F78BC27-15E7-2700-1C0E-24BE491B1C6C}"/>
                    </a:ext>
                  </a:extLst>
                </p:cNvPr>
                <p:cNvSpPr/>
                <p:nvPr/>
              </p:nvSpPr>
              <p:spPr>
                <a:xfrm>
                  <a:off x="7618345" y="5521684"/>
                  <a:ext cx="31" cy="3175"/>
                </a:xfrm>
                <a:custGeom>
                  <a:avLst/>
                  <a:gdLst>
                    <a:gd name="connsiteX0" fmla="*/ 0 w 31"/>
                    <a:gd name="connsiteY0" fmla="*/ 0 h 3175"/>
                    <a:gd name="connsiteX1" fmla="*/ 32 w 31"/>
                    <a:gd name="connsiteY1" fmla="*/ 0 h 3175"/>
                    <a:gd name="connsiteX2" fmla="*/ 32 w 31"/>
                    <a:gd name="connsiteY2" fmla="*/ 0 h 3175"/>
                    <a:gd name="connsiteX3" fmla="*/ 0 w 31"/>
                    <a:gd name="connsiteY3" fmla="*/ 0 h 3175"/>
                    <a:gd name="connsiteX4" fmla="*/ 0 w 31"/>
                    <a:gd name="connsiteY4" fmla="*/ 0 h 31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" h="3175">
                      <a:moveTo>
                        <a:pt x="0" y="0"/>
                      </a:moveTo>
                      <a:lnTo>
                        <a:pt x="32" y="0"/>
                      </a:lnTo>
                      <a:lnTo>
                        <a:pt x="32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sz="700" b="1">
                    <a:solidFill>
                      <a:schemeClr val="accent1"/>
                    </a:solidFill>
                    <a:latin typeface="Georgia" panose="02040502050405020303" pitchFamily="18" charset="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38" name="Freeform 130">
                  <a:extLst>
                    <a:ext uri="{FF2B5EF4-FFF2-40B4-BE49-F238E27FC236}">
                      <a16:creationId xmlns:a16="http://schemas.microsoft.com/office/drawing/2014/main" id="{D3B6A7B1-0FF7-56D0-FFCD-8785D4C874B1}"/>
                    </a:ext>
                  </a:extLst>
                </p:cNvPr>
                <p:cNvSpPr/>
                <p:nvPr/>
              </p:nvSpPr>
              <p:spPr>
                <a:xfrm>
                  <a:off x="7628346" y="5485648"/>
                  <a:ext cx="9937" cy="15906"/>
                </a:xfrm>
                <a:custGeom>
                  <a:avLst/>
                  <a:gdLst>
                    <a:gd name="connsiteX0" fmla="*/ 9938 w 9937"/>
                    <a:gd name="connsiteY0" fmla="*/ 11049 h 15906"/>
                    <a:gd name="connsiteX1" fmla="*/ 0 w 9937"/>
                    <a:gd name="connsiteY1" fmla="*/ 0 h 15906"/>
                    <a:gd name="connsiteX2" fmla="*/ 0 w 9937"/>
                    <a:gd name="connsiteY2" fmla="*/ 0 h 15906"/>
                    <a:gd name="connsiteX3" fmla="*/ 9938 w 9937"/>
                    <a:gd name="connsiteY3" fmla="*/ 11049 h 15906"/>
                    <a:gd name="connsiteX4" fmla="*/ 9938 w 9937"/>
                    <a:gd name="connsiteY4" fmla="*/ 15907 h 15906"/>
                    <a:gd name="connsiteX5" fmla="*/ 9938 w 9937"/>
                    <a:gd name="connsiteY5" fmla="*/ 15907 h 159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937" h="15906">
                      <a:moveTo>
                        <a:pt x="9938" y="11049"/>
                      </a:moveTo>
                      <a:cubicBezTo>
                        <a:pt x="9938" y="5937"/>
                        <a:pt x="7334" y="0"/>
                        <a:pt x="0" y="0"/>
                      </a:cubicBezTo>
                      <a:lnTo>
                        <a:pt x="0" y="0"/>
                      </a:lnTo>
                      <a:cubicBezTo>
                        <a:pt x="7334" y="0"/>
                        <a:pt x="9938" y="5937"/>
                        <a:pt x="9938" y="11049"/>
                      </a:cubicBezTo>
                      <a:lnTo>
                        <a:pt x="9938" y="15907"/>
                      </a:lnTo>
                      <a:lnTo>
                        <a:pt x="9938" y="15907"/>
                      </a:lnTo>
                      <a:close/>
                    </a:path>
                  </a:pathLst>
                </a:custGeom>
                <a:grpFill/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sz="700" b="1">
                    <a:solidFill>
                      <a:schemeClr val="accent1"/>
                    </a:solidFill>
                    <a:latin typeface="Georgia" panose="02040502050405020303" pitchFamily="18" charset="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39" name="Freeform 131">
                  <a:extLst>
                    <a:ext uri="{FF2B5EF4-FFF2-40B4-BE49-F238E27FC236}">
                      <a16:creationId xmlns:a16="http://schemas.microsoft.com/office/drawing/2014/main" id="{85741D8B-D0C8-8BB8-3BC7-C8875E83352E}"/>
                    </a:ext>
                  </a:extLst>
                </p:cNvPr>
                <p:cNvSpPr/>
                <p:nvPr/>
              </p:nvSpPr>
              <p:spPr>
                <a:xfrm>
                  <a:off x="7501273" y="5361128"/>
                  <a:ext cx="383845" cy="399093"/>
                </a:xfrm>
                <a:custGeom>
                  <a:avLst/>
                  <a:gdLst>
                    <a:gd name="connsiteX0" fmla="*/ 194733 w 383845"/>
                    <a:gd name="connsiteY0" fmla="*/ 178304 h 399093"/>
                    <a:gd name="connsiteX1" fmla="*/ 209274 w 383845"/>
                    <a:gd name="connsiteY1" fmla="*/ 185543 h 399093"/>
                    <a:gd name="connsiteX2" fmla="*/ 209274 w 383845"/>
                    <a:gd name="connsiteY2" fmla="*/ 334768 h 399093"/>
                    <a:gd name="connsiteX3" fmla="*/ 192478 w 383845"/>
                    <a:gd name="connsiteY3" fmla="*/ 358263 h 399093"/>
                    <a:gd name="connsiteX4" fmla="*/ 192478 w 383845"/>
                    <a:gd name="connsiteY4" fmla="*/ 398998 h 399093"/>
                    <a:gd name="connsiteX5" fmla="*/ 214164 w 383845"/>
                    <a:gd name="connsiteY5" fmla="*/ 398998 h 399093"/>
                    <a:gd name="connsiteX6" fmla="*/ 214164 w 383845"/>
                    <a:gd name="connsiteY6" fmla="*/ 364708 h 399093"/>
                    <a:gd name="connsiteX7" fmla="*/ 229086 w 383845"/>
                    <a:gd name="connsiteY7" fmla="*/ 339943 h 399093"/>
                    <a:gd name="connsiteX8" fmla="*/ 229086 w 383845"/>
                    <a:gd name="connsiteY8" fmla="*/ 309495 h 399093"/>
                    <a:gd name="connsiteX9" fmla="*/ 228864 w 383845"/>
                    <a:gd name="connsiteY9" fmla="*/ 289969 h 399093"/>
                    <a:gd name="connsiteX10" fmla="*/ 228864 w 383845"/>
                    <a:gd name="connsiteY10" fmla="*/ 185924 h 399093"/>
                    <a:gd name="connsiteX11" fmla="*/ 194161 w 383845"/>
                    <a:gd name="connsiteY11" fmla="*/ 159508 h 399093"/>
                    <a:gd name="connsiteX12" fmla="*/ 192415 w 383845"/>
                    <a:gd name="connsiteY12" fmla="*/ 159508 h 399093"/>
                    <a:gd name="connsiteX13" fmla="*/ 192193 w 383845"/>
                    <a:gd name="connsiteY13" fmla="*/ 157762 h 399093"/>
                    <a:gd name="connsiteX14" fmla="*/ 175778 w 383845"/>
                    <a:gd name="connsiteY14" fmla="*/ 134965 h 399093"/>
                    <a:gd name="connsiteX15" fmla="*/ 174571 w 383845"/>
                    <a:gd name="connsiteY15" fmla="*/ 134362 h 399093"/>
                    <a:gd name="connsiteX16" fmla="*/ 174571 w 383845"/>
                    <a:gd name="connsiteY16" fmla="*/ 81752 h 399093"/>
                    <a:gd name="connsiteX17" fmla="*/ 189081 w 383845"/>
                    <a:gd name="connsiteY17" fmla="*/ 74482 h 399093"/>
                    <a:gd name="connsiteX18" fmla="*/ 191526 w 383845"/>
                    <a:gd name="connsiteY18" fmla="*/ 74164 h 399093"/>
                    <a:gd name="connsiteX19" fmla="*/ 191526 w 383845"/>
                    <a:gd name="connsiteY19" fmla="*/ 134807 h 399093"/>
                    <a:gd name="connsiteX20" fmla="*/ 211084 w 383845"/>
                    <a:gd name="connsiteY20" fmla="*/ 134807 h 399093"/>
                    <a:gd name="connsiteX21" fmla="*/ 211084 w 383845"/>
                    <a:gd name="connsiteY21" fmla="*/ 56670 h 399093"/>
                    <a:gd name="connsiteX22" fmla="*/ 219625 w 383845"/>
                    <a:gd name="connsiteY22" fmla="*/ 46542 h 399093"/>
                    <a:gd name="connsiteX23" fmla="*/ 220006 w 383845"/>
                    <a:gd name="connsiteY23" fmla="*/ 46542 h 399093"/>
                    <a:gd name="connsiteX24" fmla="*/ 225467 w 383845"/>
                    <a:gd name="connsiteY24" fmla="*/ 46351 h 399093"/>
                    <a:gd name="connsiteX25" fmla="*/ 226038 w 383845"/>
                    <a:gd name="connsiteY25" fmla="*/ 46351 h 399093"/>
                    <a:gd name="connsiteX26" fmla="*/ 227499 w 383845"/>
                    <a:gd name="connsiteY26" fmla="*/ 46827 h 399093"/>
                    <a:gd name="connsiteX27" fmla="*/ 227499 w 383845"/>
                    <a:gd name="connsiteY27" fmla="*/ 134648 h 399093"/>
                    <a:gd name="connsiteX28" fmla="*/ 247057 w 383845"/>
                    <a:gd name="connsiteY28" fmla="*/ 134648 h 399093"/>
                    <a:gd name="connsiteX29" fmla="*/ 247057 w 383845"/>
                    <a:gd name="connsiteY29" fmla="*/ 36445 h 399093"/>
                    <a:gd name="connsiteX30" fmla="*/ 246866 w 383845"/>
                    <a:gd name="connsiteY30" fmla="*/ 34413 h 399093"/>
                    <a:gd name="connsiteX31" fmla="*/ 246866 w 383845"/>
                    <a:gd name="connsiteY31" fmla="*/ 31714 h 399093"/>
                    <a:gd name="connsiteX32" fmla="*/ 256836 w 383845"/>
                    <a:gd name="connsiteY32" fmla="*/ 20665 h 399093"/>
                    <a:gd name="connsiteX33" fmla="*/ 266774 w 383845"/>
                    <a:gd name="connsiteY33" fmla="*/ 31714 h 399093"/>
                    <a:gd name="connsiteX34" fmla="*/ 266774 w 383845"/>
                    <a:gd name="connsiteY34" fmla="*/ 134648 h 399093"/>
                    <a:gd name="connsiteX35" fmla="*/ 286331 w 383845"/>
                    <a:gd name="connsiteY35" fmla="*/ 134648 h 399093"/>
                    <a:gd name="connsiteX36" fmla="*/ 286331 w 383845"/>
                    <a:gd name="connsiteY36" fmla="*/ 45938 h 399093"/>
                    <a:gd name="connsiteX37" fmla="*/ 290459 w 383845"/>
                    <a:gd name="connsiteY37" fmla="*/ 45938 h 399093"/>
                    <a:gd name="connsiteX38" fmla="*/ 302556 w 383845"/>
                    <a:gd name="connsiteY38" fmla="*/ 56987 h 399093"/>
                    <a:gd name="connsiteX39" fmla="*/ 302556 w 383845"/>
                    <a:gd name="connsiteY39" fmla="*/ 172748 h 399093"/>
                    <a:gd name="connsiteX40" fmla="*/ 267631 w 383845"/>
                    <a:gd name="connsiteY40" fmla="*/ 172970 h 399093"/>
                    <a:gd name="connsiteX41" fmla="*/ 241596 w 383845"/>
                    <a:gd name="connsiteY41" fmla="*/ 200370 h 399093"/>
                    <a:gd name="connsiteX42" fmla="*/ 254804 w 383845"/>
                    <a:gd name="connsiteY42" fmla="*/ 214245 h 399093"/>
                    <a:gd name="connsiteX43" fmla="*/ 273854 w 383845"/>
                    <a:gd name="connsiteY43" fmla="*/ 194846 h 399093"/>
                    <a:gd name="connsiteX44" fmla="*/ 307128 w 383845"/>
                    <a:gd name="connsiteY44" fmla="*/ 194846 h 399093"/>
                    <a:gd name="connsiteX45" fmla="*/ 332972 w 383845"/>
                    <a:gd name="connsiteY45" fmla="*/ 168239 h 399093"/>
                    <a:gd name="connsiteX46" fmla="*/ 344466 w 383845"/>
                    <a:gd name="connsiteY46" fmla="*/ 163604 h 399093"/>
                    <a:gd name="connsiteX47" fmla="*/ 355991 w 383845"/>
                    <a:gd name="connsiteY47" fmla="*/ 168208 h 399093"/>
                    <a:gd name="connsiteX48" fmla="*/ 361897 w 383845"/>
                    <a:gd name="connsiteY48" fmla="*/ 179638 h 399093"/>
                    <a:gd name="connsiteX49" fmla="*/ 357960 w 383845"/>
                    <a:gd name="connsiteY49" fmla="*/ 190179 h 399093"/>
                    <a:gd name="connsiteX50" fmla="*/ 278172 w 383845"/>
                    <a:gd name="connsiteY50" fmla="*/ 268601 h 399093"/>
                    <a:gd name="connsiteX51" fmla="*/ 278172 w 383845"/>
                    <a:gd name="connsiteY51" fmla="*/ 399094 h 399093"/>
                    <a:gd name="connsiteX52" fmla="*/ 298809 w 383845"/>
                    <a:gd name="connsiteY52" fmla="*/ 399094 h 399093"/>
                    <a:gd name="connsiteX53" fmla="*/ 298809 w 383845"/>
                    <a:gd name="connsiteY53" fmla="*/ 278888 h 399093"/>
                    <a:gd name="connsiteX54" fmla="*/ 299127 w 383845"/>
                    <a:gd name="connsiteY54" fmla="*/ 278888 h 399093"/>
                    <a:gd name="connsiteX55" fmla="*/ 373390 w 383845"/>
                    <a:gd name="connsiteY55" fmla="*/ 204720 h 399093"/>
                    <a:gd name="connsiteX56" fmla="*/ 383677 w 383845"/>
                    <a:gd name="connsiteY56" fmla="*/ 177606 h 399093"/>
                    <a:gd name="connsiteX57" fmla="*/ 371263 w 383845"/>
                    <a:gd name="connsiteY57" fmla="*/ 153063 h 399093"/>
                    <a:gd name="connsiteX58" fmla="*/ 324304 w 383845"/>
                    <a:gd name="connsiteY58" fmla="*/ 148713 h 399093"/>
                    <a:gd name="connsiteX59" fmla="*/ 324304 w 383845"/>
                    <a:gd name="connsiteY59" fmla="*/ 56924 h 399093"/>
                    <a:gd name="connsiteX60" fmla="*/ 290491 w 383845"/>
                    <a:gd name="connsiteY60" fmla="*/ 25174 h 399093"/>
                    <a:gd name="connsiteX61" fmla="*/ 287951 w 383845"/>
                    <a:gd name="connsiteY61" fmla="*/ 25174 h 399093"/>
                    <a:gd name="connsiteX62" fmla="*/ 250308 w 383845"/>
                    <a:gd name="connsiteY62" fmla="*/ 696 h 399093"/>
                    <a:gd name="connsiteX63" fmla="*/ 225784 w 383845"/>
                    <a:gd name="connsiteY63" fmla="*/ 25396 h 399093"/>
                    <a:gd name="connsiteX64" fmla="*/ 216894 w 383845"/>
                    <a:gd name="connsiteY64" fmla="*/ 25777 h 399093"/>
                    <a:gd name="connsiteX65" fmla="*/ 215815 w 383845"/>
                    <a:gd name="connsiteY65" fmla="*/ 25777 h 399093"/>
                    <a:gd name="connsiteX66" fmla="*/ 189526 w 383845"/>
                    <a:gd name="connsiteY66" fmla="*/ 53463 h 399093"/>
                    <a:gd name="connsiteX67" fmla="*/ 152854 w 383845"/>
                    <a:gd name="connsiteY67" fmla="*/ 82038 h 399093"/>
                    <a:gd name="connsiteX68" fmla="*/ 152854 w 383845"/>
                    <a:gd name="connsiteY68" fmla="*/ 116487 h 399093"/>
                    <a:gd name="connsiteX69" fmla="*/ 127042 w 383845"/>
                    <a:gd name="connsiteY69" fmla="*/ 103787 h 399093"/>
                    <a:gd name="connsiteX70" fmla="*/ 95958 w 383845"/>
                    <a:gd name="connsiteY70" fmla="*/ 129187 h 399093"/>
                    <a:gd name="connsiteX71" fmla="*/ 93355 w 383845"/>
                    <a:gd name="connsiteY71" fmla="*/ 129187 h 399093"/>
                    <a:gd name="connsiteX72" fmla="*/ 59541 w 383845"/>
                    <a:gd name="connsiteY72" fmla="*/ 160937 h 399093"/>
                    <a:gd name="connsiteX73" fmla="*/ 59541 w 383845"/>
                    <a:gd name="connsiteY73" fmla="*/ 252536 h 399093"/>
                    <a:gd name="connsiteX74" fmla="*/ 12583 w 383845"/>
                    <a:gd name="connsiteY74" fmla="*/ 257235 h 399093"/>
                    <a:gd name="connsiteX75" fmla="*/ 169 w 383845"/>
                    <a:gd name="connsiteY75" fmla="*/ 281777 h 399093"/>
                    <a:gd name="connsiteX76" fmla="*/ 10456 w 383845"/>
                    <a:gd name="connsiteY76" fmla="*/ 308892 h 399093"/>
                    <a:gd name="connsiteX77" fmla="*/ 69638 w 383845"/>
                    <a:gd name="connsiteY77" fmla="*/ 366042 h 399093"/>
                    <a:gd name="connsiteX78" fmla="*/ 69638 w 383845"/>
                    <a:gd name="connsiteY78" fmla="*/ 399094 h 399093"/>
                    <a:gd name="connsiteX79" fmla="*/ 91355 w 383845"/>
                    <a:gd name="connsiteY79" fmla="*/ 399094 h 399093"/>
                    <a:gd name="connsiteX80" fmla="*/ 91355 w 383845"/>
                    <a:gd name="connsiteY80" fmla="*/ 357469 h 399093"/>
                    <a:gd name="connsiteX81" fmla="*/ 25727 w 383845"/>
                    <a:gd name="connsiteY81" fmla="*/ 293969 h 399093"/>
                    <a:gd name="connsiteX82" fmla="*/ 21790 w 383845"/>
                    <a:gd name="connsiteY82" fmla="*/ 283460 h 399093"/>
                    <a:gd name="connsiteX83" fmla="*/ 27601 w 383845"/>
                    <a:gd name="connsiteY83" fmla="*/ 272157 h 399093"/>
                    <a:gd name="connsiteX84" fmla="*/ 39094 w 383845"/>
                    <a:gd name="connsiteY84" fmla="*/ 267553 h 399093"/>
                    <a:gd name="connsiteX85" fmla="*/ 39094 w 383845"/>
                    <a:gd name="connsiteY85" fmla="*/ 267553 h 399093"/>
                    <a:gd name="connsiteX86" fmla="*/ 50524 w 383845"/>
                    <a:gd name="connsiteY86" fmla="*/ 272094 h 399093"/>
                    <a:gd name="connsiteX87" fmla="*/ 81290 w 383845"/>
                    <a:gd name="connsiteY87" fmla="*/ 304288 h 399093"/>
                    <a:gd name="connsiteX88" fmla="*/ 81290 w 383845"/>
                    <a:gd name="connsiteY88" fmla="*/ 160873 h 399093"/>
                    <a:gd name="connsiteX89" fmla="*/ 93387 w 383845"/>
                    <a:gd name="connsiteY89" fmla="*/ 149824 h 399093"/>
                    <a:gd name="connsiteX90" fmla="*/ 97451 w 383845"/>
                    <a:gd name="connsiteY90" fmla="*/ 149824 h 399093"/>
                    <a:gd name="connsiteX91" fmla="*/ 97451 w 383845"/>
                    <a:gd name="connsiteY91" fmla="*/ 248122 h 399093"/>
                    <a:gd name="connsiteX92" fmla="*/ 117009 w 383845"/>
                    <a:gd name="connsiteY92" fmla="*/ 248122 h 399093"/>
                    <a:gd name="connsiteX93" fmla="*/ 117009 w 383845"/>
                    <a:gd name="connsiteY93" fmla="*/ 160556 h 399093"/>
                    <a:gd name="connsiteX94" fmla="*/ 117009 w 383845"/>
                    <a:gd name="connsiteY94" fmla="*/ 160556 h 399093"/>
                    <a:gd name="connsiteX95" fmla="*/ 117009 w 383845"/>
                    <a:gd name="connsiteY95" fmla="*/ 135569 h 399093"/>
                    <a:gd name="connsiteX96" fmla="*/ 126978 w 383845"/>
                    <a:gd name="connsiteY96" fmla="*/ 124520 h 399093"/>
                    <a:gd name="connsiteX97" fmla="*/ 126978 w 383845"/>
                    <a:gd name="connsiteY97" fmla="*/ 124520 h 399093"/>
                    <a:gd name="connsiteX98" fmla="*/ 136916 w 383845"/>
                    <a:gd name="connsiteY98" fmla="*/ 135569 h 399093"/>
                    <a:gd name="connsiteX99" fmla="*/ 136916 w 383845"/>
                    <a:gd name="connsiteY99" fmla="*/ 140426 h 399093"/>
                    <a:gd name="connsiteX100" fmla="*/ 136821 w 383845"/>
                    <a:gd name="connsiteY100" fmla="*/ 140426 h 399093"/>
                    <a:gd name="connsiteX101" fmla="*/ 136821 w 383845"/>
                    <a:gd name="connsiteY101" fmla="*/ 248122 h 399093"/>
                    <a:gd name="connsiteX102" fmla="*/ 156379 w 383845"/>
                    <a:gd name="connsiteY102" fmla="*/ 248122 h 399093"/>
                    <a:gd name="connsiteX103" fmla="*/ 156379 w 383845"/>
                    <a:gd name="connsiteY103" fmla="*/ 150491 h 399093"/>
                    <a:gd name="connsiteX104" fmla="*/ 158442 w 383845"/>
                    <a:gd name="connsiteY104" fmla="*/ 150078 h 399093"/>
                    <a:gd name="connsiteX105" fmla="*/ 159395 w 383845"/>
                    <a:gd name="connsiteY105" fmla="*/ 150078 h 399093"/>
                    <a:gd name="connsiteX106" fmla="*/ 163903 w 383845"/>
                    <a:gd name="connsiteY106" fmla="*/ 150269 h 399093"/>
                    <a:gd name="connsiteX107" fmla="*/ 164284 w 383845"/>
                    <a:gd name="connsiteY107" fmla="*/ 150269 h 399093"/>
                    <a:gd name="connsiteX108" fmla="*/ 172825 w 383845"/>
                    <a:gd name="connsiteY108" fmla="*/ 160302 h 399093"/>
                    <a:gd name="connsiteX109" fmla="*/ 172825 w 383845"/>
                    <a:gd name="connsiteY109" fmla="*/ 248059 h 399093"/>
                    <a:gd name="connsiteX110" fmla="*/ 192383 w 383845"/>
                    <a:gd name="connsiteY110" fmla="*/ 248059 h 399093"/>
                    <a:gd name="connsiteX111" fmla="*/ 192383 w 383845"/>
                    <a:gd name="connsiteY111" fmla="*/ 177955 h 399093"/>
                    <a:gd name="connsiteX112" fmla="*/ 192383 w 383845"/>
                    <a:gd name="connsiteY112" fmla="*/ 177955 h 3990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</a:cxnLst>
                  <a:rect l="l" t="t" r="r" b="b"/>
                  <a:pathLst>
                    <a:path w="383845" h="399093">
                      <a:moveTo>
                        <a:pt x="194733" y="178304"/>
                      </a:moveTo>
                      <a:cubicBezTo>
                        <a:pt x="200257" y="179066"/>
                        <a:pt x="208639" y="182082"/>
                        <a:pt x="209274" y="185543"/>
                      </a:cubicBezTo>
                      <a:lnTo>
                        <a:pt x="209274" y="334768"/>
                      </a:lnTo>
                      <a:lnTo>
                        <a:pt x="192478" y="358263"/>
                      </a:lnTo>
                      <a:lnTo>
                        <a:pt x="192478" y="398998"/>
                      </a:lnTo>
                      <a:lnTo>
                        <a:pt x="214164" y="398998"/>
                      </a:lnTo>
                      <a:lnTo>
                        <a:pt x="214164" y="364708"/>
                      </a:lnTo>
                      <a:lnTo>
                        <a:pt x="229086" y="339943"/>
                      </a:lnTo>
                      <a:lnTo>
                        <a:pt x="229086" y="309495"/>
                      </a:lnTo>
                      <a:lnTo>
                        <a:pt x="228864" y="289969"/>
                      </a:lnTo>
                      <a:lnTo>
                        <a:pt x="228864" y="185924"/>
                      </a:lnTo>
                      <a:cubicBezTo>
                        <a:pt x="228864" y="169795"/>
                        <a:pt x="208163" y="160524"/>
                        <a:pt x="194161" y="159508"/>
                      </a:cubicBezTo>
                      <a:lnTo>
                        <a:pt x="192415" y="159508"/>
                      </a:lnTo>
                      <a:lnTo>
                        <a:pt x="192193" y="157762"/>
                      </a:lnTo>
                      <a:cubicBezTo>
                        <a:pt x="190918" y="147880"/>
                        <a:pt x="184745" y="139308"/>
                        <a:pt x="175778" y="134965"/>
                      </a:cubicBezTo>
                      <a:lnTo>
                        <a:pt x="174571" y="134362"/>
                      </a:lnTo>
                      <a:lnTo>
                        <a:pt x="174571" y="81752"/>
                      </a:lnTo>
                      <a:cubicBezTo>
                        <a:pt x="175206" y="78292"/>
                        <a:pt x="183557" y="75402"/>
                        <a:pt x="189081" y="74482"/>
                      </a:cubicBezTo>
                      <a:lnTo>
                        <a:pt x="191526" y="74164"/>
                      </a:lnTo>
                      <a:lnTo>
                        <a:pt x="191526" y="134807"/>
                      </a:lnTo>
                      <a:lnTo>
                        <a:pt x="211084" y="134807"/>
                      </a:lnTo>
                      <a:lnTo>
                        <a:pt x="211084" y="56670"/>
                      </a:lnTo>
                      <a:cubicBezTo>
                        <a:pt x="211397" y="51784"/>
                        <a:pt x="214862" y="47675"/>
                        <a:pt x="219625" y="46542"/>
                      </a:cubicBezTo>
                      <a:lnTo>
                        <a:pt x="220006" y="46542"/>
                      </a:lnTo>
                      <a:cubicBezTo>
                        <a:pt x="221822" y="46387"/>
                        <a:pt x="223644" y="46323"/>
                        <a:pt x="225467" y="46351"/>
                      </a:cubicBezTo>
                      <a:lnTo>
                        <a:pt x="226038" y="46351"/>
                      </a:lnTo>
                      <a:lnTo>
                        <a:pt x="227499" y="46827"/>
                      </a:lnTo>
                      <a:lnTo>
                        <a:pt x="227499" y="134648"/>
                      </a:lnTo>
                      <a:lnTo>
                        <a:pt x="247057" y="134648"/>
                      </a:lnTo>
                      <a:lnTo>
                        <a:pt x="247057" y="36445"/>
                      </a:lnTo>
                      <a:lnTo>
                        <a:pt x="246866" y="34413"/>
                      </a:lnTo>
                      <a:lnTo>
                        <a:pt x="246866" y="31714"/>
                      </a:lnTo>
                      <a:cubicBezTo>
                        <a:pt x="246866" y="26603"/>
                        <a:pt x="249470" y="20665"/>
                        <a:pt x="256836" y="20665"/>
                      </a:cubicBezTo>
                      <a:cubicBezTo>
                        <a:pt x="264202" y="20665"/>
                        <a:pt x="266774" y="26603"/>
                        <a:pt x="266774" y="31714"/>
                      </a:cubicBezTo>
                      <a:lnTo>
                        <a:pt x="266774" y="134648"/>
                      </a:lnTo>
                      <a:lnTo>
                        <a:pt x="286331" y="134648"/>
                      </a:lnTo>
                      <a:lnTo>
                        <a:pt x="286331" y="45938"/>
                      </a:lnTo>
                      <a:lnTo>
                        <a:pt x="290459" y="45938"/>
                      </a:lnTo>
                      <a:cubicBezTo>
                        <a:pt x="296844" y="45669"/>
                        <a:pt x="302248" y="50605"/>
                        <a:pt x="302556" y="56987"/>
                      </a:cubicBezTo>
                      <a:lnTo>
                        <a:pt x="302556" y="172748"/>
                      </a:lnTo>
                      <a:lnTo>
                        <a:pt x="267631" y="172970"/>
                      </a:lnTo>
                      <a:lnTo>
                        <a:pt x="241596" y="200370"/>
                      </a:lnTo>
                      <a:lnTo>
                        <a:pt x="254804" y="214245"/>
                      </a:lnTo>
                      <a:lnTo>
                        <a:pt x="273854" y="194846"/>
                      </a:lnTo>
                      <a:lnTo>
                        <a:pt x="307128" y="194846"/>
                      </a:lnTo>
                      <a:lnTo>
                        <a:pt x="332972" y="168239"/>
                      </a:lnTo>
                      <a:cubicBezTo>
                        <a:pt x="336106" y="165338"/>
                        <a:pt x="340195" y="163689"/>
                        <a:pt x="344466" y="163604"/>
                      </a:cubicBezTo>
                      <a:cubicBezTo>
                        <a:pt x="348755" y="163614"/>
                        <a:pt x="352876" y="165260"/>
                        <a:pt x="355991" y="168208"/>
                      </a:cubicBezTo>
                      <a:cubicBezTo>
                        <a:pt x="359299" y="171162"/>
                        <a:pt x="361401" y="175231"/>
                        <a:pt x="361897" y="179638"/>
                      </a:cubicBezTo>
                      <a:cubicBezTo>
                        <a:pt x="362347" y="183579"/>
                        <a:pt x="360884" y="187499"/>
                        <a:pt x="357960" y="190179"/>
                      </a:cubicBezTo>
                      <a:lnTo>
                        <a:pt x="278172" y="268601"/>
                      </a:lnTo>
                      <a:lnTo>
                        <a:pt x="278172" y="399094"/>
                      </a:lnTo>
                      <a:lnTo>
                        <a:pt x="298809" y="399094"/>
                      </a:lnTo>
                      <a:lnTo>
                        <a:pt x="298809" y="278888"/>
                      </a:lnTo>
                      <a:lnTo>
                        <a:pt x="299127" y="278888"/>
                      </a:lnTo>
                      <a:lnTo>
                        <a:pt x="373390" y="204720"/>
                      </a:lnTo>
                      <a:cubicBezTo>
                        <a:pt x="380905" y="197811"/>
                        <a:pt x="384718" y="187760"/>
                        <a:pt x="383677" y="177606"/>
                      </a:cubicBezTo>
                      <a:cubicBezTo>
                        <a:pt x="382709" y="168173"/>
                        <a:pt x="378289" y="159431"/>
                        <a:pt x="371263" y="153063"/>
                      </a:cubicBezTo>
                      <a:cubicBezTo>
                        <a:pt x="358375" y="141206"/>
                        <a:pt x="339151" y="139426"/>
                        <a:pt x="324304" y="148713"/>
                      </a:cubicBezTo>
                      <a:lnTo>
                        <a:pt x="324304" y="56924"/>
                      </a:lnTo>
                      <a:cubicBezTo>
                        <a:pt x="324304" y="39366"/>
                        <a:pt x="309128" y="25174"/>
                        <a:pt x="290491" y="25174"/>
                      </a:cubicBezTo>
                      <a:lnTo>
                        <a:pt x="287951" y="25174"/>
                      </a:lnTo>
                      <a:cubicBezTo>
                        <a:pt x="284315" y="8020"/>
                        <a:pt x="267462" y="-2939"/>
                        <a:pt x="250308" y="696"/>
                      </a:cubicBezTo>
                      <a:cubicBezTo>
                        <a:pt x="237947" y="3316"/>
                        <a:pt x="228316" y="13016"/>
                        <a:pt x="225784" y="25396"/>
                      </a:cubicBezTo>
                      <a:cubicBezTo>
                        <a:pt x="222816" y="25340"/>
                        <a:pt x="219847" y="25467"/>
                        <a:pt x="216894" y="25777"/>
                      </a:cubicBezTo>
                      <a:lnTo>
                        <a:pt x="215815" y="25777"/>
                      </a:lnTo>
                      <a:cubicBezTo>
                        <a:pt x="201990" y="28356"/>
                        <a:pt x="191386" y="39524"/>
                        <a:pt x="189526" y="53463"/>
                      </a:cubicBezTo>
                      <a:cubicBezTo>
                        <a:pt x="173238" y="54765"/>
                        <a:pt x="152854" y="65401"/>
                        <a:pt x="152854" y="82038"/>
                      </a:cubicBezTo>
                      <a:lnTo>
                        <a:pt x="152854" y="116487"/>
                      </a:lnTo>
                      <a:cubicBezTo>
                        <a:pt x="146870" y="108257"/>
                        <a:pt x="137213" y="103506"/>
                        <a:pt x="127042" y="103787"/>
                      </a:cubicBezTo>
                      <a:cubicBezTo>
                        <a:pt x="111805" y="103342"/>
                        <a:pt x="98558" y="114167"/>
                        <a:pt x="95958" y="129187"/>
                      </a:cubicBezTo>
                      <a:lnTo>
                        <a:pt x="93355" y="129187"/>
                      </a:lnTo>
                      <a:cubicBezTo>
                        <a:pt x="74718" y="129187"/>
                        <a:pt x="59541" y="143474"/>
                        <a:pt x="59541" y="160937"/>
                      </a:cubicBezTo>
                      <a:lnTo>
                        <a:pt x="59541" y="252536"/>
                      </a:lnTo>
                      <a:cubicBezTo>
                        <a:pt x="44618" y="243342"/>
                        <a:pt x="25389" y="245266"/>
                        <a:pt x="12583" y="257235"/>
                      </a:cubicBezTo>
                      <a:cubicBezTo>
                        <a:pt x="5558" y="263603"/>
                        <a:pt x="1136" y="272345"/>
                        <a:pt x="169" y="281777"/>
                      </a:cubicBezTo>
                      <a:cubicBezTo>
                        <a:pt x="-872" y="291931"/>
                        <a:pt x="2941" y="301983"/>
                        <a:pt x="10456" y="308892"/>
                      </a:cubicBezTo>
                      <a:lnTo>
                        <a:pt x="69638" y="366042"/>
                      </a:lnTo>
                      <a:lnTo>
                        <a:pt x="69638" y="399094"/>
                      </a:lnTo>
                      <a:lnTo>
                        <a:pt x="91355" y="399094"/>
                      </a:lnTo>
                      <a:lnTo>
                        <a:pt x="91355" y="357469"/>
                      </a:lnTo>
                      <a:lnTo>
                        <a:pt x="25727" y="293969"/>
                      </a:lnTo>
                      <a:cubicBezTo>
                        <a:pt x="22803" y="291302"/>
                        <a:pt x="21338" y="287391"/>
                        <a:pt x="21790" y="283460"/>
                      </a:cubicBezTo>
                      <a:cubicBezTo>
                        <a:pt x="22292" y="279113"/>
                        <a:pt x="24357" y="275095"/>
                        <a:pt x="27601" y="272157"/>
                      </a:cubicBezTo>
                      <a:cubicBezTo>
                        <a:pt x="30711" y="269223"/>
                        <a:pt x="34818" y="267578"/>
                        <a:pt x="39094" y="267553"/>
                      </a:cubicBezTo>
                      <a:lnTo>
                        <a:pt x="39094" y="267553"/>
                      </a:lnTo>
                      <a:cubicBezTo>
                        <a:pt x="43330" y="267625"/>
                        <a:pt x="47394" y="269239"/>
                        <a:pt x="50524" y="272094"/>
                      </a:cubicBezTo>
                      <a:lnTo>
                        <a:pt x="81290" y="304288"/>
                      </a:lnTo>
                      <a:lnTo>
                        <a:pt x="81290" y="160873"/>
                      </a:lnTo>
                      <a:cubicBezTo>
                        <a:pt x="81599" y="154491"/>
                        <a:pt x="87002" y="149555"/>
                        <a:pt x="93387" y="149824"/>
                      </a:cubicBezTo>
                      <a:lnTo>
                        <a:pt x="97451" y="149824"/>
                      </a:lnTo>
                      <a:lnTo>
                        <a:pt x="97451" y="248122"/>
                      </a:lnTo>
                      <a:lnTo>
                        <a:pt x="117009" y="248122"/>
                      </a:lnTo>
                      <a:lnTo>
                        <a:pt x="117009" y="160556"/>
                      </a:lnTo>
                      <a:lnTo>
                        <a:pt x="117009" y="160556"/>
                      </a:lnTo>
                      <a:lnTo>
                        <a:pt x="117009" y="135569"/>
                      </a:lnTo>
                      <a:cubicBezTo>
                        <a:pt x="117009" y="130489"/>
                        <a:pt x="119612" y="124520"/>
                        <a:pt x="126978" y="124520"/>
                      </a:cubicBezTo>
                      <a:lnTo>
                        <a:pt x="126978" y="124520"/>
                      </a:lnTo>
                      <a:cubicBezTo>
                        <a:pt x="134312" y="124520"/>
                        <a:pt x="136916" y="130457"/>
                        <a:pt x="136916" y="135569"/>
                      </a:cubicBezTo>
                      <a:lnTo>
                        <a:pt x="136916" y="140426"/>
                      </a:lnTo>
                      <a:lnTo>
                        <a:pt x="136821" y="140426"/>
                      </a:lnTo>
                      <a:lnTo>
                        <a:pt x="136821" y="248122"/>
                      </a:lnTo>
                      <a:lnTo>
                        <a:pt x="156379" y="248122"/>
                      </a:lnTo>
                      <a:lnTo>
                        <a:pt x="156379" y="150491"/>
                      </a:lnTo>
                      <a:lnTo>
                        <a:pt x="158442" y="150078"/>
                      </a:lnTo>
                      <a:lnTo>
                        <a:pt x="159395" y="150078"/>
                      </a:lnTo>
                      <a:cubicBezTo>
                        <a:pt x="160538" y="150078"/>
                        <a:pt x="162221" y="150078"/>
                        <a:pt x="163903" y="150269"/>
                      </a:cubicBezTo>
                      <a:lnTo>
                        <a:pt x="164284" y="150269"/>
                      </a:lnTo>
                      <a:cubicBezTo>
                        <a:pt x="169015" y="151392"/>
                        <a:pt x="172472" y="155452"/>
                        <a:pt x="172825" y="160302"/>
                      </a:cubicBezTo>
                      <a:lnTo>
                        <a:pt x="172825" y="248059"/>
                      </a:lnTo>
                      <a:lnTo>
                        <a:pt x="192383" y="248059"/>
                      </a:lnTo>
                      <a:lnTo>
                        <a:pt x="192383" y="177955"/>
                      </a:lnTo>
                      <a:lnTo>
                        <a:pt x="192383" y="17795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sz="700" b="1">
                    <a:solidFill>
                      <a:schemeClr val="accent1"/>
                    </a:solidFill>
                    <a:latin typeface="Georgia" panose="02040502050405020303" pitchFamily="18" charset="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40" name="Freeform 132">
                  <a:extLst>
                    <a:ext uri="{FF2B5EF4-FFF2-40B4-BE49-F238E27FC236}">
                      <a16:creationId xmlns:a16="http://schemas.microsoft.com/office/drawing/2014/main" id="{92A11F0F-4DA1-B365-BB1B-FDC9686207DB}"/>
                    </a:ext>
                  </a:extLst>
                </p:cNvPr>
                <p:cNvSpPr/>
                <p:nvPr/>
              </p:nvSpPr>
              <p:spPr>
                <a:xfrm>
                  <a:off x="7468136" y="5322517"/>
                  <a:ext cx="457199" cy="457200"/>
                </a:xfrm>
                <a:custGeom>
                  <a:avLst/>
                  <a:gdLst>
                    <a:gd name="connsiteX0" fmla="*/ 0 w 457199"/>
                    <a:gd name="connsiteY0" fmla="*/ 0 h 457200"/>
                    <a:gd name="connsiteX1" fmla="*/ 0 w 457199"/>
                    <a:gd name="connsiteY1" fmla="*/ 457200 h 457200"/>
                    <a:gd name="connsiteX2" fmla="*/ 124524 w 457199"/>
                    <a:gd name="connsiteY2" fmla="*/ 457200 h 457200"/>
                    <a:gd name="connsiteX3" fmla="*/ 124524 w 457199"/>
                    <a:gd name="connsiteY3" fmla="*/ 437706 h 457200"/>
                    <a:gd name="connsiteX4" fmla="*/ 19463 w 457199"/>
                    <a:gd name="connsiteY4" fmla="*/ 437706 h 457200"/>
                    <a:gd name="connsiteX5" fmla="*/ 19463 w 457199"/>
                    <a:gd name="connsiteY5" fmla="*/ 19495 h 457200"/>
                    <a:gd name="connsiteX6" fmla="*/ 437706 w 457199"/>
                    <a:gd name="connsiteY6" fmla="*/ 19495 h 457200"/>
                    <a:gd name="connsiteX7" fmla="*/ 437706 w 457199"/>
                    <a:gd name="connsiteY7" fmla="*/ 437706 h 457200"/>
                    <a:gd name="connsiteX8" fmla="*/ 225616 w 457199"/>
                    <a:gd name="connsiteY8" fmla="*/ 437706 h 457200"/>
                    <a:gd name="connsiteX9" fmla="*/ 225616 w 457199"/>
                    <a:gd name="connsiteY9" fmla="*/ 396875 h 457200"/>
                    <a:gd name="connsiteX10" fmla="*/ 242443 w 457199"/>
                    <a:gd name="connsiteY10" fmla="*/ 373348 h 457200"/>
                    <a:gd name="connsiteX11" fmla="*/ 242443 w 457199"/>
                    <a:gd name="connsiteY11" fmla="*/ 224123 h 457200"/>
                    <a:gd name="connsiteX12" fmla="*/ 227902 w 457199"/>
                    <a:gd name="connsiteY12" fmla="*/ 216884 h 457200"/>
                    <a:gd name="connsiteX13" fmla="*/ 225457 w 457199"/>
                    <a:gd name="connsiteY13" fmla="*/ 216535 h 457200"/>
                    <a:gd name="connsiteX14" fmla="*/ 225457 w 457199"/>
                    <a:gd name="connsiteY14" fmla="*/ 216535 h 457200"/>
                    <a:gd name="connsiteX15" fmla="*/ 227902 w 457199"/>
                    <a:gd name="connsiteY15" fmla="*/ 216884 h 457200"/>
                    <a:gd name="connsiteX16" fmla="*/ 242443 w 457199"/>
                    <a:gd name="connsiteY16" fmla="*/ 224123 h 457200"/>
                    <a:gd name="connsiteX17" fmla="*/ 242443 w 457199"/>
                    <a:gd name="connsiteY17" fmla="*/ 373348 h 457200"/>
                    <a:gd name="connsiteX18" fmla="*/ 225616 w 457199"/>
                    <a:gd name="connsiteY18" fmla="*/ 396875 h 457200"/>
                    <a:gd name="connsiteX19" fmla="*/ 225616 w 457199"/>
                    <a:gd name="connsiteY19" fmla="*/ 457200 h 457200"/>
                    <a:gd name="connsiteX20" fmla="*/ 457200 w 457199"/>
                    <a:gd name="connsiteY20" fmla="*/ 457200 h 457200"/>
                    <a:gd name="connsiteX21" fmla="*/ 457200 w 457199"/>
                    <a:gd name="connsiteY21" fmla="*/ 0 h 457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57199" h="457200">
                      <a:moveTo>
                        <a:pt x="0" y="0"/>
                      </a:moveTo>
                      <a:lnTo>
                        <a:pt x="0" y="457200"/>
                      </a:lnTo>
                      <a:lnTo>
                        <a:pt x="124524" y="457200"/>
                      </a:lnTo>
                      <a:lnTo>
                        <a:pt x="124524" y="437706"/>
                      </a:lnTo>
                      <a:lnTo>
                        <a:pt x="19463" y="437706"/>
                      </a:lnTo>
                      <a:lnTo>
                        <a:pt x="19463" y="19495"/>
                      </a:lnTo>
                      <a:lnTo>
                        <a:pt x="437706" y="19495"/>
                      </a:lnTo>
                      <a:lnTo>
                        <a:pt x="437706" y="437706"/>
                      </a:lnTo>
                      <a:lnTo>
                        <a:pt x="225616" y="437706"/>
                      </a:lnTo>
                      <a:lnTo>
                        <a:pt x="225616" y="396875"/>
                      </a:lnTo>
                      <a:lnTo>
                        <a:pt x="242443" y="373348"/>
                      </a:lnTo>
                      <a:lnTo>
                        <a:pt x="242443" y="224123"/>
                      </a:lnTo>
                      <a:cubicBezTo>
                        <a:pt x="241808" y="220663"/>
                        <a:pt x="233426" y="217773"/>
                        <a:pt x="227902" y="216884"/>
                      </a:cubicBezTo>
                      <a:lnTo>
                        <a:pt x="225457" y="216535"/>
                      </a:lnTo>
                      <a:lnTo>
                        <a:pt x="225457" y="216535"/>
                      </a:lnTo>
                      <a:lnTo>
                        <a:pt x="227902" y="216884"/>
                      </a:lnTo>
                      <a:cubicBezTo>
                        <a:pt x="233426" y="217646"/>
                        <a:pt x="241808" y="220663"/>
                        <a:pt x="242443" y="224123"/>
                      </a:cubicBezTo>
                      <a:lnTo>
                        <a:pt x="242443" y="373348"/>
                      </a:lnTo>
                      <a:lnTo>
                        <a:pt x="225616" y="396875"/>
                      </a:lnTo>
                      <a:lnTo>
                        <a:pt x="225616" y="457200"/>
                      </a:lnTo>
                      <a:lnTo>
                        <a:pt x="457200" y="457200"/>
                      </a:lnTo>
                      <a:lnTo>
                        <a:pt x="45720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sz="700" b="1">
                    <a:solidFill>
                      <a:schemeClr val="accent1"/>
                    </a:solidFill>
                    <a:latin typeface="Georgia" panose="02040502050405020303" pitchFamily="18" charset="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41" name="Freeform 133">
                  <a:extLst>
                    <a:ext uri="{FF2B5EF4-FFF2-40B4-BE49-F238E27FC236}">
                      <a16:creationId xmlns:a16="http://schemas.microsoft.com/office/drawing/2014/main" id="{03F6C7FE-C2AC-0125-BC08-F2CC7D11732F}"/>
                    </a:ext>
                  </a:extLst>
                </p:cNvPr>
                <p:cNvSpPr/>
                <p:nvPr/>
              </p:nvSpPr>
              <p:spPr>
                <a:xfrm>
                  <a:off x="7507855" y="5461677"/>
                  <a:ext cx="56102" cy="19050"/>
                </a:xfrm>
                <a:custGeom>
                  <a:avLst/>
                  <a:gdLst>
                    <a:gd name="connsiteX0" fmla="*/ 0 w 56102"/>
                    <a:gd name="connsiteY0" fmla="*/ 0 h 19050"/>
                    <a:gd name="connsiteX1" fmla="*/ 56102 w 56102"/>
                    <a:gd name="connsiteY1" fmla="*/ 0 h 19050"/>
                    <a:gd name="connsiteX2" fmla="*/ 56102 w 56102"/>
                    <a:gd name="connsiteY2" fmla="*/ 19050 h 19050"/>
                    <a:gd name="connsiteX3" fmla="*/ 0 w 56102"/>
                    <a:gd name="connsiteY3" fmla="*/ 19050 h 19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6102" h="19050">
                      <a:moveTo>
                        <a:pt x="0" y="0"/>
                      </a:moveTo>
                      <a:lnTo>
                        <a:pt x="56102" y="0"/>
                      </a:lnTo>
                      <a:lnTo>
                        <a:pt x="56102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sz="700" b="1">
                    <a:solidFill>
                      <a:schemeClr val="accent1"/>
                    </a:solidFill>
                    <a:latin typeface="Georgia" panose="02040502050405020303" pitchFamily="18" charset="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42" name="Freeform 134">
                  <a:extLst>
                    <a:ext uri="{FF2B5EF4-FFF2-40B4-BE49-F238E27FC236}">
                      <a16:creationId xmlns:a16="http://schemas.microsoft.com/office/drawing/2014/main" id="{8929B590-3308-96A1-EA76-5FC4F95C1342}"/>
                    </a:ext>
                  </a:extLst>
                </p:cNvPr>
                <p:cNvSpPr/>
                <p:nvPr/>
              </p:nvSpPr>
              <p:spPr>
                <a:xfrm rot="-2911199">
                  <a:off x="7548593" y="5384342"/>
                  <a:ext cx="19050" cy="55086"/>
                </a:xfrm>
                <a:custGeom>
                  <a:avLst/>
                  <a:gdLst>
                    <a:gd name="connsiteX0" fmla="*/ 0 w 19050"/>
                    <a:gd name="connsiteY0" fmla="*/ 0 h 55086"/>
                    <a:gd name="connsiteX1" fmla="*/ 19050 w 19050"/>
                    <a:gd name="connsiteY1" fmla="*/ 0 h 55086"/>
                    <a:gd name="connsiteX2" fmla="*/ 19050 w 19050"/>
                    <a:gd name="connsiteY2" fmla="*/ 55086 h 55086"/>
                    <a:gd name="connsiteX3" fmla="*/ 0 w 19050"/>
                    <a:gd name="connsiteY3" fmla="*/ 55086 h 55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50" h="55086">
                      <a:moveTo>
                        <a:pt x="0" y="0"/>
                      </a:moveTo>
                      <a:lnTo>
                        <a:pt x="19050" y="0"/>
                      </a:lnTo>
                      <a:lnTo>
                        <a:pt x="19050" y="55086"/>
                      </a:lnTo>
                      <a:lnTo>
                        <a:pt x="0" y="5508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sz="700" b="1">
                    <a:solidFill>
                      <a:schemeClr val="accent1"/>
                    </a:solidFill>
                    <a:latin typeface="Georgia" panose="02040502050405020303" pitchFamily="18" charset="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43" name="Freeform 135">
                  <a:extLst>
                    <a:ext uri="{FF2B5EF4-FFF2-40B4-BE49-F238E27FC236}">
                      <a16:creationId xmlns:a16="http://schemas.microsoft.com/office/drawing/2014/main" id="{00E8086E-713D-BF33-225A-EA444BA0DE4D}"/>
                    </a:ext>
                  </a:extLst>
                </p:cNvPr>
                <p:cNvSpPr/>
                <p:nvPr/>
              </p:nvSpPr>
              <p:spPr>
                <a:xfrm>
                  <a:off x="7606979" y="5359124"/>
                  <a:ext cx="19050" cy="58578"/>
                </a:xfrm>
                <a:custGeom>
                  <a:avLst/>
                  <a:gdLst>
                    <a:gd name="connsiteX0" fmla="*/ 0 w 19050"/>
                    <a:gd name="connsiteY0" fmla="*/ 0 h 58578"/>
                    <a:gd name="connsiteX1" fmla="*/ 19050 w 19050"/>
                    <a:gd name="connsiteY1" fmla="*/ 0 h 58578"/>
                    <a:gd name="connsiteX2" fmla="*/ 19050 w 19050"/>
                    <a:gd name="connsiteY2" fmla="*/ 58579 h 58578"/>
                    <a:gd name="connsiteX3" fmla="*/ 0 w 19050"/>
                    <a:gd name="connsiteY3" fmla="*/ 58579 h 58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50" h="58578">
                      <a:moveTo>
                        <a:pt x="0" y="0"/>
                      </a:moveTo>
                      <a:lnTo>
                        <a:pt x="19050" y="0"/>
                      </a:lnTo>
                      <a:lnTo>
                        <a:pt x="19050" y="58579"/>
                      </a:lnTo>
                      <a:lnTo>
                        <a:pt x="0" y="58579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sz="700" b="1">
                    <a:solidFill>
                      <a:schemeClr val="accent1"/>
                    </a:solidFill>
                    <a:latin typeface="Georgia" panose="02040502050405020303" pitchFamily="18" charset="0"/>
                    <a:ea typeface="微軟正黑體" panose="020B0604030504040204" pitchFamily="34" charset="-120"/>
                  </a:endParaRPr>
                </a:p>
              </p:txBody>
            </p:sp>
          </p:grpSp>
        </p:grpSp>
      </p:grpSp>
      <p:sp>
        <p:nvSpPr>
          <p:cNvPr id="49" name="Google Shape;438;p5">
            <a:extLst>
              <a:ext uri="{FF2B5EF4-FFF2-40B4-BE49-F238E27FC236}">
                <a16:creationId xmlns:a16="http://schemas.microsoft.com/office/drawing/2014/main" id="{5C6D94AF-6A63-E61D-5E73-4687907C91F2}"/>
              </a:ext>
            </a:extLst>
          </p:cNvPr>
          <p:cNvSpPr/>
          <p:nvPr/>
        </p:nvSpPr>
        <p:spPr>
          <a:xfrm>
            <a:off x="436904" y="1080000"/>
            <a:ext cx="11306176" cy="75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altLang="zh-TW">
                <a:solidFill>
                  <a:schemeClr val="dk1"/>
                </a:solidFill>
                <a:latin typeface="Georgia" panose="02040502050405020303" pitchFamily="18" charset="0"/>
                <a:ea typeface="微軟正黑體" panose="020B0604030504040204" pitchFamily="34" charset="-120"/>
                <a:cs typeface="Arial"/>
                <a:sym typeface="Arial"/>
              </a:rPr>
              <a:t>McKinsey 建議不要等整個企業資料模型完美才開始，而是從高件量、資料齊全的流程切入，先定好控制機制，再擴大到更多領域。先行動的保險公司，將主導未來十年的速度、服務與核保紀律。</a:t>
            </a:r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07D33926-99B1-BC22-FB24-B5CC3AFFFEDA}"/>
              </a:ext>
            </a:extLst>
          </p:cNvPr>
          <p:cNvGrpSpPr/>
          <p:nvPr/>
        </p:nvGrpSpPr>
        <p:grpSpPr>
          <a:xfrm>
            <a:off x="3483231" y="3208434"/>
            <a:ext cx="8250040" cy="432000"/>
            <a:chOff x="3489239" y="3158626"/>
            <a:chExt cx="8250040" cy="432000"/>
          </a:xfrm>
        </p:grpSpPr>
        <p:sp>
          <p:nvSpPr>
            <p:cNvPr id="50" name="箭號: ＞形 49">
              <a:extLst>
                <a:ext uri="{FF2B5EF4-FFF2-40B4-BE49-F238E27FC236}">
                  <a16:creationId xmlns:a16="http://schemas.microsoft.com/office/drawing/2014/main" id="{960949A4-0F16-662D-3131-E0719AD2D7FD}"/>
                </a:ext>
              </a:extLst>
            </p:cNvPr>
            <p:cNvSpPr/>
            <p:nvPr/>
          </p:nvSpPr>
          <p:spPr>
            <a:xfrm>
              <a:off x="3489239" y="3158626"/>
              <a:ext cx="3325531" cy="432000"/>
            </a:xfrm>
            <a:prstGeom prst="chevron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>
                  <a:solidFill>
                    <a:schemeClr val="tx1"/>
                  </a:solidFill>
                  <a:latin typeface="Georgia" panose="02040502050405020303" pitchFamily="18" charset="0"/>
                  <a:ea typeface="微軟正黑體" panose="020B0604030504040204" pitchFamily="34" charset="-120"/>
                </a:rPr>
                <a:t>過去：逐案人工處理…</a:t>
              </a:r>
              <a:endParaRPr lang="zh-TW" altLang="en-US" sz="1400" b="1">
                <a:solidFill>
                  <a:schemeClr val="tx1"/>
                </a:solidFill>
                <a:latin typeface="Georgia" panose="02040502050405020303" pitchFamily="18" charset="0"/>
                <a:ea typeface="微軟正黑體" panose="020B0604030504040204" pitchFamily="34" charset="-120"/>
              </a:endParaRPr>
            </a:p>
          </p:txBody>
        </p:sp>
        <p:sp>
          <p:nvSpPr>
            <p:cNvPr id="51" name="箭號: ＞形 50">
              <a:extLst>
                <a:ext uri="{FF2B5EF4-FFF2-40B4-BE49-F238E27FC236}">
                  <a16:creationId xmlns:a16="http://schemas.microsoft.com/office/drawing/2014/main" id="{A9267FF3-4B09-0C47-30A6-A9953A576391}"/>
                </a:ext>
              </a:extLst>
            </p:cNvPr>
            <p:cNvSpPr/>
            <p:nvPr/>
          </p:nvSpPr>
          <p:spPr>
            <a:xfrm>
              <a:off x="8353659" y="3158626"/>
              <a:ext cx="3385620" cy="432000"/>
            </a:xfrm>
            <a:prstGeom prst="chevron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>
                  <a:solidFill>
                    <a:schemeClr val="tx1"/>
                  </a:solidFill>
                  <a:latin typeface="Georgia" panose="02040502050405020303" pitchFamily="18" charset="0"/>
                  <a:ea typeface="微軟正黑體" panose="020B0604030504040204" pitchFamily="34" charset="-120"/>
                </a:rPr>
                <a:t>UWOS：機器優先、人類治理</a:t>
              </a:r>
              <a:endParaRPr lang="en-US" altLang="zh-TW" sz="1400" b="1">
                <a:solidFill>
                  <a:schemeClr val="tx1"/>
                </a:solidFill>
                <a:latin typeface="Georgia" panose="02040502050405020303" pitchFamily="18" charset="0"/>
                <a:ea typeface="微軟正黑體" panose="020B0604030504040204" pitchFamily="34" charset="-120"/>
              </a:endParaRPr>
            </a:p>
          </p:txBody>
        </p:sp>
        <p:sp>
          <p:nvSpPr>
            <p:cNvPr id="52" name="箭號: ＞形 51">
              <a:extLst>
                <a:ext uri="{FF2B5EF4-FFF2-40B4-BE49-F238E27FC236}">
                  <a16:creationId xmlns:a16="http://schemas.microsoft.com/office/drawing/2014/main" id="{E9701299-2D95-11DA-8DB9-260D7317FFC7}"/>
                </a:ext>
              </a:extLst>
            </p:cNvPr>
            <p:cNvSpPr/>
            <p:nvPr/>
          </p:nvSpPr>
          <p:spPr>
            <a:xfrm>
              <a:off x="6683606" y="3158626"/>
              <a:ext cx="409506" cy="432000"/>
            </a:xfrm>
            <a:prstGeom prst="chevron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>
                <a:solidFill>
                  <a:schemeClr val="tx1"/>
                </a:solidFill>
                <a:latin typeface="Georgia" panose="02040502050405020303" pitchFamily="18" charset="0"/>
                <a:ea typeface="微軟正黑體" panose="020B0604030504040204" pitchFamily="34" charset="-120"/>
              </a:endParaRPr>
            </a:p>
          </p:txBody>
        </p:sp>
        <p:sp>
          <p:nvSpPr>
            <p:cNvPr id="53" name="箭號: ＞形 52">
              <a:extLst>
                <a:ext uri="{FF2B5EF4-FFF2-40B4-BE49-F238E27FC236}">
                  <a16:creationId xmlns:a16="http://schemas.microsoft.com/office/drawing/2014/main" id="{976B928B-3BBC-EAE8-B345-2C3FBEC742EA}"/>
                </a:ext>
              </a:extLst>
            </p:cNvPr>
            <p:cNvSpPr/>
            <p:nvPr/>
          </p:nvSpPr>
          <p:spPr>
            <a:xfrm>
              <a:off x="6961948" y="3158626"/>
              <a:ext cx="409506" cy="432000"/>
            </a:xfrm>
            <a:prstGeom prst="chevron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>
                <a:solidFill>
                  <a:schemeClr val="tx1"/>
                </a:solidFill>
                <a:latin typeface="Georgia" panose="02040502050405020303" pitchFamily="18" charset="0"/>
                <a:ea typeface="微軟正黑體" panose="020B0604030504040204" pitchFamily="34" charset="-120"/>
              </a:endParaRPr>
            </a:p>
          </p:txBody>
        </p:sp>
        <p:sp>
          <p:nvSpPr>
            <p:cNvPr id="54" name="箭號: ＞形 53">
              <a:extLst>
                <a:ext uri="{FF2B5EF4-FFF2-40B4-BE49-F238E27FC236}">
                  <a16:creationId xmlns:a16="http://schemas.microsoft.com/office/drawing/2014/main" id="{5B0F13C2-A15C-0A49-FBC1-0FCC828A3188}"/>
                </a:ext>
              </a:extLst>
            </p:cNvPr>
            <p:cNvSpPr/>
            <p:nvPr/>
          </p:nvSpPr>
          <p:spPr>
            <a:xfrm>
              <a:off x="7240290" y="3158626"/>
              <a:ext cx="409506" cy="432000"/>
            </a:xfrm>
            <a:prstGeom prst="chevron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>
                <a:solidFill>
                  <a:schemeClr val="tx1"/>
                </a:solidFill>
                <a:latin typeface="Georgia" panose="02040502050405020303" pitchFamily="18" charset="0"/>
                <a:ea typeface="微軟正黑體" panose="020B0604030504040204" pitchFamily="34" charset="-120"/>
              </a:endParaRPr>
            </a:p>
          </p:txBody>
        </p:sp>
        <p:sp>
          <p:nvSpPr>
            <p:cNvPr id="55" name="箭號: ＞形 54">
              <a:extLst>
                <a:ext uri="{FF2B5EF4-FFF2-40B4-BE49-F238E27FC236}">
                  <a16:creationId xmlns:a16="http://schemas.microsoft.com/office/drawing/2014/main" id="{FEB21D39-77DD-7A44-3BDC-BA3D68A68B70}"/>
                </a:ext>
              </a:extLst>
            </p:cNvPr>
            <p:cNvSpPr/>
            <p:nvPr/>
          </p:nvSpPr>
          <p:spPr>
            <a:xfrm>
              <a:off x="7518632" y="3158626"/>
              <a:ext cx="409506" cy="432000"/>
            </a:xfrm>
            <a:prstGeom prst="chevron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>
                <a:solidFill>
                  <a:schemeClr val="tx1"/>
                </a:solidFill>
                <a:latin typeface="Georgia" panose="02040502050405020303" pitchFamily="18" charset="0"/>
                <a:ea typeface="微軟正黑體" panose="020B0604030504040204" pitchFamily="34" charset="-120"/>
              </a:endParaRPr>
            </a:p>
          </p:txBody>
        </p:sp>
        <p:sp>
          <p:nvSpPr>
            <p:cNvPr id="56" name="箭號: ＞形 55">
              <a:extLst>
                <a:ext uri="{FF2B5EF4-FFF2-40B4-BE49-F238E27FC236}">
                  <a16:creationId xmlns:a16="http://schemas.microsoft.com/office/drawing/2014/main" id="{FF19B493-C662-CDFD-5C2D-26408124D8F4}"/>
                </a:ext>
              </a:extLst>
            </p:cNvPr>
            <p:cNvSpPr/>
            <p:nvPr/>
          </p:nvSpPr>
          <p:spPr>
            <a:xfrm>
              <a:off x="7796974" y="3158626"/>
              <a:ext cx="409506" cy="432000"/>
            </a:xfrm>
            <a:prstGeom prst="chevron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>
                <a:solidFill>
                  <a:schemeClr val="tx1"/>
                </a:solidFill>
                <a:latin typeface="Georgia" panose="02040502050405020303" pitchFamily="18" charset="0"/>
                <a:ea typeface="微軟正黑體" panose="020B0604030504040204" pitchFamily="34" charset="-120"/>
              </a:endParaRPr>
            </a:p>
          </p:txBody>
        </p:sp>
        <p:sp>
          <p:nvSpPr>
            <p:cNvPr id="57" name="箭號: ＞形 56">
              <a:extLst>
                <a:ext uri="{FF2B5EF4-FFF2-40B4-BE49-F238E27FC236}">
                  <a16:creationId xmlns:a16="http://schemas.microsoft.com/office/drawing/2014/main" id="{D9813484-1E02-5601-24A3-A77624D314D5}"/>
                </a:ext>
              </a:extLst>
            </p:cNvPr>
            <p:cNvSpPr/>
            <p:nvPr/>
          </p:nvSpPr>
          <p:spPr>
            <a:xfrm>
              <a:off x="8075316" y="3158626"/>
              <a:ext cx="409506" cy="432000"/>
            </a:xfrm>
            <a:prstGeom prst="chevron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>
                <a:solidFill>
                  <a:schemeClr val="tx1"/>
                </a:solidFill>
                <a:latin typeface="Georgia" panose="02040502050405020303" pitchFamily="18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7ACB00FE-3DD0-C6DF-C29F-47C6669D142C}"/>
              </a:ext>
            </a:extLst>
          </p:cNvPr>
          <p:cNvGrpSpPr/>
          <p:nvPr/>
        </p:nvGrpSpPr>
        <p:grpSpPr>
          <a:xfrm>
            <a:off x="3479597" y="3781697"/>
            <a:ext cx="3550853" cy="360000"/>
            <a:chOff x="3489239" y="3731889"/>
            <a:chExt cx="3550853" cy="360000"/>
          </a:xfrm>
        </p:grpSpPr>
        <p:sp>
          <p:nvSpPr>
            <p:cNvPr id="60" name="矩形: 剪去對角角落 59">
              <a:extLst>
                <a:ext uri="{FF2B5EF4-FFF2-40B4-BE49-F238E27FC236}">
                  <a16:creationId xmlns:a16="http://schemas.microsoft.com/office/drawing/2014/main" id="{4F9ACBE4-7872-C2AD-267E-5D998699786B}"/>
                </a:ext>
              </a:extLst>
            </p:cNvPr>
            <p:cNvSpPr/>
            <p:nvPr/>
          </p:nvSpPr>
          <p:spPr>
            <a:xfrm>
              <a:off x="3489239" y="3731889"/>
              <a:ext cx="360000" cy="360000"/>
            </a:xfrm>
            <a:prstGeom prst="snip2DiagRect">
              <a:avLst>
                <a:gd name="adj1" fmla="val 0"/>
                <a:gd name="adj2" fmla="val 28751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i="1">
                  <a:solidFill>
                    <a:schemeClr val="bg1"/>
                  </a:solidFill>
                  <a:latin typeface="Georgia" panose="02040502050405020303" pitchFamily="18" charset="0"/>
                  <a:ea typeface="微軟正黑體" panose="020B0604030504040204" pitchFamily="34" charset="-120"/>
                </a:rPr>
                <a:t>1</a:t>
              </a:r>
            </a:p>
          </p:txBody>
        </p: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556FDDBF-096D-EE47-2EAA-23609F1A4607}"/>
                </a:ext>
              </a:extLst>
            </p:cNvPr>
            <p:cNvSpPr txBox="1"/>
            <p:nvPr/>
          </p:nvSpPr>
          <p:spPr>
            <a:xfrm>
              <a:off x="3841686" y="3763538"/>
              <a:ext cx="319840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SzPts val="1100"/>
              </a:pPr>
              <a:r>
                <a:rPr lang="zh-TW" altLang="en-US" sz="1400" b="1">
                  <a:latin typeface="Georgia" panose="02040502050405020303" pitchFamily="18" charset="0"/>
                  <a:ea typeface="微軟正黑體" panose="020B0604030504040204" pitchFamily="34" charset="-120"/>
                </a:rPr>
                <a:t>送件在佇列中排隊等人處理</a:t>
              </a:r>
              <a:endParaRPr lang="en-US" altLang="zh-TW" sz="1400" b="1">
                <a:latin typeface="Georgia" panose="02040502050405020303" pitchFamily="18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CA3CE1CF-781C-9DC4-88FE-B1898B920562}"/>
              </a:ext>
            </a:extLst>
          </p:cNvPr>
          <p:cNvGrpSpPr/>
          <p:nvPr/>
        </p:nvGrpSpPr>
        <p:grpSpPr>
          <a:xfrm>
            <a:off x="3479597" y="4230522"/>
            <a:ext cx="3678525" cy="360000"/>
            <a:chOff x="3479597" y="4230522"/>
            <a:chExt cx="3678525" cy="360000"/>
          </a:xfrm>
        </p:grpSpPr>
        <p:sp>
          <p:nvSpPr>
            <p:cNvPr id="1025" name="矩形: 剪去對角角落 1024">
              <a:extLst>
                <a:ext uri="{FF2B5EF4-FFF2-40B4-BE49-F238E27FC236}">
                  <a16:creationId xmlns:a16="http://schemas.microsoft.com/office/drawing/2014/main" id="{E2FDC013-77D5-E4D3-AEB7-95E44BA76C14}"/>
                </a:ext>
              </a:extLst>
            </p:cNvPr>
            <p:cNvSpPr/>
            <p:nvPr/>
          </p:nvSpPr>
          <p:spPr>
            <a:xfrm>
              <a:off x="3479597" y="4230522"/>
              <a:ext cx="360000" cy="360000"/>
            </a:xfrm>
            <a:prstGeom prst="snip2DiagRect">
              <a:avLst>
                <a:gd name="adj1" fmla="val 0"/>
                <a:gd name="adj2" fmla="val 28751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i="1">
                  <a:solidFill>
                    <a:schemeClr val="bg1"/>
                  </a:solidFill>
                  <a:latin typeface="Georgia" panose="02040502050405020303" pitchFamily="18" charset="0"/>
                  <a:ea typeface="微軟正黑體" panose="020B0604030504040204" pitchFamily="34" charset="-120"/>
                </a:rPr>
                <a:t>2</a:t>
              </a:r>
            </a:p>
          </p:txBody>
        </p:sp>
        <p:sp>
          <p:nvSpPr>
            <p:cNvPr id="1026" name="文字方塊 1025">
              <a:extLst>
                <a:ext uri="{FF2B5EF4-FFF2-40B4-BE49-F238E27FC236}">
                  <a16:creationId xmlns:a16="http://schemas.microsoft.com/office/drawing/2014/main" id="{ADDC046D-4A23-D78D-58EA-E6BA1EBB9561}"/>
                </a:ext>
              </a:extLst>
            </p:cNvPr>
            <p:cNvSpPr txBox="1"/>
            <p:nvPr/>
          </p:nvSpPr>
          <p:spPr>
            <a:xfrm>
              <a:off x="3832043" y="4262171"/>
              <a:ext cx="33260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SzPts val="1100"/>
              </a:pPr>
              <a:r>
                <a:rPr lang="zh-TW" altLang="en-US" sz="1400" b="1">
                  <a:latin typeface="Georgia" panose="02040502050405020303" pitchFamily="18" charset="0"/>
                  <a:ea typeface="微軟正黑體" panose="020B0604030504040204" pitchFamily="34" charset="-120"/>
                </a:rPr>
                <a:t>核保人員手動摘資料、追補缺件</a:t>
              </a:r>
              <a:endParaRPr lang="en-US" altLang="zh-TW" sz="1400" b="1">
                <a:latin typeface="Georgia" panose="02040502050405020303" pitchFamily="18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8D271FF0-2F24-0DF5-F1D6-4DA8CA4EE8A2}"/>
              </a:ext>
            </a:extLst>
          </p:cNvPr>
          <p:cNvGrpSpPr/>
          <p:nvPr/>
        </p:nvGrpSpPr>
        <p:grpSpPr>
          <a:xfrm>
            <a:off x="3479597" y="4679347"/>
            <a:ext cx="3678525" cy="360000"/>
            <a:chOff x="3479597" y="4679347"/>
            <a:chExt cx="3678525" cy="360000"/>
          </a:xfrm>
        </p:grpSpPr>
        <p:sp>
          <p:nvSpPr>
            <p:cNvPr id="1028" name="矩形: 剪去對角角落 1027">
              <a:extLst>
                <a:ext uri="{FF2B5EF4-FFF2-40B4-BE49-F238E27FC236}">
                  <a16:creationId xmlns:a16="http://schemas.microsoft.com/office/drawing/2014/main" id="{8921B162-B8B1-9368-AEE0-52567F9E2D9F}"/>
                </a:ext>
              </a:extLst>
            </p:cNvPr>
            <p:cNvSpPr/>
            <p:nvPr/>
          </p:nvSpPr>
          <p:spPr>
            <a:xfrm>
              <a:off x="3479597" y="4679347"/>
              <a:ext cx="360000" cy="360000"/>
            </a:xfrm>
            <a:prstGeom prst="snip2DiagRect">
              <a:avLst>
                <a:gd name="adj1" fmla="val 0"/>
                <a:gd name="adj2" fmla="val 28751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i="1">
                  <a:solidFill>
                    <a:schemeClr val="bg1"/>
                  </a:solidFill>
                  <a:latin typeface="Georgia" panose="02040502050405020303" pitchFamily="18" charset="0"/>
                  <a:ea typeface="微軟正黑體" panose="020B0604030504040204" pitchFamily="34" charset="-120"/>
                </a:rPr>
                <a:t>3</a:t>
              </a:r>
            </a:p>
          </p:txBody>
        </p:sp>
        <p:sp>
          <p:nvSpPr>
            <p:cNvPr id="1029" name="文字方塊 1028">
              <a:extLst>
                <a:ext uri="{FF2B5EF4-FFF2-40B4-BE49-F238E27FC236}">
                  <a16:creationId xmlns:a16="http://schemas.microsoft.com/office/drawing/2014/main" id="{FE083FB2-8179-221A-4FA5-ACAE1EF971B7}"/>
                </a:ext>
              </a:extLst>
            </p:cNvPr>
            <p:cNvSpPr txBox="1"/>
            <p:nvPr/>
          </p:nvSpPr>
          <p:spPr>
            <a:xfrm>
              <a:off x="3832043" y="4710996"/>
              <a:ext cx="33260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SzPts val="1100"/>
              </a:pPr>
              <a:r>
                <a:rPr lang="zh-TW" altLang="en-US" sz="1400" b="1">
                  <a:latin typeface="Georgia" panose="02040502050405020303" pitchFamily="18" charset="0"/>
                  <a:ea typeface="微軟正黑體" panose="020B0604030504040204" pitchFamily="34" charset="-120"/>
                </a:rPr>
                <a:t>案件靠人工在各階段之間移動</a:t>
              </a:r>
            </a:p>
          </p:txBody>
        </p:sp>
      </p:grpSp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2A11CA48-FD3E-0A87-4240-A83DCB650D60}"/>
              </a:ext>
            </a:extLst>
          </p:cNvPr>
          <p:cNvGrpSpPr/>
          <p:nvPr/>
        </p:nvGrpSpPr>
        <p:grpSpPr>
          <a:xfrm>
            <a:off x="8122576" y="3781697"/>
            <a:ext cx="3550853" cy="360000"/>
            <a:chOff x="8122576" y="3781697"/>
            <a:chExt cx="3550853" cy="360000"/>
          </a:xfrm>
        </p:grpSpPr>
        <p:sp>
          <p:nvSpPr>
            <p:cNvPr id="1041" name="矩形: 剪去對角角落 1040">
              <a:extLst>
                <a:ext uri="{FF2B5EF4-FFF2-40B4-BE49-F238E27FC236}">
                  <a16:creationId xmlns:a16="http://schemas.microsoft.com/office/drawing/2014/main" id="{D49F1A16-BAF3-81AE-A583-BF1216710C7F}"/>
                </a:ext>
              </a:extLst>
            </p:cNvPr>
            <p:cNvSpPr/>
            <p:nvPr/>
          </p:nvSpPr>
          <p:spPr>
            <a:xfrm>
              <a:off x="8122576" y="3781697"/>
              <a:ext cx="360000" cy="360000"/>
            </a:xfrm>
            <a:prstGeom prst="snip2DiagRect">
              <a:avLst>
                <a:gd name="adj1" fmla="val 0"/>
                <a:gd name="adj2" fmla="val 28751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i="1">
                  <a:solidFill>
                    <a:schemeClr val="bg1"/>
                  </a:solidFill>
                  <a:latin typeface="Georgia" panose="02040502050405020303" pitchFamily="18" charset="0"/>
                  <a:ea typeface="微軟正黑體" panose="020B0604030504040204" pitchFamily="34" charset="-120"/>
                </a:rPr>
                <a:t>1</a:t>
              </a:r>
            </a:p>
          </p:txBody>
        </p:sp>
        <p:sp>
          <p:nvSpPr>
            <p:cNvPr id="1042" name="文字方塊 1041">
              <a:extLst>
                <a:ext uri="{FF2B5EF4-FFF2-40B4-BE49-F238E27FC236}">
                  <a16:creationId xmlns:a16="http://schemas.microsoft.com/office/drawing/2014/main" id="{9958E68E-C838-4FF3-2945-1E3095B20D92}"/>
                </a:ext>
              </a:extLst>
            </p:cNvPr>
            <p:cNvSpPr txBox="1"/>
            <p:nvPr/>
          </p:nvSpPr>
          <p:spPr>
            <a:xfrm>
              <a:off x="8475023" y="3813346"/>
              <a:ext cx="319840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SzPts val="1100"/>
              </a:pPr>
              <a:r>
                <a:rPr lang="zh-TW" altLang="en-US" sz="1400" b="1">
                  <a:latin typeface="Georgia" panose="02040502050405020303" pitchFamily="18" charset="0"/>
                  <a:ea typeface="微軟正黑體" panose="020B0604030504040204" pitchFamily="34" charset="-120"/>
                </a:rPr>
                <a:t>依複雜度與信心程度動態分派</a:t>
              </a:r>
              <a:endParaRPr lang="en-US" altLang="zh-TW" sz="1400" b="1">
                <a:latin typeface="Georgia" panose="02040502050405020303" pitchFamily="18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61502918-839D-33BB-E98F-98AE59FC8857}"/>
              </a:ext>
            </a:extLst>
          </p:cNvPr>
          <p:cNvGrpSpPr/>
          <p:nvPr/>
        </p:nvGrpSpPr>
        <p:grpSpPr>
          <a:xfrm>
            <a:off x="8122576" y="4230522"/>
            <a:ext cx="3678525" cy="360000"/>
            <a:chOff x="8122576" y="4230522"/>
            <a:chExt cx="3678525" cy="360000"/>
          </a:xfrm>
        </p:grpSpPr>
        <p:sp>
          <p:nvSpPr>
            <p:cNvPr id="1044" name="矩形: 剪去對角角落 1043">
              <a:extLst>
                <a:ext uri="{FF2B5EF4-FFF2-40B4-BE49-F238E27FC236}">
                  <a16:creationId xmlns:a16="http://schemas.microsoft.com/office/drawing/2014/main" id="{29BECEE9-8CFC-DA9D-A7B4-4276A789232B}"/>
                </a:ext>
              </a:extLst>
            </p:cNvPr>
            <p:cNvSpPr/>
            <p:nvPr/>
          </p:nvSpPr>
          <p:spPr>
            <a:xfrm>
              <a:off x="8122576" y="4230522"/>
              <a:ext cx="360000" cy="360000"/>
            </a:xfrm>
            <a:prstGeom prst="snip2DiagRect">
              <a:avLst>
                <a:gd name="adj1" fmla="val 0"/>
                <a:gd name="adj2" fmla="val 28751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i="1">
                  <a:solidFill>
                    <a:schemeClr val="bg1"/>
                  </a:solidFill>
                  <a:latin typeface="Georgia" panose="02040502050405020303" pitchFamily="18" charset="0"/>
                  <a:ea typeface="微軟正黑體" panose="020B0604030504040204" pitchFamily="34" charset="-120"/>
                </a:rPr>
                <a:t>2</a:t>
              </a:r>
            </a:p>
          </p:txBody>
        </p:sp>
        <p:sp>
          <p:nvSpPr>
            <p:cNvPr id="1045" name="文字方塊 1044">
              <a:extLst>
                <a:ext uri="{FF2B5EF4-FFF2-40B4-BE49-F238E27FC236}">
                  <a16:creationId xmlns:a16="http://schemas.microsoft.com/office/drawing/2014/main" id="{96446D23-21BA-F98E-4A83-4706A013A730}"/>
                </a:ext>
              </a:extLst>
            </p:cNvPr>
            <p:cNvSpPr txBox="1"/>
            <p:nvPr/>
          </p:nvSpPr>
          <p:spPr>
            <a:xfrm>
              <a:off x="8475022" y="4262171"/>
              <a:ext cx="33260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SzPts val="1100"/>
              </a:pPr>
              <a:r>
                <a:rPr lang="zh-TW" altLang="en-US" sz="1400" b="1">
                  <a:latin typeface="Georgia" panose="02040502050405020303" pitchFamily="18" charset="0"/>
                  <a:ea typeface="微軟正黑體" panose="020B0604030504040204" pitchFamily="34" charset="-120"/>
                </a:rPr>
                <a:t>例行案件從受理到出單一路處理</a:t>
              </a:r>
              <a:endParaRPr lang="en-US" altLang="zh-TW" sz="1400" b="1">
                <a:latin typeface="Georgia" panose="02040502050405020303" pitchFamily="18" charset="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65982125-DE55-83EE-8AA6-4A1DFD5BD50F}"/>
              </a:ext>
            </a:extLst>
          </p:cNvPr>
          <p:cNvGrpSpPr/>
          <p:nvPr/>
        </p:nvGrpSpPr>
        <p:grpSpPr>
          <a:xfrm>
            <a:off x="8122576" y="4679347"/>
            <a:ext cx="3678525" cy="360000"/>
            <a:chOff x="8122576" y="4679347"/>
            <a:chExt cx="3678525" cy="360000"/>
          </a:xfrm>
        </p:grpSpPr>
        <p:sp>
          <p:nvSpPr>
            <p:cNvPr id="1047" name="矩形: 剪去對角角落 1046">
              <a:extLst>
                <a:ext uri="{FF2B5EF4-FFF2-40B4-BE49-F238E27FC236}">
                  <a16:creationId xmlns:a16="http://schemas.microsoft.com/office/drawing/2014/main" id="{AE7FAF57-5983-299A-15E7-557679AE5459}"/>
                </a:ext>
              </a:extLst>
            </p:cNvPr>
            <p:cNvSpPr/>
            <p:nvPr/>
          </p:nvSpPr>
          <p:spPr>
            <a:xfrm>
              <a:off x="8122576" y="4679347"/>
              <a:ext cx="360000" cy="360000"/>
            </a:xfrm>
            <a:prstGeom prst="snip2DiagRect">
              <a:avLst>
                <a:gd name="adj1" fmla="val 0"/>
                <a:gd name="adj2" fmla="val 28751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i="1">
                  <a:solidFill>
                    <a:schemeClr val="bg1"/>
                  </a:solidFill>
                  <a:latin typeface="Georgia" panose="02040502050405020303" pitchFamily="18" charset="0"/>
                  <a:ea typeface="微軟正黑體" panose="020B0604030504040204" pitchFamily="34" charset="-120"/>
                </a:rPr>
                <a:t>3</a:t>
              </a:r>
            </a:p>
          </p:txBody>
        </p:sp>
        <p:sp>
          <p:nvSpPr>
            <p:cNvPr id="1093" name="文字方塊 1092">
              <a:extLst>
                <a:ext uri="{FF2B5EF4-FFF2-40B4-BE49-F238E27FC236}">
                  <a16:creationId xmlns:a16="http://schemas.microsoft.com/office/drawing/2014/main" id="{CEEE46B5-6508-8782-585B-41D6FEE8E343}"/>
                </a:ext>
              </a:extLst>
            </p:cNvPr>
            <p:cNvSpPr txBox="1"/>
            <p:nvPr/>
          </p:nvSpPr>
          <p:spPr>
            <a:xfrm>
              <a:off x="8475022" y="4710996"/>
              <a:ext cx="33260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SzPts val="1100"/>
              </a:pPr>
              <a:r>
                <a:rPr lang="zh-TW" altLang="en-US" sz="1400" b="1">
                  <a:latin typeface="Georgia" panose="02040502050405020303" pitchFamily="18" charset="0"/>
                  <a:ea typeface="微軟正黑體" panose="020B0604030504040204" pitchFamily="34" charset="-120"/>
                </a:rPr>
                <a:t>人專注判斷、談判與業務組合</a:t>
              </a:r>
            </a:p>
          </p:txBody>
        </p:sp>
      </p:grpSp>
      <p:grpSp>
        <p:nvGrpSpPr>
          <p:cNvPr id="1097" name="群組 1096">
            <a:extLst>
              <a:ext uri="{FF2B5EF4-FFF2-40B4-BE49-F238E27FC236}">
                <a16:creationId xmlns:a16="http://schemas.microsoft.com/office/drawing/2014/main" id="{04B09DEC-B748-78B1-A67E-22CE94A9D73E}"/>
              </a:ext>
            </a:extLst>
          </p:cNvPr>
          <p:cNvGrpSpPr/>
          <p:nvPr/>
        </p:nvGrpSpPr>
        <p:grpSpPr>
          <a:xfrm>
            <a:off x="3470646" y="5192135"/>
            <a:ext cx="8262625" cy="1227519"/>
            <a:chOff x="3470646" y="5192135"/>
            <a:chExt cx="8262625" cy="1227519"/>
          </a:xfrm>
        </p:grpSpPr>
        <p:sp>
          <p:nvSpPr>
            <p:cNvPr id="1094" name="矩形 1093">
              <a:extLst>
                <a:ext uri="{FF2B5EF4-FFF2-40B4-BE49-F238E27FC236}">
                  <a16:creationId xmlns:a16="http://schemas.microsoft.com/office/drawing/2014/main" id="{DFA11EA5-20D6-BB4D-2C37-C9C280378ACA}"/>
                </a:ext>
              </a:extLst>
            </p:cNvPr>
            <p:cNvSpPr/>
            <p:nvPr/>
          </p:nvSpPr>
          <p:spPr>
            <a:xfrm>
              <a:off x="3470646" y="5192135"/>
              <a:ext cx="8262625" cy="3477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i="1">
                  <a:solidFill>
                    <a:schemeClr val="bg1"/>
                  </a:solidFill>
                  <a:latin typeface="Georgia" panose="02040502050405020303" pitchFamily="18" charset="0"/>
                  <a:ea typeface="微軟正黑體" panose="020B0604030504040204" pitchFamily="34" charset="-120"/>
                </a:rPr>
                <a:t>可應用做法：寫需求時，標出每一步是「系統自動」、「AI 輔助＋人確認」或「人判斷」</a:t>
              </a:r>
            </a:p>
          </p:txBody>
        </p:sp>
        <p:sp>
          <p:nvSpPr>
            <p:cNvPr id="1095" name="矩形 1094">
              <a:extLst>
                <a:ext uri="{FF2B5EF4-FFF2-40B4-BE49-F238E27FC236}">
                  <a16:creationId xmlns:a16="http://schemas.microsoft.com/office/drawing/2014/main" id="{8EEB9DC2-6C14-720E-F1C5-62D62141DA3A}"/>
                </a:ext>
              </a:extLst>
            </p:cNvPr>
            <p:cNvSpPr/>
            <p:nvPr/>
          </p:nvSpPr>
          <p:spPr>
            <a:xfrm>
              <a:off x="3470646" y="5632026"/>
              <a:ext cx="8262625" cy="3477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i="1">
                  <a:solidFill>
                    <a:schemeClr val="bg1"/>
                  </a:solidFill>
                  <a:latin typeface="Georgia" panose="02040502050405020303" pitchFamily="18" charset="0"/>
                  <a:ea typeface="微軟正黑體" panose="020B0604030504040204" pitchFamily="34" charset="-120"/>
                </a:rPr>
                <a:t>AI 產出要可追溯：保留依據與前例，人工 review 才有基礎</a:t>
              </a:r>
            </a:p>
          </p:txBody>
        </p:sp>
        <p:sp>
          <p:nvSpPr>
            <p:cNvPr id="1096" name="矩形 1095">
              <a:extLst>
                <a:ext uri="{FF2B5EF4-FFF2-40B4-BE49-F238E27FC236}">
                  <a16:creationId xmlns:a16="http://schemas.microsoft.com/office/drawing/2014/main" id="{ED7907B2-7B94-8342-53B5-F79C053CF98B}"/>
                </a:ext>
              </a:extLst>
            </p:cNvPr>
            <p:cNvSpPr/>
            <p:nvPr/>
          </p:nvSpPr>
          <p:spPr>
            <a:xfrm>
              <a:off x="3470646" y="6071917"/>
              <a:ext cx="8262625" cy="3477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i="1">
                  <a:solidFill>
                    <a:schemeClr val="bg1"/>
                  </a:solidFill>
                  <a:latin typeface="Georgia" panose="02040502050405020303" pitchFamily="18" charset="0"/>
                  <a:ea typeface="微軟正黑體" panose="020B0604030504040204" pitchFamily="34" charset="-120"/>
                </a:rPr>
                <a:t>先挑一個高件量、資料齊全的流程試做，驗證後再擴大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24056B0-E8BE-FE9A-29B2-F94A4DC881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</p:spPr>
        <p:txBody>
          <a:bodyPr/>
          <a:lstStyle/>
          <a:p>
            <a:r>
              <a:rPr lang="zh-TW" altLang="en-US">
                <a:latin typeface="Georgia" panose="02040502050405020303" pitchFamily="18" charset="0"/>
                <a:ea typeface="微軟正黑體" panose="020B0604030504040204" pitchFamily="34" charset="-120"/>
              </a:rPr>
              <a:t>FSC1 BA 組會｜McKinsey UWOS 文章分享（資料來源：McKinsey &amp; Company, 2026）</a:t>
            </a:r>
            <a:endParaRPr lang="en-GB" altLang="zh-TW">
              <a:solidFill>
                <a:prstClr val="black"/>
              </a:solidFill>
              <a:latin typeface="Georgia" panose="02040502050405020303" pitchFamily="18" charset="0"/>
              <a:ea typeface="微軟正黑體" panose="020B0604030504040204" pitchFamily="34" charset="-120"/>
            </a:endParaRPr>
          </a:p>
        </p:txBody>
      </p:sp>
      <p:sp>
        <p:nvSpPr>
          <p:cNvPr id="61" name="箭號: ＞形 58">
            <a:extLst>
              <a:ext uri="{FF2B5EF4-FFF2-40B4-BE49-F238E27FC236}">
                <a16:creationId xmlns:a16="http://schemas.microsoft.com/office/drawing/2014/main" id="{19CAF51D-0B6A-2EAC-1353-67E673EA3C6F}"/>
              </a:ext>
            </a:extLst>
          </p:cNvPr>
          <p:cNvSpPr/>
          <p:nvPr/>
        </p:nvSpPr>
        <p:spPr>
          <a:xfrm>
            <a:off x="6677598" y="3204097"/>
            <a:ext cx="1830246" cy="450174"/>
          </a:xfrm>
          <a:prstGeom prst="chevron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>
                <a:solidFill>
                  <a:schemeClr val="tx1"/>
                </a:solidFill>
                <a:latin typeface="Georgia" panose="02040502050405020303" pitchFamily="18" charset="0"/>
                <a:ea typeface="微軟正黑體" panose="020B0604030504040204" pitchFamily="34" charset="-120"/>
              </a:rPr>
              <a:t>…將會變成…</a:t>
            </a:r>
            <a:endParaRPr lang="zh-TW" altLang="en-US" sz="1400" b="1">
              <a:solidFill>
                <a:schemeClr val="tx1"/>
              </a:solidFill>
              <a:latin typeface="Georgia" panose="02040502050405020303" pitchFamily="18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7779374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AAAAAA"/>
      </a:dk1>
      <a:lt1>
        <a:srgbClr val="FFFFFF"/>
      </a:lt1>
      <a:dk2>
        <a:srgbClr val="08204C"/>
      </a:dk2>
      <a:lt2>
        <a:srgbClr val="FEFFFE"/>
      </a:lt2>
      <a:accent1>
        <a:srgbClr val="FEA200"/>
      </a:accent1>
      <a:accent2>
        <a:srgbClr val="61CAE2"/>
      </a:accent2>
      <a:accent3>
        <a:srgbClr val="FE7050"/>
      </a:accent3>
      <a:accent4>
        <a:srgbClr val="64D795"/>
      </a:accent4>
      <a:accent5>
        <a:srgbClr val="69449B"/>
      </a:accent5>
      <a:accent6>
        <a:srgbClr val="EBECEB"/>
      </a:accent6>
      <a:hlink>
        <a:srgbClr val="6B9F25"/>
      </a:hlink>
      <a:folHlink>
        <a:srgbClr val="B26B0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Default Theme">
  <a:themeElements>
    <a:clrScheme name="IGPIA - Theme 12 - Light">
      <a:dk1>
        <a:srgbClr val="737572"/>
      </a:dk1>
      <a:lt1>
        <a:srgbClr val="FFFFFF"/>
      </a:lt1>
      <a:dk2>
        <a:srgbClr val="445469"/>
      </a:dk2>
      <a:lt2>
        <a:srgbClr val="FFFFFF"/>
      </a:lt2>
      <a:accent1>
        <a:srgbClr val="5DCEDB"/>
      </a:accent1>
      <a:accent2>
        <a:srgbClr val="5ECB95"/>
      </a:accent2>
      <a:accent3>
        <a:srgbClr val="F0D065"/>
      </a:accent3>
      <a:accent4>
        <a:srgbClr val="EC9F56"/>
      </a:accent4>
      <a:accent5>
        <a:srgbClr val="DC653D"/>
      </a:accent5>
      <a:accent6>
        <a:srgbClr val="CAC9D0"/>
      </a:accent6>
      <a:hlink>
        <a:srgbClr val="216BA9"/>
      </a:hlink>
      <a:folHlink>
        <a:srgbClr val="1FB18A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4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68F217C4-1E00-F143-AAD3-4BCCBF0A5677}" vid="{0BD6579F-3F24-3941-8ED8-09116B1E7436}"/>
    </a:ext>
  </a:extLst>
</a:theme>
</file>

<file path=ppt/theme/theme5.xml><?xml version="1.0" encoding="utf-8"?>
<a:theme xmlns:a="http://schemas.openxmlformats.org/drawingml/2006/main" name="2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6.xml><?xml version="1.0" encoding="utf-8"?>
<a:theme xmlns:a="http://schemas.openxmlformats.org/drawingml/2006/main" name="3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45195d-0402-4561-91d6-fad97d760b90">
      <Terms xmlns="http://schemas.microsoft.com/office/infopath/2007/PartnerControls"/>
    </lcf76f155ced4ddcb4097134ff3c332f>
    <TaxCatchAll xmlns="4e47112c-55e5-4d87-b35d-79e596036eb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CEFDBAE80C59469568A37FF2AD9E46" ma:contentTypeVersion="15" ma:contentTypeDescription="Create a new document." ma:contentTypeScope="" ma:versionID="9b80cff5c45fe37fe7e79aba68c8730b">
  <xsd:schema xmlns:xsd="http://www.w3.org/2001/XMLSchema" xmlns:xs="http://www.w3.org/2001/XMLSchema" xmlns:p="http://schemas.microsoft.com/office/2006/metadata/properties" xmlns:ns2="3445195d-0402-4561-91d6-fad97d760b90" xmlns:ns3="4e47112c-55e5-4d87-b35d-79e596036ebc" targetNamespace="http://schemas.microsoft.com/office/2006/metadata/properties" ma:root="true" ma:fieldsID="6b6ba577ede3a76c2b1fbac158428f6a" ns2:_="" ns3:_="">
    <xsd:import namespace="3445195d-0402-4561-91d6-fad97d760b90"/>
    <xsd:import namespace="4e47112c-55e5-4d87-b35d-79e596036e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45195d-0402-4561-91d6-fad97d760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47112c-55e5-4d87-b35d-79e596036eb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b7c682cc-33cd-40ab-8bfc-09a3a49d63b9}" ma:internalName="TaxCatchAll" ma:showField="CatchAllData" ma:web="4e47112c-55e5-4d87-b35d-79e596036e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46A3C2-4B54-413D-8C27-17731F2BCB53}">
  <ds:schemaRefs>
    <ds:schemaRef ds:uri="3445195d-0402-4561-91d6-fad97d760b90"/>
    <ds:schemaRef ds:uri="4e47112c-55e5-4d87-b35d-79e596036e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83975D9-63BD-47B2-B0FB-84D03020E5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F0BA2-F4F2-46E4-AB38-70E65A5766DC}">
  <ds:schemaRefs>
    <ds:schemaRef ds:uri="3445195d-0402-4561-91d6-fad97d760b90"/>
    <ds:schemaRef ds:uri="4e47112c-55e5-4d87-b35d-79e596036e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114</Slides>
  <Notes>24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114</vt:i4>
      </vt:variant>
    </vt:vector>
  </HeadingPairs>
  <TitlesOfParts>
    <vt:vector size="120" baseType="lpstr">
      <vt:lpstr>1_Office Theme</vt:lpstr>
      <vt:lpstr>Default Theme</vt:lpstr>
      <vt:lpstr>1_PwC Slide Master</vt:lpstr>
      <vt:lpstr>PwC Slide Master</vt:lpstr>
      <vt:lpstr>2_PwC Slide Master</vt:lpstr>
      <vt:lpstr>3_PwC Slide Master</vt:lpstr>
      <vt:lpstr>PowerPoint Presentation</vt:lpstr>
      <vt:lpstr>PowerPoint Presentation</vt:lpstr>
      <vt:lpstr>PowerPoint Presentation</vt:lpstr>
      <vt:lpstr>PowerPoint Presentation</vt:lpstr>
      <vt:lpstr>Agenda</vt:lpstr>
      <vt:lpstr>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在Discovery階段聚焦，PwC主要三個關鍵轉換點</vt:lpstr>
      <vt:lpstr>制定策略建議與行動計畫，PwC協助實現CRM Discovery Phase目標</vt:lpstr>
      <vt:lpstr>PwC 將主導制定一個從快速成果到長期成功的執行計劃</vt:lpstr>
      <vt:lpstr>A-1 訪談洞察：全面評估關鍵業務，規劃未來策略執行方向</vt:lpstr>
      <vt:lpstr>A-1 公司未來發展願景與策略目標對齊執行方式</vt:lpstr>
      <vt:lpstr>A-1 從準備到確認，業務單位訪談作業規劃</vt:lpstr>
      <vt:lpstr>Timeline</vt:lpstr>
      <vt:lpstr>Timeline</vt:lpstr>
      <vt:lpstr>Timeline</vt:lpstr>
      <vt:lpstr>Timeline</vt:lpstr>
      <vt:lpstr>Gantt Chart</vt:lpstr>
      <vt:lpstr>Gantt chart</vt:lpstr>
      <vt:lpstr>Gantt chart</vt:lpstr>
      <vt:lpstr>Gantt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</vt:lpstr>
      <vt:lpstr>Process</vt:lpstr>
      <vt:lpstr>Process</vt:lpstr>
      <vt:lpstr>Process</vt:lpstr>
      <vt:lpstr>Process</vt:lpstr>
      <vt:lpstr>全球環境動態資料轉換與應用實例：從一則情資到缺藥風險預警</vt:lpstr>
      <vt:lpstr>系統上線後的每日運作機制</vt:lpstr>
      <vt:lpstr>PowerPoint Presentation</vt:lpstr>
      <vt:lpstr>Process</vt:lpstr>
      <vt:lpstr>Process</vt:lpstr>
      <vt:lpstr>Process</vt:lpstr>
      <vt:lpstr>Four segments</vt:lpstr>
      <vt:lpstr>Four segments</vt:lpstr>
      <vt:lpstr>Four segments</vt:lpstr>
      <vt:lpstr>藥品短缺監控模型與風險燈號-雙模型優勢說明 本案將以「藥品短缺預測模型」與「重大短缺風險規則庫」建立兩道防線，第一道防線係以過往 貴署之資料進行短缺因子萃取，第二道防線係以過往 貴署資深同仁業務經驗/作業規範建立短缺防線。</vt:lpstr>
      <vt:lpstr>本案執行策略：先打底、快驗證、可交付、可發展 以資料基礎建設為起點，導入務實可用之 AI 應用，於專案期程內完成具驗證價值之藥品供應智慧監測 POC 雛形，並預留後續研究成果銜接與正式系統擴充空間。</vt:lpstr>
      <vt:lpstr>PowerPoint Presentation</vt:lpstr>
      <vt:lpstr>附件7 外部藥品資料庫擴充可行性評估(1/3)</vt:lpstr>
      <vt:lpstr>附件7 外部藥品資料庫擴充可行性評估(2/3) </vt:lpstr>
      <vt:lpstr>Table slide sample</vt:lpstr>
      <vt:lpstr>Table slide sample </vt:lpstr>
      <vt:lpstr>Table slide sample   </vt:lpstr>
      <vt:lpstr>Table slide sample    </vt:lpstr>
      <vt:lpstr>Short case studies</vt:lpstr>
      <vt:lpstr>Brand table 1</vt:lpstr>
      <vt:lpstr>PowerPoint Presentation</vt:lpstr>
      <vt:lpstr>PowerPoint Presentation</vt:lpstr>
      <vt:lpstr>One column chart </vt:lpstr>
      <vt:lpstr>Three images three content</vt:lpstr>
      <vt:lpstr>Graphs</vt:lpstr>
      <vt:lpstr>Graphs</vt:lpstr>
      <vt:lpstr>Charts</vt:lpstr>
      <vt:lpstr>Chart and two content</vt:lpstr>
      <vt:lpstr>Graphs</vt:lpstr>
      <vt:lpstr>Graphs</vt:lpstr>
      <vt:lpstr>Donut chart</vt:lpstr>
      <vt:lpstr>PowerPoint Presentation</vt:lpstr>
      <vt:lpstr>Text and large stat  lorem ipsum dolor sit amet, consectetuer adipiscing elit </vt:lpstr>
      <vt:lpstr>Text and large stat lorem ipsum dolor sit amet, consectetuer adipiscing elit </vt:lpstr>
      <vt:lpstr>Process</vt:lpstr>
      <vt:lpstr>Process</vt:lpstr>
      <vt:lpstr>PwC 顧問團隊 – Leadership</vt:lpstr>
      <vt:lpstr>Intro title</vt:lpstr>
      <vt:lpstr>Intro title</vt:lpstr>
      <vt:lpstr>Intro title</vt:lpstr>
      <vt:lpstr>CV—one person</vt:lpstr>
      <vt:lpstr>CV—one person</vt:lpstr>
      <vt:lpstr>CV—one person</vt:lpstr>
      <vt:lpstr>CV—two people</vt:lpstr>
      <vt:lpstr>CV—two people</vt:lpstr>
      <vt:lpstr>Bios—two people</vt:lpstr>
      <vt:lpstr>Bios—two people</vt:lpstr>
      <vt:lpstr>Bios—three people</vt:lpstr>
      <vt:lpstr>Bios—three people</vt:lpstr>
      <vt:lpstr>Bios—four people</vt:lpstr>
      <vt:lpstr>Bios—four people</vt:lpstr>
      <vt:lpstr>Four team images</vt:lpstr>
      <vt:lpstr>Four team images stacked</vt:lpstr>
      <vt:lpstr>Team chart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2026-08-13T06:16:32Z</dcterms:created>
  <dcterms:modified xsi:type="dcterms:W3CDTF">2026-08-28T08:56:35Z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0x01010057CEFDBAE80C59469568A37FF2AD9E46</vt:lpwstr>
  </property>
  <property fmtid="{D5CDD505-2E9C-101B-9397-08002B2CF9AE}" pid="3" name="MediaServiceImageTags">
    <vt:lpwstr/>
  </property>
</Properties>
</file>