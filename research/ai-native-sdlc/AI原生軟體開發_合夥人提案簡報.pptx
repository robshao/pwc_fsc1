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74" r:id="rId5"/>
    <p:sldMasterId id="2147483677" r:id="rId6"/>
    <p:sldMasterId id="2147483752" r:id="rId7"/>
    <p:sldMasterId id="2147483828" r:id="rId8"/>
    <p:sldMasterId id="2147483916" r:id="rId9"/>
  </p:sldMasterIdLst>
  <p:notesMasterIdLst>
    <p:notesMasterId r:id="rId124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  <p:sldId id="281" r:id="rId42"/>
    <p:sldId id="282" r:id="rId43"/>
    <p:sldId id="283" r:id="rId44"/>
    <p:sldId id="284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385F48-5DE5-14CF-FD55-8C71A0CF0FD8}" v="3" dt="2026-08-28T03:28:32.066"/>
    <p1510:client id="{15D06E23-814D-4FB8-96A8-0FFE2568AE7B}" v="63" dt="2026-08-28T08:56:32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19.xml"/><Relationship Id="rId36" Type="http://schemas.openxmlformats.org/officeDocument/2006/relationships/slide" Target="slides/slide20.xml"/><Relationship Id="rId37" Type="http://schemas.openxmlformats.org/officeDocument/2006/relationships/slide" Target="slides/slide21.xml"/><Relationship Id="rId38" Type="http://schemas.openxmlformats.org/officeDocument/2006/relationships/slide" Target="slides/slide22.xml"/><Relationship Id="rId39" Type="http://schemas.openxmlformats.org/officeDocument/2006/relationships/slide" Target="slides/slide23.xml"/><Relationship Id="rId40" Type="http://schemas.openxmlformats.org/officeDocument/2006/relationships/slide" Target="slides/slide24.xml"/><Relationship Id="rId41" Type="http://schemas.openxmlformats.org/officeDocument/2006/relationships/slide" Target="slides/slide25.xml"/><Relationship Id="rId42" Type="http://schemas.openxmlformats.org/officeDocument/2006/relationships/slide" Target="slides/slide26.xml"/><Relationship Id="rId43" Type="http://schemas.openxmlformats.org/officeDocument/2006/relationships/slide" Target="slides/slide27.xml"/><Relationship Id="rId44" Type="http://schemas.openxmlformats.org/officeDocument/2006/relationships/slide" Target="slides/slide28.xml"/><Relationship Id="rId45" Type="http://schemas.openxmlformats.org/officeDocument/2006/relationships/slide" Target="slides/slide29.xml"/><Relationship Id="rId124" Type="http://schemas.openxmlformats.org/officeDocument/2006/relationships/notesMaster" Target="notesMasters/notesMaster1.xml"/><Relationship Id="rId125" Type="http://schemas.openxmlformats.org/officeDocument/2006/relationships/presProps" Target="presProps.xml"/><Relationship Id="rId126" Type="http://schemas.openxmlformats.org/officeDocument/2006/relationships/viewProps" Target="viewProps.xml"/><Relationship Id="rId127" Type="http://schemas.openxmlformats.org/officeDocument/2006/relationships/theme" Target="theme/theme1.xml"/><Relationship Id="rId128" Type="http://schemas.openxmlformats.org/officeDocument/2006/relationships/tableStyles" Target="tableStyles.xml"/><Relationship Id="rId129" Type="http://schemas.microsoft.com/office/2016/11/relationships/changesInfo" Target="changesInfos/changesInfo1.xml"/><Relationship Id="rId1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y TJ Wang (TW)" userId="18033001-5856-41bf-97cd-f021b2ea7695" providerId="ADAL" clId="{86509E4E-F890-43B6-97AB-BA7419744C2D}"/>
    <pc:docChg chg="undo custSel addSld delSld modSld sldOrd delMainMaster modMainMaster addSection delSection modSection">
      <pc:chgData name="Tony TJ Wang (TW)" userId="18033001-5856-41bf-97cd-f021b2ea7695" providerId="ADAL" clId="{86509E4E-F890-43B6-97AB-BA7419744C2D}" dt="2026-08-28T08:56:32.543" v="594"/>
      <pc:docMkLst>
        <pc:docMk/>
      </pc:docMkLst>
      <pc:sldChg chg="ord">
        <pc:chgData name="Tony TJ Wang (TW)" userId="18033001-5856-41bf-97cd-f021b2ea7695" providerId="ADAL" clId="{86509E4E-F890-43B6-97AB-BA7419744C2D}" dt="2026-08-26T07:36:28.665" v="347"/>
        <pc:sldMkLst>
          <pc:docMk/>
          <pc:sldMk cId="1607610444" sldId="256"/>
        </pc:sldMkLst>
      </pc:sldChg>
      <pc:sldChg chg="addSp new mod">
        <pc:chgData name="Tony TJ Wang (TW)" userId="18033001-5856-41bf-97cd-f021b2ea7695" providerId="ADAL" clId="{86509E4E-F890-43B6-97AB-BA7419744C2D}" dt="2026-08-13T08:26:10.078" v="26" actId="22"/>
        <pc:sldMkLst>
          <pc:docMk/>
          <pc:sldMk cId="4171859083" sldId="257"/>
        </pc:sldMkLst>
        <pc:picChg chg="add">
          <ac:chgData name="Tony TJ Wang (TW)" userId="18033001-5856-41bf-97cd-f021b2ea7695" providerId="ADAL" clId="{86509E4E-F890-43B6-97AB-BA7419744C2D}" dt="2026-08-13T08:26:10.078" v="26" actId="22"/>
          <ac:picMkLst>
            <pc:docMk/>
            <pc:sldMk cId="4171859083" sldId="257"/>
            <ac:picMk id="3" creationId="{EC1DED65-A97B-2E45-E83A-4778C0D9ADC1}"/>
          </ac:picMkLst>
        </pc:picChg>
      </pc:sldChg>
      <pc:sldChg chg="addSp delSp modSp mod">
        <pc:chgData name="Tony TJ Wang (TW)" userId="18033001-5856-41bf-97cd-f021b2ea7695" providerId="ADAL" clId="{86509E4E-F890-43B6-97AB-BA7419744C2D}" dt="2026-08-28T08:56:31.825" v="591" actId="1076"/>
        <pc:sldMkLst>
          <pc:docMk/>
          <pc:sldMk cId="2420393673" sldId="272"/>
        </pc:sldMkLst>
        <pc:picChg chg="add mod">
          <ac:chgData name="Tony TJ Wang (TW)" userId="18033001-5856-41bf-97cd-f021b2ea7695" providerId="ADAL" clId="{86509E4E-F890-43B6-97AB-BA7419744C2D}" dt="2026-08-28T08:56:31.825" v="591" actId="1076"/>
          <ac:picMkLst>
            <pc:docMk/>
            <pc:sldMk cId="2420393673" sldId="272"/>
            <ac:picMk id="5" creationId="{23EC51DD-9D24-701E-2C38-1BABBB089B81}"/>
          </ac:picMkLst>
        </pc:picChg>
      </pc:sldChg>
      <pc:sldChg chg="ord">
        <pc:chgData name="Tony TJ Wang (TW)" userId="18033001-5856-41bf-97cd-f021b2ea7695" providerId="ADAL" clId="{86509E4E-F890-43B6-97AB-BA7419744C2D}" dt="2026-08-26T07:18:53.925" v="287"/>
        <pc:sldMkLst>
          <pc:docMk/>
          <pc:sldMk cId="4069544170" sldId="289"/>
        </pc:sldMkLst>
      </pc:sldChg>
      <pc:sldChg chg="addSp delSp modSp new mod ord">
        <pc:chgData name="Tony TJ Wang (TW)" userId="18033001-5856-41bf-97cd-f021b2ea7695" providerId="ADAL" clId="{86509E4E-F890-43B6-97AB-BA7419744C2D}" dt="2026-08-26T08:40:20.622" v="556" actId="255"/>
        <pc:sldMkLst>
          <pc:docMk/>
          <pc:sldMk cId="2599464912" sldId="296"/>
        </pc:sldMkLst>
        <pc:spChg chg="add mod">
          <ac:chgData name="Tony TJ Wang (TW)" userId="18033001-5856-41bf-97cd-f021b2ea7695" providerId="ADAL" clId="{86509E4E-F890-43B6-97AB-BA7419744C2D}" dt="2026-08-26T08:40:12.736" v="552" actId="1076"/>
          <ac:spMkLst>
            <pc:docMk/>
            <pc:sldMk cId="2599464912" sldId="296"/>
            <ac:spMk id="3" creationId="{699D2354-99A8-0B65-8271-5F3C9B2AE63C}"/>
          </ac:spMkLst>
        </pc:spChg>
        <pc:spChg chg="add mod">
          <ac:chgData name="Tony TJ Wang (TW)" userId="18033001-5856-41bf-97cd-f021b2ea7695" providerId="ADAL" clId="{86509E4E-F890-43B6-97AB-BA7419744C2D}" dt="2026-08-26T08:40:14.745" v="553" actId="1076"/>
          <ac:spMkLst>
            <pc:docMk/>
            <pc:sldMk cId="2599464912" sldId="296"/>
            <ac:spMk id="5" creationId="{82CAD90D-E01E-8658-C010-750747A1866D}"/>
          </ac:spMkLst>
        </pc:spChg>
        <pc:spChg chg="add mod">
          <ac:chgData name="Tony TJ Wang (TW)" userId="18033001-5856-41bf-97cd-f021b2ea7695" providerId="ADAL" clId="{86509E4E-F890-43B6-97AB-BA7419744C2D}" dt="2026-08-26T08:40:20.622" v="556" actId="255"/>
          <ac:spMkLst>
            <pc:docMk/>
            <pc:sldMk cId="2599464912" sldId="296"/>
            <ac:spMk id="8" creationId="{B181DE30-50A2-082B-CEF4-18CD5B21EDD5}"/>
          </ac:spMkLst>
        </pc:spChg>
        <pc:picChg chg="add mod">
          <ac:chgData name="Tony TJ Wang (TW)" userId="18033001-5856-41bf-97cd-f021b2ea7695" providerId="ADAL" clId="{86509E4E-F890-43B6-97AB-BA7419744C2D}" dt="2026-08-26T08:39:40.237" v="539" actId="1076"/>
          <ac:picMkLst>
            <pc:docMk/>
            <pc:sldMk cId="2599464912" sldId="296"/>
            <ac:picMk id="7" creationId="{C1178097-20D2-CF88-6BF5-A0D7A81F423D}"/>
          </ac:picMkLst>
        </pc:picChg>
      </pc:sldChg>
      <pc:sldChg chg="addSp delSp modSp add mod ord">
        <pc:chgData name="Tony TJ Wang (TW)" userId="18033001-5856-41bf-97cd-f021b2ea7695" providerId="ADAL" clId="{86509E4E-F890-43B6-97AB-BA7419744C2D}" dt="2026-08-26T08:40:50.577" v="566" actId="1076"/>
        <pc:sldMkLst>
          <pc:docMk/>
          <pc:sldMk cId="106630151" sldId="297"/>
        </pc:sldMkLst>
        <pc:spChg chg="add mod">
          <ac:chgData name="Tony TJ Wang (TW)" userId="18033001-5856-41bf-97cd-f021b2ea7695" providerId="ADAL" clId="{86509E4E-F890-43B6-97AB-BA7419744C2D}" dt="2026-08-26T08:40:50.577" v="566" actId="1076"/>
          <ac:spMkLst>
            <pc:docMk/>
            <pc:sldMk cId="106630151" sldId="297"/>
            <ac:spMk id="5" creationId="{FA068CB2-23AF-6FCE-7A50-CFDF4DCD3FE4}"/>
          </ac:spMkLst>
        </pc:spChg>
        <pc:picChg chg="add mod">
          <ac:chgData name="Tony TJ Wang (TW)" userId="18033001-5856-41bf-97cd-f021b2ea7695" providerId="ADAL" clId="{86509E4E-F890-43B6-97AB-BA7419744C2D}" dt="2026-08-26T08:40:37.943" v="560" actId="1076"/>
          <ac:picMkLst>
            <pc:docMk/>
            <pc:sldMk cId="106630151" sldId="297"/>
            <ac:picMk id="3" creationId="{77441DA9-BD51-D469-063C-F2B197A6FACF}"/>
          </ac:picMkLst>
        </pc:picChg>
      </pc:sldChg>
      <pc:sldChg chg="addSp delSp modSp new mod ord">
        <pc:chgData name="Tony TJ Wang (TW)" userId="18033001-5856-41bf-97cd-f021b2ea7695" providerId="ADAL" clId="{86509E4E-F890-43B6-97AB-BA7419744C2D}" dt="2026-08-26T08:40:43.914" v="562" actId="1076"/>
        <pc:sldMkLst>
          <pc:docMk/>
          <pc:sldMk cId="2554360611" sldId="299"/>
        </pc:sldMkLst>
        <pc:spChg chg="add mod">
          <ac:chgData name="Tony TJ Wang (TW)" userId="18033001-5856-41bf-97cd-f021b2ea7695" providerId="ADAL" clId="{86509E4E-F890-43B6-97AB-BA7419744C2D}" dt="2026-08-26T08:40:41.294" v="561" actId="1076"/>
          <ac:spMkLst>
            <pc:docMk/>
            <pc:sldMk cId="2554360611" sldId="299"/>
            <ac:spMk id="9" creationId="{E6E1ADB4-38E1-10F2-0F7C-DB46EEAA8488}"/>
          </ac:spMkLst>
        </pc:spChg>
        <pc:spChg chg="add mod">
          <ac:chgData name="Tony TJ Wang (TW)" userId="18033001-5856-41bf-97cd-f021b2ea7695" providerId="ADAL" clId="{86509E4E-F890-43B6-97AB-BA7419744C2D}" dt="2026-08-26T08:40:43.914" v="562" actId="1076"/>
          <ac:spMkLst>
            <pc:docMk/>
            <pc:sldMk cId="2554360611" sldId="299"/>
            <ac:spMk id="11" creationId="{975761DE-5B44-1383-F92A-065EDC92E756}"/>
          </ac:spMkLst>
        </pc:spChg>
        <pc:picChg chg="add mod">
          <ac:chgData name="Tony TJ Wang (TW)" userId="18033001-5856-41bf-97cd-f021b2ea7695" providerId="ADAL" clId="{86509E4E-F890-43B6-97AB-BA7419744C2D}" dt="2026-08-26T08:33:04.428" v="503" actId="1076"/>
          <ac:picMkLst>
            <pc:docMk/>
            <pc:sldMk cId="2554360611" sldId="299"/>
            <ac:picMk id="5" creationId="{293E2457-47C0-6017-1FA6-55408733CB32}"/>
          </ac:picMkLst>
        </pc:picChg>
        <pc:picChg chg="add mod">
          <ac:chgData name="Tony TJ Wang (TW)" userId="18033001-5856-41bf-97cd-f021b2ea7695" providerId="ADAL" clId="{86509E4E-F890-43B6-97AB-BA7419744C2D}" dt="2026-08-26T08:33:00.695" v="501" actId="1076"/>
          <ac:picMkLst>
            <pc:docMk/>
            <pc:sldMk cId="2554360611" sldId="299"/>
            <ac:picMk id="8" creationId="{C7EBA735-B78C-2D41-2D87-F29DEB7BEB39}"/>
          </ac:picMkLst>
        </pc:picChg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721359538" sldId="30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344019484" sldId="301"/>
        </pc:sldMkLst>
      </pc:sldChg>
      <pc:sldChg chg="addSp delSp modSp new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514704115" sldId="302"/>
        </pc:sldMkLst>
        <pc:picChg chg="add mod">
          <ac:chgData name="Tony TJ Wang (TW)" userId="18033001-5856-41bf-97cd-f021b2ea7695" providerId="ADAL" clId="{86509E4E-F890-43B6-97AB-BA7419744C2D}" dt="2026-08-26T07:41:00.343" v="395" actId="1076"/>
          <ac:picMkLst>
            <pc:docMk/>
            <pc:sldMk cId="2514704115" sldId="302"/>
            <ac:picMk id="8" creationId="{D55881AE-99AA-9CF5-6ACB-22F1023CE548}"/>
          </ac:picMkLst>
        </pc:picChg>
        <pc:picChg chg="add mod">
          <ac:chgData name="Tony TJ Wang (TW)" userId="18033001-5856-41bf-97cd-f021b2ea7695" providerId="ADAL" clId="{86509E4E-F890-43B6-97AB-BA7419744C2D}" dt="2026-08-26T07:41:04.905" v="397" actId="1076"/>
          <ac:picMkLst>
            <pc:docMk/>
            <pc:sldMk cId="2514704115" sldId="302"/>
            <ac:picMk id="10" creationId="{E06E8876-7662-E0DB-9807-C866C62E715D}"/>
          </ac:picMkLst>
        </pc:picChg>
      </pc:sldChg>
      <pc:sldChg chg="addSp delSp modSp new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360654132" sldId="303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60654132" sldId="303"/>
            <ac:spMk id="2" creationId="{FFC61194-AA99-E57E-DA3E-2C31C77FA507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60654132" sldId="303"/>
            <ac:spMk id="3" creationId="{37DD5E59-9F8C-3409-2221-C1C12AA72571}"/>
          </ac:spMkLst>
        </pc:spChg>
        <pc:picChg chg="add mod">
          <ac:chgData name="Tony TJ Wang (TW)" userId="18033001-5856-41bf-97cd-f021b2ea7695" providerId="ADAL" clId="{86509E4E-F890-43B6-97AB-BA7419744C2D}" dt="2026-08-26T07:41:16.282" v="402" actId="1076"/>
          <ac:picMkLst>
            <pc:docMk/>
            <pc:sldMk cId="360654132" sldId="303"/>
            <ac:picMk id="6" creationId="{B639B532-BDF9-36FD-8483-EECA3E104FF1}"/>
          </ac:picMkLst>
        </pc:picChg>
      </pc:sldChg>
      <pc:sldChg chg="addSp delSp modSp add mod">
        <pc:chgData name="Tony TJ Wang (TW)" userId="18033001-5856-41bf-97cd-f021b2ea7695" providerId="ADAL" clId="{86509E4E-F890-43B6-97AB-BA7419744C2D}" dt="2026-08-26T09:01:17.332" v="590" actId="1076"/>
        <pc:sldMkLst>
          <pc:docMk/>
          <pc:sldMk cId="741598415" sldId="304"/>
        </pc:sldMkLst>
        <pc:spChg chg="mod">
          <ac:chgData name="Tony TJ Wang (TW)" userId="18033001-5856-41bf-97cd-f021b2ea7695" providerId="ADAL" clId="{86509E4E-F890-43B6-97AB-BA7419744C2D}" dt="2026-08-26T09:01:16.082" v="589" actId="1076"/>
          <ac:spMkLst>
            <pc:docMk/>
            <pc:sldMk cId="741598415" sldId="304"/>
            <ac:spMk id="7" creationId="{5C1C04AE-6023-888A-7864-8A3DD60FC73E}"/>
          </ac:spMkLst>
        </pc:spChg>
        <pc:spChg chg="add mod">
          <ac:chgData name="Tony TJ Wang (TW)" userId="18033001-5856-41bf-97cd-f021b2ea7695" providerId="ADAL" clId="{86509E4E-F890-43B6-97AB-BA7419744C2D}" dt="2026-08-26T08:39:22.172" v="535" actId="14100"/>
          <ac:spMkLst>
            <pc:docMk/>
            <pc:sldMk cId="741598415" sldId="304"/>
            <ac:spMk id="8" creationId="{EE2A7D4C-2416-2A1F-AFC4-788F5196D71B}"/>
          </ac:spMkLst>
        </pc:spChg>
        <pc:picChg chg="add mod modCrop">
          <ac:chgData name="Tony TJ Wang (TW)" userId="18033001-5856-41bf-97cd-f021b2ea7695" providerId="ADAL" clId="{86509E4E-F890-43B6-97AB-BA7419744C2D}" dt="2026-08-26T09:01:14.187" v="588" actId="1076"/>
          <ac:picMkLst>
            <pc:docMk/>
            <pc:sldMk cId="741598415" sldId="304"/>
            <ac:picMk id="11" creationId="{799B8E4A-159A-36C8-121D-86218BD82181}"/>
          </ac:picMkLst>
        </pc:picChg>
        <pc:picChg chg="add mod modCrop">
          <ac:chgData name="Tony TJ Wang (TW)" userId="18033001-5856-41bf-97cd-f021b2ea7695" providerId="ADAL" clId="{86509E4E-F890-43B6-97AB-BA7419744C2D}" dt="2026-08-26T09:01:17.332" v="590" actId="1076"/>
          <ac:picMkLst>
            <pc:docMk/>
            <pc:sldMk cId="741598415" sldId="304"/>
            <ac:picMk id="13" creationId="{23AC456D-1263-5706-8781-9C497F98A738}"/>
          </ac:picMkLst>
        </pc:picChg>
      </pc:sldChg>
      <pc:sldChg chg="addSp new mod">
        <pc:chgData name="Tony TJ Wang (TW)" userId="18033001-5856-41bf-97cd-f021b2ea7695" providerId="ADAL" clId="{86509E4E-F890-43B6-97AB-BA7419744C2D}" dt="2026-08-13T08:01:47.483" v="3" actId="22"/>
        <pc:sldMkLst>
          <pc:docMk/>
          <pc:sldMk cId="678161449" sldId="4119"/>
        </pc:sldMkLst>
        <pc:picChg chg="add">
          <ac:chgData name="Tony TJ Wang (TW)" userId="18033001-5856-41bf-97cd-f021b2ea7695" providerId="ADAL" clId="{86509E4E-F890-43B6-97AB-BA7419744C2D}" dt="2026-08-13T08:01:47.483" v="3" actId="22"/>
          <ac:picMkLst>
            <pc:docMk/>
            <pc:sldMk cId="678161449" sldId="4119"/>
            <ac:picMk id="3" creationId="{CC6B2FF3-1D5E-89E5-5953-142FA194390B}"/>
          </ac:picMkLst>
        </pc:picChg>
      </pc:sldChg>
      <pc:sldChg chg="addSp modSp new mod">
        <pc:chgData name="Tony TJ Wang (TW)" userId="18033001-5856-41bf-97cd-f021b2ea7695" providerId="ADAL" clId="{86509E4E-F890-43B6-97AB-BA7419744C2D}" dt="2026-08-13T08:05:56.981" v="8" actId="1076"/>
        <pc:sldMkLst>
          <pc:docMk/>
          <pc:sldMk cId="3708291182" sldId="4121"/>
        </pc:sldMkLst>
        <pc:picChg chg="add mod">
          <ac:chgData name="Tony TJ Wang (TW)" userId="18033001-5856-41bf-97cd-f021b2ea7695" providerId="ADAL" clId="{86509E4E-F890-43B6-97AB-BA7419744C2D}" dt="2026-08-13T08:05:56.981" v="8" actId="1076"/>
          <ac:picMkLst>
            <pc:docMk/>
            <pc:sldMk cId="3708291182" sldId="4121"/>
            <ac:picMk id="3" creationId="{7629E256-9BA1-CC61-6CF6-F32EE6FE4842}"/>
          </ac:picMkLst>
        </pc:picChg>
      </pc:sldChg>
      <pc:sldChg chg="addSp delSp modSp new mod ord">
        <pc:chgData name="Tony TJ Wang (TW)" userId="18033001-5856-41bf-97cd-f021b2ea7695" providerId="ADAL" clId="{86509E4E-F890-43B6-97AB-BA7419744C2D}" dt="2026-08-13T08:14:18.955" v="20" actId="22"/>
        <pc:sldMkLst>
          <pc:docMk/>
          <pc:sldMk cId="2246093613" sldId="4122"/>
        </pc:sldMkLst>
        <pc:picChg chg="add mod">
          <ac:chgData name="Tony TJ Wang (TW)" userId="18033001-5856-41bf-97cd-f021b2ea7695" providerId="ADAL" clId="{86509E4E-F890-43B6-97AB-BA7419744C2D}" dt="2026-08-13T08:12:37.928" v="14" actId="1076"/>
          <ac:picMkLst>
            <pc:docMk/>
            <pc:sldMk cId="2246093613" sldId="4122"/>
            <ac:picMk id="3" creationId="{76B8456D-67EC-335A-05C8-91D0ACFD1628}"/>
          </ac:picMkLst>
        </pc:picChg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338497899" sldId="214747161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3385829111" sldId="2147471611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4266216018" sldId="2147471612"/>
        </pc:sldMkLst>
      </pc:sldChg>
      <pc:sldChg chg="add ord">
        <pc:chgData name="Tony TJ Wang (TW)" userId="18033001-5856-41bf-97cd-f021b2ea7695" providerId="ADAL" clId="{86509E4E-F890-43B6-97AB-BA7419744C2D}" dt="2026-08-26T07:24:04.996" v="302"/>
        <pc:sldMkLst>
          <pc:docMk/>
          <pc:sldMk cId="1984436587" sldId="2147471618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277337181" sldId="2147471622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089504799" sldId="2147471623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1521235129" sldId="2147471626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806025323" sldId="2147471627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4250702178" sldId="2147471632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4237972989" sldId="2147471633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91331744" sldId="2147471634"/>
        </pc:sldMkLst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119080904" sldId="2147471635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2" creationId="{AAAB61BE-CAA7-BC81-B2A4-1E350EAF62FA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3" creationId="{17D14F5D-29BE-1BDE-AE7C-30F43A7B7974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4" creationId="{48E04D8A-0D68-C063-D5ED-17DAC77F4BCA}"/>
          </ac:spMkLst>
        </pc:spChg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467171543" sldId="2147471636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2" creationId="{C961C7A9-8040-8A66-E380-CDB63F8EC85C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3" creationId="{ED1FD4D1-E983-FC7D-989F-B3CD09A45412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4" creationId="{5B0659AF-30A6-74C6-3B06-D0F40A8E5A51}"/>
          </ac:spMkLst>
        </pc:spChg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3574416562" sldId="2147471637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2" creationId="{EA30E22E-10B1-AE8F-677F-A3BC8AD36FA5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3" creationId="{0AC8CD98-B1E4-94FC-E3DE-5F967851D071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4" creationId="{43F0CE76-E751-EDB4-F8D9-45DD6B20AD53}"/>
          </ac:spMkLst>
        </pc:spChg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4132854497" sldId="2147471638"/>
        </pc:sldMkLst>
      </pc:sldChg>
      <pc:sldChg chg="addSp delSp 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055900988" sldId="2147471642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3" creationId="{3CFAF4F7-DD04-E73B-31AC-AA786DD2A3E7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4" creationId="{1F8AC684-621F-56AE-B411-537B5B509B26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13" creationId="{7E0A3E8B-36B3-3088-6BF4-F751E1A28501}"/>
          </ac:spMkLst>
        </pc:spChg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597535416" sldId="2147471647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785920302" sldId="2147471648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3120340878" sldId="2147471649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982551857" sldId="214747165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2948209876" sldId="2147471651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74290052" sldId="2147471652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79908558" sldId="2147471653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3799494147" sldId="2147471654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884221787" sldId="2147471655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2935639352" sldId="2147471656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447439805" sldId="2147471657"/>
        </pc:sldMkLst>
      </pc:sldChg>
      <pc:sldChg chg="add ord">
        <pc:chgData name="Tony TJ Wang (TW)" userId="18033001-5856-41bf-97cd-f021b2ea7695" providerId="ADAL" clId="{86509E4E-F890-43B6-97AB-BA7419744C2D}" dt="2026-08-26T07:24:04.996" v="302"/>
        <pc:sldMkLst>
          <pc:docMk/>
          <pc:sldMk cId="4008478433" sldId="2147471664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1149247235" sldId="2147471665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1885898768" sldId="2147471666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3086659854" sldId="2147471667"/>
        </pc:sldMkLst>
      </pc:sldChg>
      <pc:sldChg chg="add ord">
        <pc:chgData name="Tony TJ Wang (TW)" userId="18033001-5856-41bf-97cd-f021b2ea7695" providerId="ADAL" clId="{86509E4E-F890-43B6-97AB-BA7419744C2D}" dt="2026-08-26T07:25:11.809" v="313"/>
        <pc:sldMkLst>
          <pc:docMk/>
          <pc:sldMk cId="3071817210" sldId="2147471671"/>
        </pc:sldMkLst>
      </pc:sldChg>
      <pc:sldChg chg="add ord">
        <pc:chgData name="Tony TJ Wang (TW)" userId="18033001-5856-41bf-97cd-f021b2ea7695" providerId="ADAL" clId="{86509E4E-F890-43B6-97AB-BA7419744C2D}" dt="2026-08-26T07:25:32.066" v="316"/>
        <pc:sldMkLst>
          <pc:docMk/>
          <pc:sldMk cId="2330717037" sldId="2147471672"/>
        </pc:sldMkLst>
      </pc:sldChg>
      <pc:sldChg chg="add ord">
        <pc:chgData name="Tony TJ Wang (TW)" userId="18033001-5856-41bf-97cd-f021b2ea7695" providerId="ADAL" clId="{86509E4E-F890-43B6-97AB-BA7419744C2D}" dt="2026-08-26T07:25:32.066" v="316"/>
        <pc:sldMkLst>
          <pc:docMk/>
          <pc:sldMk cId="800678970" sldId="2147471673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4004244919" sldId="2147471689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520692316" sldId="2147471690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2250428090" sldId="2147471694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429173059" sldId="2147471695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556327753" sldId="2147471697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2966213305" sldId="2147471698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3311238796" sldId="2147471703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1218129924" sldId="2147471704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1224167629" sldId="2147471705"/>
        </pc:sldMkLst>
      </pc:sldChg>
      <pc:sldChg chg="modSp add del mod">
        <pc:chgData name="Tony TJ Wang (TW)" userId="18033001-5856-41bf-97cd-f021b2ea7695" providerId="ADAL" clId="{86509E4E-F890-43B6-97AB-BA7419744C2D}" dt="2026-08-26T07:21:00.545" v="299"/>
        <pc:sldMkLst>
          <pc:docMk/>
          <pc:sldMk cId="554073569" sldId="2147471722"/>
        </pc:sldMkLst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554073569" sldId="2147471722"/>
            <ac:spMk id="14" creationId="{3BD44A5F-D0AA-BF1E-6829-92E7E607B553}"/>
          </ac:spMkLst>
        </pc:spChg>
      </pc:sldChg>
      <pc:sldChg chg="modSp add del mod">
        <pc:chgData name="Tony TJ Wang (TW)" userId="18033001-5856-41bf-97cd-f021b2ea7695" providerId="ADAL" clId="{86509E4E-F890-43B6-97AB-BA7419744C2D}" dt="2026-08-26T07:21:00.545" v="299"/>
        <pc:sldMkLst>
          <pc:docMk/>
          <pc:sldMk cId="3929345242" sldId="2147471723"/>
        </pc:sldMkLst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7" creationId="{A63A297D-2F35-7812-303A-16AD896A5B3A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1" creationId="{00C68E4D-21AB-08CD-419F-8429E0F0DB56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2" creationId="{E9BB387C-D24E-5C83-0468-18A25461E280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3" creationId="{C772BD97-777E-8670-8416-8547A807F60F}"/>
          </ac:spMkLst>
        </pc:spChg>
      </pc:sldChg>
      <pc:sldChg chg="add">
        <pc:chgData name="Tony TJ Wang (TW)" userId="18033001-5856-41bf-97cd-f021b2ea7695" providerId="ADAL" clId="{86509E4E-F890-43B6-97AB-BA7419744C2D}" dt="2026-08-26T07:28:41.008" v="324"/>
        <pc:sldMkLst>
          <pc:docMk/>
          <pc:sldMk cId="17382343" sldId="2147471724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1821783111" sldId="2147471725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32533317" sldId="2147471726"/>
        </pc:sldMkLst>
      </pc:sldChg>
      <pc:sldChg chg="add ord">
        <pc:chgData name="Tony TJ Wang (TW)" userId="18033001-5856-41bf-97cd-f021b2ea7695" providerId="ADAL" clId="{86509E4E-F890-43B6-97AB-BA7419744C2D}" dt="2026-08-26T07:37:31.476" v="352"/>
        <pc:sldMkLst>
          <pc:docMk/>
          <pc:sldMk cId="2676554576" sldId="2147471727"/>
        </pc:sldMkLst>
      </pc:sldChg>
      <pc:sldChg chg="add ord">
        <pc:chgData name="Tony TJ Wang (TW)" userId="18033001-5856-41bf-97cd-f021b2ea7695" providerId="ADAL" clId="{86509E4E-F890-43B6-97AB-BA7419744C2D}" dt="2026-08-26T07:37:31.476" v="352"/>
        <pc:sldMkLst>
          <pc:docMk/>
          <pc:sldMk cId="3986693228" sldId="2147471728"/>
        </pc:sldMkLst>
      </pc:sldChg>
      <pc:sldChg chg="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242471186" sldId="2147471729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2" creationId="{581566A1-460A-B6C8-7897-25EBDE7DA346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3" creationId="{AE48430D-5555-2028-9FEB-4564DF5DCC45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6" creationId="{F7F50117-E101-A398-85D0-5678B16A31D8}"/>
          </ac:spMkLst>
        </pc:spChg>
      </pc:sldChg>
      <pc:sldChg chg="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216800107" sldId="2147471730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3" creationId="{094D05D2-F793-ECE9-3DE3-ECAC4E0FB80E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6" creationId="{816C4870-D1A1-9A10-A8ED-313BEFC96E11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7" creationId="{C45343BF-FFF9-675A-6730-32F05149995A}"/>
          </ac:spMkLst>
        </pc:spChg>
      </pc:sldChg>
      <pc:sldChg chg="addSp delSp modSp add del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812243640" sldId="2147471758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2" creationId="{3E6E3BE0-C2C0-A042-24DF-086F26D33FBC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3" creationId="{09EF78B3-D5DB-E432-D9FF-6795C54E7044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4" creationId="{9D55DBD4-9962-EEBB-075E-1B36BC34A2AE}"/>
          </ac:spMkLst>
        </pc:spChg>
        <pc:picChg chg="add mod">
          <ac:chgData name="Tony TJ Wang (TW)" userId="18033001-5856-41bf-97cd-f021b2ea7695" providerId="ADAL" clId="{86509E4E-F890-43B6-97AB-BA7419744C2D}" dt="2026-08-26T07:40:21.548" v="384" actId="1076"/>
          <ac:picMkLst>
            <pc:docMk/>
            <pc:sldMk cId="1812243640" sldId="2147471758"/>
            <ac:picMk id="9" creationId="{0EABAE12-ABF6-8964-8620-D2FFB418A2D6}"/>
          </ac:picMkLst>
        </pc:picChg>
        <pc:picChg chg="add mod">
          <ac:chgData name="Tony TJ Wang (TW)" userId="18033001-5856-41bf-97cd-f021b2ea7695" providerId="ADAL" clId="{86509E4E-F890-43B6-97AB-BA7419744C2D}" dt="2026-08-26T07:40:26.519" v="387" actId="1076"/>
          <ac:picMkLst>
            <pc:docMk/>
            <pc:sldMk cId="1812243640" sldId="2147471758"/>
            <ac:picMk id="11" creationId="{A2D57C02-2453-5D13-1ACE-C5C0E1D082D1}"/>
          </ac:picMkLst>
        </pc:picChg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842812038" sldId="2147471765"/>
        </pc:sldMkLst>
      </pc:sldChg>
      <pc:sldChg chg="ord">
        <pc:chgData name="Tony TJ Wang (TW)" userId="18033001-5856-41bf-97cd-f021b2ea7695" providerId="ADAL" clId="{86509E4E-F890-43B6-97AB-BA7419744C2D}" dt="2026-08-26T07:36:28.665" v="347"/>
        <pc:sldMkLst>
          <pc:docMk/>
          <pc:sldMk cId="215186150" sldId="2147471831"/>
        </pc:sldMkLst>
      </pc:sldChg>
      <pc:sldChg chg="delSp mod ord modNotesTx">
        <pc:chgData name="Tony TJ Wang (TW)" userId="18033001-5856-41bf-97cd-f021b2ea7695" providerId="ADAL" clId="{86509E4E-F890-43B6-97AB-BA7419744C2D}" dt="2026-08-26T07:16:10.085" v="280" actId="20577"/>
        <pc:sldMkLst>
          <pc:docMk/>
          <pc:sldMk cId="3693095151" sldId="2147483644"/>
        </pc:sldMkLst>
      </pc:sldChg>
      <pc:sldChg chg="ord">
        <pc:chgData name="Tony TJ Wang (TW)" userId="18033001-5856-41bf-97cd-f021b2ea7695" providerId="ADAL" clId="{86509E4E-F890-43B6-97AB-BA7419744C2D}" dt="2026-08-26T07:33:40.478" v="341"/>
        <pc:sldMkLst>
          <pc:docMk/>
          <pc:sldMk cId="1652456660" sldId="2147483645"/>
        </pc:sldMkLst>
      </pc:sldChg>
      <pc:sldChg chg="ord">
        <pc:chgData name="Tony TJ Wang (TW)" userId="18033001-5856-41bf-97cd-f021b2ea7695" providerId="ADAL" clId="{86509E4E-F890-43B6-97AB-BA7419744C2D}" dt="2026-08-26T07:33:16.815" v="337"/>
        <pc:sldMkLst>
          <pc:docMk/>
          <pc:sldMk cId="2351879941" sldId="2147483647"/>
        </pc:sldMkLst>
      </pc:sldChg>
      <pc:sldMasterChg chg="delSldLayout">
        <pc:chgData name="Tony TJ Wang (TW)" userId="18033001-5856-41bf-97cd-f021b2ea7695" providerId="ADAL" clId="{86509E4E-F890-43B6-97AB-BA7419744C2D}" dt="2026-08-26T07:24:47.954" v="307" actId="47"/>
        <pc:sldMasterMkLst>
          <pc:docMk/>
          <pc:sldMasterMk cId="358941851" sldId="2147483752"/>
        </pc:sldMasterMkLst>
      </pc:sldMasterChg>
      <pc:sldMasterChg chg="delSldLayout modSldLayout sldLayoutOrd">
        <pc:chgData name="Tony TJ Wang (TW)" userId="18033001-5856-41bf-97cd-f021b2ea7695" providerId="ADAL" clId="{86509E4E-F890-43B6-97AB-BA7419744C2D}" dt="2026-08-28T08:56:32.496" v="593"/>
        <pc:sldMasterMkLst>
          <pc:docMk/>
          <pc:sldMasterMk cId="3950966955" sldId="2147483916"/>
        </pc:sldMasterMkLst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47413589" sldId="214748398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47413589" sldId="2147483980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47413589" sldId="2147483980"/>
              <ac:spMk id="5" creationId="{98AB6ED3-C5F6-877C-DAED-BEF7F304594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89345167" sldId="214748398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3" creationId="{DFD90212-F74C-9DC9-0056-4F5DDF0194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5" creationId="{98AB6ED3-C5F6-877C-DAED-BEF7F30459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6" creationId="{5E0745CB-2FF7-A852-6865-A8F426EE120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263929705" sldId="214748398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3" creationId="{75979435-2CA0-F566-8195-3E80CC2D618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5" creationId="{7518CD4E-B949-EF88-4945-7E36C001572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7" creationId="{3A2C4AA3-8599-3431-5E25-2E68E7DB9FC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11330401" sldId="214748398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51454211" sldId="214748398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73329092" sldId="214748398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32537693" sldId="214748398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2" creationId="{B4539E65-4ABC-F7FC-FCE0-B29255497D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6" creationId="{8A3789D3-8936-6361-B279-04482E5DA0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7" creationId="{D2CF944E-CA0D-78C4-2738-7FF65A3C61D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06376902" sldId="214748398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5" creationId="{14843C2F-D12F-B2E4-1020-42BB1F404EE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6" creationId="{78D8C702-FC4B-D3F7-8D51-D2B3DFBA1CC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8" creationId="{2074E594-75BC-BB21-5CB5-2ECACC5760F1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02331590" sldId="214748398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2" creationId="{B4539E65-4ABC-F7FC-FCE0-B29255497D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4" creationId="{50A2C7B7-9D29-E058-E1D5-11CACA15256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7" creationId="{F14AAF1B-63A7-87FB-CF3E-274298F4B36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8" creationId="{06EDDF0F-F4F8-2669-FD63-410B84DD24E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10" creationId="{8BF9F556-4510-F7DD-B333-C401D75BD7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16" creationId="{AFBC73D5-BBD4-6DEA-ABD4-C7C99DE36B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87811106" sldId="214748398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5" creationId="{7518CD4E-B949-EF88-4945-7E36C001572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220726195" sldId="214748399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476535555" sldId="214748399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25261477" sldId="214748399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604783140" sldId="214748399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6" creationId="{E38019E0-279D-A4EC-36F3-E0B1A717FCF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7" creationId="{B8872EE6-00EE-7E3B-FF0A-4031AD0A1F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92594306" sldId="214748399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3" creationId="{65C0038A-3A68-0DB9-64FC-6F889D75D38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6" creationId="{97BC8435-1364-314D-C920-74E9DEDB1E4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7" creationId="{D73A66C0-F670-A68E-E8AB-864BA888682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0198183" sldId="214748399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4" creationId="{EE189DEE-6989-9A74-BDE8-CA73B91086F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7" creationId="{6DE5500C-FE6E-579B-63C3-09F6ADCF909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8" creationId="{DD78BEAF-F2F8-DC26-B864-8F818213806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079323" sldId="214748399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3" creationId="{8D3D9662-5F2D-57D9-7407-78275144A6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6" creationId="{CE0852A2-F289-0299-38DA-54988A9CF40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7" creationId="{D73A66C0-F670-A68E-E8AB-864BA88868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8" creationId="{417BEBC1-805D-DD3E-7FB7-E733D35B8EF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48924780" sldId="214748399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3" creationId="{0EEDD237-2AD5-3154-E113-01E98DC0986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8" creationId="{C3079065-EEA7-BD3F-374F-2BD4FA17413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13" creationId="{D9EB10B1-191A-630B-CAE5-F7CB250CA41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16" creationId="{FB735FB7-5411-F2F1-D974-F773B1B8360F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1254178586" sldId="214748399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8" creationId="{09A13E53-F775-A736-E17E-0D3BA9C73AF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10" creationId="{8379B048-01BA-296A-05B7-D40EDFD37263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26260199" sldId="214748399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5" creationId="{51C9977E-07C7-6A42-E691-FD4699CEC98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7" creationId="{090265C7-5AAC-0489-DEB2-CECC63DAC28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041626689" sldId="214748400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3" creationId="{FB51044C-932D-8FC3-B3AB-1F32819D3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4" creationId="{A5CBFC34-8CB2-CC41-3972-5FC87B9BDCE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5" creationId="{A24DD9E3-0BCC-FF96-2B5A-1C600C721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7" creationId="{9F37A09F-4048-050A-FDB3-83EC9C37253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8" creationId="{E24C1953-6774-4962-D21C-79F931E8AFE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519284577" sldId="214748400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3" creationId="{FB51044C-932D-8FC3-B3AB-1F32819D3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4" creationId="{81241698-5CD8-C604-8076-E2C7174471A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5" creationId="{A24DD9E3-0BCC-FF96-2B5A-1C600C721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6" creationId="{09364D4B-08FC-0F72-14EE-FFE49CBE3E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8" creationId="{37630663-0430-1D7C-EBF0-D28C79961CF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11" creationId="{0161467A-7063-86D7-24E8-072DC8FE58E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710666384" sldId="214748400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3" creationId="{DF56AB70-B001-F407-DDA0-8274B08150B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5" creationId="{BFFD3C8C-DE95-11CF-E112-F1CDEBBBAF2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7" creationId="{BB0E27A5-BC84-EBC4-82C5-E8CF838E43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11" creationId="{0161467A-7063-86D7-24E8-072DC8FE58E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276174915" sldId="214748400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3" creationId="{60C2534F-0DED-9179-1BA0-BA7BBA63E4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5" creationId="{C21211E5-4A9D-2EA5-349A-BFEBB51D88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7" creationId="{51EE832E-3DC6-D6FD-08F2-B144435DFC4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8" creationId="{AF6631A4-F894-4AFF-B75F-0AABD9BAEA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11" creationId="{0161467A-7063-86D7-24E8-072DC8FE58E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12" creationId="{F42546D2-619E-D256-A62A-62019DAA477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68187545" sldId="214748400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2" creationId="{E62847D5-ADA8-3259-2549-281D1A6D552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3" creationId="{91E3B5C0-2252-2AC3-B6AC-A233A36FBD7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5" creationId="{3634351F-B70F-FAD9-F7BB-519E4552F5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7" creationId="{51EE832E-3DC6-D6FD-08F2-B144435DFC4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8" creationId="{AF6631A4-F894-4AFF-B75F-0AABD9BAEA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9" creationId="{BF7E05F9-3B71-A92F-C27D-3EA7295545B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0" creationId="{5436620D-30A8-EA32-EBA9-0FB0D98A3A5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3" creationId="{FCDEC8E4-3556-9DFF-F8E0-3E599203F3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4" creationId="{08EEADAB-1623-2FF8-2487-6AA4F7EC358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64438517" sldId="214748400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5" creationId="{A03E9A5D-D94B-2C14-C57F-8CEEA73EB97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9" creationId="{489906B8-D3A9-4BCE-6015-ACFE378C72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10" creationId="{FE0E6B83-F5A0-569B-4BAB-B7F61D7D08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11" creationId="{46DFEB0B-173F-2B4F-16A8-263FCC6CEC2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85248937" sldId="214748400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4" creationId="{B015D90A-43B1-2686-2FB5-24977CABC77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5" creationId="{1C2027B2-3AF9-ACB0-EFBF-E307D2CA34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7" creationId="{305BD07F-9015-08E7-A1B9-CEE3998C38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8" creationId="{96E79EC7-3C5A-2B86-5F55-4E1518901C1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17" creationId="{281D6954-23FD-DBC4-8238-AE64FBE579A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75404505" sldId="214748400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3" creationId="{BE946374-FA30-CA90-8DA8-4D3D9C8D955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4" creationId="{E9C1A15D-9D72-ADF5-F762-A0FCDB4299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5" creationId="{F894016E-E9A2-621D-7E7E-4C60EA7D14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7" creationId="{B7BD091D-1A71-D98C-9FBE-055914E894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8" creationId="{6B0989A2-BAE8-DBCB-9B68-2A6A9EEEC5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9" creationId="{6B661239-E68D-0808-F96A-FE85956F113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580867760" sldId="214748400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3" creationId="{79626A07-2517-5726-4FDD-0AC9D92990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4" creationId="{943EE09F-88BE-B892-E588-CE1A64CF45A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5" creationId="{06046AFA-0660-1D2A-C174-4EABDBEAAA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6" creationId="{73FDB890-3693-B329-5A7C-C65A3B124F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7" creationId="{89862BAD-5A88-900F-A59B-68B96AB4149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8" creationId="{0DA847B6-5ED7-CD22-AC77-BE2F874194B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33767521" sldId="214748400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3" creationId="{6955500F-3808-9CA2-1F44-A6416457143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5" creationId="{97546331-F0CB-B769-2ED0-10C215328D5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6" creationId="{E6F2E23D-BB9F-B34F-EC85-66F73AA738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8" creationId="{9D560317-BC9E-E5E9-EC4B-BE83B3CA15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9" creationId="{7809C51E-8610-C513-8EEC-D5CB091B65E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10" creationId="{DFE232A4-E7EE-98E3-AD8F-428E48A336B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11" creationId="{A39229A9-9F4B-8863-1C67-62C2859D9BE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540457667" sldId="214748401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3" creationId="{3279AEC2-3D38-AA3C-D9ED-F56066F0252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4" creationId="{2B415381-8D1E-8A6F-693B-DB90EB881D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6" creationId="{1F2E443D-FB19-EC91-F034-92383A4D9EA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8" creationId="{9D560317-BC9E-E5E9-EC4B-BE83B3CA15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0" creationId="{8E8D28FD-FF5F-398A-38AD-0E9B9DE0EC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2" creationId="{E2C8463D-8B6E-9FF2-1B5C-72452E9273E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3" creationId="{39DE996C-A166-458A-310E-FEBC9C52A7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4" creationId="{134591D3-6AC4-CADD-BA45-1311233200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6" creationId="{33601CD4-0BCA-521B-0F56-3E84B8C91F7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23573422" sldId="214748401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3" creationId="{E67D3849-C8CD-8658-1466-0AC905A3290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5" creationId="{C3E8CA74-2A20-C79E-AB93-415F841BF9A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6" creationId="{D986D8FF-CF64-064A-9F64-6F1DDA4C97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7" creationId="{45FB2FC1-37EA-E80B-8E2C-5BB79F82C54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1" creationId="{F4A2F6DA-84DB-C19E-4C0E-907410D65A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2" creationId="{91E96ECE-0D5F-0C73-B9DA-305E820717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3" creationId="{3FB0C79D-C35F-8072-C668-9D9D7A93739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76360593" sldId="214748401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3" creationId="{E6D39F23-E441-3514-2A4F-F9CCA29119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5" creationId="{90658801-9D03-6822-31B7-920A8C4C5D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6" creationId="{C4FF4641-ED6B-EA6B-E1D6-5913E5D1C4A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7" creationId="{FE222EB9-6543-2E06-6048-C32D6D58FB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8" creationId="{738BD24F-B7A9-6A5E-4B91-293E35C9624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9" creationId="{3EA62964-C972-788F-A145-641910913B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1" creationId="{E8465518-586C-3585-5D66-F8C5F7841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2" creationId="{32A0F579-2C59-6C73-6CB2-7D28A65E2EE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3" creationId="{6C860A8A-DDDD-D41D-7D92-718D7B4F0FA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13042700" sldId="214748401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3" creationId="{4BD5BA45-6FFD-0692-0F0F-E110F28E68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4" creationId="{14B2DDC5-30CC-4253-DAE0-02B6367366D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5" creationId="{6A0EF6EA-3F57-5496-E0F3-4864ED1104A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6" creationId="{D986D8FF-CF64-064A-9F64-6F1DDA4C97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7" creationId="{BC4F89F3-153E-1F6B-8CFE-E1D4D687491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12" creationId="{32898A4C-932E-23E9-DC30-A54F1747D7D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26993151" sldId="214748401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3" creationId="{34BACFA0-1865-CA7A-660A-9F840AA5ED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7" creationId="{AB18F79E-2EEB-FEB6-9FD2-CF00E69E399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9" creationId="{BCCFAC37-C331-299A-576E-FB4D9E873F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0" creationId="{B50CDAE4-0C34-CA3B-8150-C653F963250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1" creationId="{32934F70-692D-5369-94C8-0030A3CD43F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2" creationId="{75F0D866-D99D-B922-92B9-43D8C80FC3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4" creationId="{28C2AC20-FA64-9BFB-4B6C-CC4DC765CF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75771468" sldId="214748401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3" creationId="{34BACFA0-1865-CA7A-660A-9F840AA5ED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4" creationId="{35EB01E0-E6A4-D360-2FD4-9B71B2DE0DC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7" creationId="{5AAE7EEF-B347-4D56-A6AE-448368A5BED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9" creationId="{BCCFAC37-C331-299A-576E-FB4D9E873F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0" creationId="{4626FCF7-D9DB-AA92-E09A-63795E0A9BF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1" creationId="{3EAED7B3-1E01-DB3C-A9C0-C02BF6D0CA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2" creationId="{1DF4DD5F-AF74-EA4E-244D-3B8BF6C634D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3" creationId="{663492E0-8524-F0F0-654F-078445BB721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51893358" sldId="214748401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3" creationId="{FDAB432F-854F-42B3-F530-13E74D7AAA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5" creationId="{357B41B5-877C-16C0-86C3-0049A6AEFD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6" creationId="{3B9F6906-FD55-4ECF-BC68-21EDA9D4716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7" creationId="{AF5BE851-36FB-AE1C-238B-97C05E05B1A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8" creationId="{C3EBFD86-34DE-5EF4-510C-8C6F417E645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9" creationId="{87ADAD20-05B4-05C7-E934-6F9C1436EB7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56306695" sldId="214748401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3" creationId="{15B11690-3DC6-7B4C-5196-E388A51146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7" creationId="{DF7CA4CE-E47A-514D-5828-6AA4EAEAA5D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9" creationId="{408A6C4D-3F5E-1CC8-64FD-F01177BD1E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0" creationId="{BE81782A-2131-81EC-B274-273228A022F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1" creationId="{1C7B2FA3-BB01-C042-C3E2-CE1E30B4DC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2" creationId="{5817751D-AEF1-E60E-A99F-8E78DF21FF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4" creationId="{AC495E7E-4FB5-532A-2A69-899751FD4B0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69354394" sldId="214748401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5" creationId="{7A4C48D2-B18D-75C7-0C7E-1D9DB13960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6" creationId="{D9EBCD51-8DA2-A863-38B9-4D39E92CBCD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7" creationId="{EDE25965-5FF0-06E1-006B-1D9AEC33DC6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1" creationId="{F248317B-0C78-D1D7-C7AA-97B940FCDFD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3" creationId="{9E1EEBC7-B3D2-0C33-A1E4-86D938D57B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4" creationId="{DE61D85C-E065-C899-A314-61A9747899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6" creationId="{2AC1B240-8DE4-93F4-7F67-7A0D12BFCB2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7" creationId="{26AF7A0A-28F9-E71C-DA0E-449F854A8D7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36100002" sldId="214748401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3" creationId="{9C3E4A20-48E1-6B96-207C-2A01DD8E9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9" creationId="{404392E8-8FC9-D8AC-538E-69F5A15C16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0" creationId="{E1769020-22C9-8DED-D532-40F11F2D33C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1" creationId="{5F5E5E69-4FFF-DFC2-659C-7E55787A02F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2" creationId="{FEE2C3B1-D32B-2DC8-8154-D81D141486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3" creationId="{E4143737-9FAE-4BEB-0906-D059D53A4E5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4" creationId="{5FAA5E52-06C6-50C6-842F-09B2897EBA2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5" creationId="{BE4E3AAB-764D-686D-74DE-DD6CA156031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8" creationId="{E50EC622-9E3E-7826-5B6E-3F05131728C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9" creationId="{87CC549C-7C7A-4C05-D6A7-8187C41504D4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393728460" sldId="214748402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3" creationId="{15361E65-8489-022E-9A46-0B36035A11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5" creationId="{6F60ED92-61BC-58F9-6255-C99E6BFB73B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6" creationId="{4903BE73-FFB9-9122-4626-1B97EB913FE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1" creationId="{42EA7D05-D7C0-FDE4-0EBC-5FC8729460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4" creationId="{73B30585-2E0B-0145-792D-87F4CBF909B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7" creationId="{CF1ADCBF-761E-4BC8-95AF-5ED8A304B9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8" creationId="{FD1333CB-59A1-E4BE-4739-1CA1A660FB0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824589199" sldId="214748402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3" creationId="{9FC01FB3-8B1A-6F97-AB07-F4AF0F675F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5" creationId="{2E9AFACD-CF24-6CBE-B881-BC67257530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0" creationId="{B1E147C2-A10D-59C4-CC48-6D69F1DA61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1" creationId="{A86AE55E-C7BC-EC71-C728-F72A80B86C8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2" creationId="{F55CDC6F-9090-45B3-C7DF-1D1A5E390D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3" creationId="{CB40FF7B-D30A-160F-9C8B-1003AE57EE9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4" creationId="{97083C73-43EE-6C29-DF37-8BDBD14592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5" creationId="{FAAF6896-CE8D-11B6-CDB6-B5581B467D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9" creationId="{EE952CC9-7B70-01FB-582B-30F68D4C37F3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21476042" sldId="214748402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2" creationId="{F7150835-224A-C855-A540-11B95474A7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3" creationId="{9FC01FB3-8B1A-6F97-AB07-F4AF0F675F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4" creationId="{1C018B1A-B52B-AC9A-63B1-F00217B38E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5" creationId="{2E9AFACD-CF24-6CBE-B881-BC67257530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0" creationId="{83A6C828-337E-DF3F-E796-CD513517E4D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1" creationId="{5039018F-04C9-76F6-FBBC-358D2F0A100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2" creationId="{F0641CF8-17DD-D58B-57D0-9302944604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3" creationId="{F8C87661-3C9C-724E-425D-6BFB684FAA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4" creationId="{C1CA5D93-F653-F2C0-8751-8A90F765D4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5" creationId="{59DA2641-90BA-C589-4AC5-93DB0472E74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47986740" sldId="214748402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3" creationId="{7953C0A1-993D-3C98-C331-16749B76A8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5" creationId="{15441E1C-321B-0C48-3C86-6A2676A09A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7" creationId="{1BE33546-5281-3759-9C24-7C92D3AB81E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8" creationId="{CD8F01FB-26C3-D412-CD60-13931D0A16A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0" creationId="{52D6BCE3-5DC0-F54B-0BF2-1E8CB838F9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2" creationId="{3544A30F-D4EB-D59A-37AC-6229A950B4E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3" creationId="{CC17F671-8B9C-F9FE-AEDA-9A8FBDDADA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4" creationId="{ECE30FE5-2A66-1ECD-730E-80C2B769357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5" creationId="{067701D3-6751-E230-8414-4D83FACD190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7" creationId="{9919F7E4-902E-17BD-9A23-BEC353B5408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55202269" sldId="214748402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5" creationId="{CA070464-B6E7-0612-AE11-56A546D97BD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7" creationId="{D2B9EA5E-E423-D219-6037-CCB61AE3B50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8" creationId="{C901CE32-26BB-268E-2590-66DB5ADDFD9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44750512" sldId="214748402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4" creationId="{D4716BEF-8A35-16AB-2612-D5ADC74B28F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7" creationId="{AE32291E-24B4-2FB8-4B35-A439686DB95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8" creationId="{61A378F0-4CD0-C4E0-D2F7-5959B577E1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9" creationId="{60655EE7-5FC0-8DDF-88F0-21ECCBD7D31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92330433" sldId="214748402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3" creationId="{0617E1E3-DEC2-78E7-9998-E4FF637CE3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7" creationId="{7DFE5ED4-420E-CADB-A68A-A7D42128079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8" creationId="{961284F9-299F-5762-4D10-4246CB963FF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9" creationId="{F7339CEB-91F9-B7FD-86D6-A4C114DA300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13" creationId="{743AD5A7-567D-9EC7-BECB-71D2480F24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17" creationId="{0D1BEFAC-D99F-7020-6110-CD8460311AF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92095817" sldId="214748402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3" creationId="{420F89DA-180E-8B5A-DBF0-E46D4BE19FF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5" creationId="{94CDF16A-3F0F-40AD-25BD-32F2F4A17D0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7" creationId="{E1340CD9-3B8A-B030-B8FC-EAD510678C8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85228471" sldId="214748402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3" creationId="{746CDA39-33E4-3C95-FE9D-6263CE3649C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5" creationId="{A3CBD27D-46ED-F893-79F1-23481FEA9E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7" creationId="{8206B60F-A556-76A5-2FBC-4C736F4B16C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435470971" sldId="214748402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3" creationId="{B31972B4-0D39-C3FB-E17F-DC8EC7D118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5" creationId="{51A77249-98B8-FACA-4ACE-60FB5325B01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7" creationId="{3427FF8A-B4F7-3F6B-6AC3-2F7EC1DCAAD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78859763" sldId="214748403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3" creationId="{F2C136D6-EB53-8EAB-067D-F21D72B54E2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4" creationId="{748F1255-B234-8F3E-2E95-66C55731FF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8" creationId="{694593D8-AEB6-3CA5-7E3B-6BA6D552DB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9" creationId="{C1E67C1D-7D69-01C7-F212-8FD6EC41D5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740448089" sldId="214748403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3" creationId="{CAF96854-0B82-0332-CB0D-B653A0471D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4" creationId="{629E8A37-B7AE-34F5-AC2C-2C3307E453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5" creationId="{83E901E5-0C0F-02C2-6E8B-66E81BE06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10" creationId="{BD055151-7117-866F-6824-F774A7F56F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6205060" sldId="214748403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3" creationId="{20FA2383-F769-2E5D-64C9-71C8F2AC63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4" creationId="{4619E784-11F4-A104-BB77-5E8F8D397AE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5" creationId="{BF37CFFA-3D80-3409-C50E-D2A382F2618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7" creationId="{01119A16-4429-1C3B-93F5-9356F9F7EC6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8" creationId="{AEA67855-93A6-BD43-750C-42D579FD028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44615349" sldId="214748403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3" creationId="{460FE9E2-DC3E-0EAB-DFB7-B3E4A12323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4" creationId="{665F8295-3C5A-A1AE-F43F-1FA6D8B2F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5" creationId="{30A1C61F-1977-8EC5-355B-66B6908EB5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8" creationId="{AEA67855-93A6-BD43-750C-42D579FD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10" creationId="{C8FF515D-AF08-494F-FFD1-C5F2FEFB42C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9990551" sldId="214748403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4" creationId="{DBB20E5E-A5D8-1921-9B3B-F7258AF1BEC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7" creationId="{9B293083-8587-219C-C524-D809D6A866A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8" creationId="{6949215D-624C-7D6A-5688-62477C18FAD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9" creationId="{5AC9A00F-F989-8AFC-7652-904E0B2E41F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40662361" sldId="214748403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4" creationId="{BE8A4846-D27E-80FC-9B7E-3CE63CD42E9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7" creationId="{D88750FF-80B0-EEE6-F89F-A76248A4F83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8" creationId="{6949215D-624C-7D6A-5688-62477C18FAD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9" creationId="{5E9F5B4A-B723-2879-D7EE-D016027E28B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89000832" sldId="214748403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3" creationId="{77299292-477B-B167-FA09-34ABA37250D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4" creationId="{33096CD5-F472-2FF7-8821-A2FC9AB7EE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5" creationId="{6D1E7B3D-67E9-63CB-5191-3A7FBCE6F8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7" creationId="{0A56C71D-1695-AE64-7C05-4DD0750A3DD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8" creationId="{3EB5F658-B8CE-7FB5-990E-79F690D1E1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9" creationId="{1EABDFC4-9BD0-55BC-2846-2FA45EAB535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13" creationId="{099A4469-274E-EB1F-F85D-D95E959AA14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0" creationId="{750FAC0A-93E6-9A08-7990-0346002AB7C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1" creationId="{C66DD72C-97BB-14F2-361C-2441F75A432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2" creationId="{D806524E-A06F-7FE8-9CD5-2244991C1E3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55840572" sldId="214748403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3" creationId="{56F6B0ED-8AF6-B2AA-E6DF-421FC9028A7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4" creationId="{505126B4-5061-ACE1-29DB-F4E4B930507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6" creationId="{A318CA9E-32E8-938F-0187-CE5990310D1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10" creationId="{1E8B33F3-7C1D-479F-3B92-0DE073C2E4F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69211990" sldId="214748403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3" creationId="{F83831A1-36E4-05EF-6AB7-93A548B9DE9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4" creationId="{E2A3DA15-4C69-255A-358A-480458D2DFE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6" creationId="{B39A73BF-92D5-1C5F-A374-82FF2405936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7" creationId="{F61931EA-4F62-CD08-4165-33E08640450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31930664" sldId="214748403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4" creationId="{8DEF9E9E-37B4-DAB9-8C1D-1576E02EB06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6" creationId="{B40D576B-0FB8-2293-FB69-1C5178F9E4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7" creationId="{F61931EA-4F62-CD08-4165-33E08640450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0" creationId="{BCA5BD2F-F935-E22A-B6DD-EB0D8C3A47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6" creationId="{8C582E75-9A43-D86C-AB0D-17BB800A5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8" creationId="{2F01FD17-7652-99C0-4EF4-C1ABF553BD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9" creationId="{DED57F60-7B48-DB96-E422-6BF4821C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22" creationId="{4E2EFFE0-4881-5E4A-962D-11FF92C9F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24" creationId="{C5905E4E-9C03-893D-2D65-9DF29B1CD2B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46862171" sldId="214748404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3" creationId="{2DEADD9F-C4DB-21BA-6151-16846D00A1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4" creationId="{C70956B3-9491-9C33-FC6E-9462B54246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8" creationId="{07C7F8D0-E3EF-7617-C2AE-022970D36D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0" creationId="{1E8B33F3-7C1D-479F-3B92-0DE073C2E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1" creationId="{D54FC496-336B-9871-8C69-A6D0113CD12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2" creationId="{ADB98D30-AF89-AE84-76DB-5252AE8FD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3" creationId="{DEBB524E-5A84-8775-0998-D7CE79E36D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4" creationId="{0FB583A4-A0D5-B473-CEAF-7EDB869751B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5" creationId="{FF63D470-D7BD-0CB6-AB02-AD298B18C3E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578240619" sldId="214748404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3" creationId="{B7CEDE5A-24B5-302A-F9C9-38D8A4ED15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8" creationId="{07C7F8D0-E3EF-7617-C2AE-022970D36D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9" creationId="{850DA203-9211-4FDA-05C5-46A210422A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0" creationId="{1E8B33F3-7C1D-479F-3B92-0DE073C2E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1" creationId="{11C89EB2-461C-D9DB-DBF2-EA17EA40A6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2" creationId="{ADB98D30-AF89-AE84-76DB-5252AE8FD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3" creationId="{B4612D97-4010-1226-69CD-B037A384C2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6" creationId="{44F1DDBE-5AF8-4AE5-035D-1455CB11941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7" creationId="{0506503A-B70F-E2C2-7E96-19228D38F73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8" creationId="{099901CA-C5DD-EA1C-B029-123F8C580614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64832958" sldId="214748404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2" creationId="{6125A049-51AB-8CE0-1E82-0861CFA1A20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3" creationId="{370151B8-84D5-0F32-8BA4-AF23D992BD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4" creationId="{B3172550-E933-8167-0222-DD1326B01A6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6" creationId="{DCC47810-5636-CCFE-D491-CAD999BC70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8" creationId="{40478187-E2B9-385E-A350-C3EAF7AF28E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36006913" sldId="214748404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2" creationId="{51A35449-0894-A02C-8F55-DCFAB1AE42A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4" creationId="{9475B69A-CAC3-88B9-5B3E-2AF1362EFDB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6" creationId="{07859335-E39D-1388-375F-FAA342F28B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8" creationId="{EAA4954E-F516-8DC7-20A3-B649BF25576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9" creationId="{B8FE92CD-7709-9DB8-6AAE-AA80F06744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0" creationId="{A2951703-E32B-EAF8-80B8-BAFE647F1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7" creationId="{CD839F68-5525-1FC6-7F47-6058F961EBE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9" creationId="{AEC3DEC0-C14C-0D3D-E77D-C65F7FA108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59824360" sldId="214748404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2" creationId="{DA84C67F-7F12-B485-C133-367619428FB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3" creationId="{1CE233FD-F166-12B7-E028-644C10A7A4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6" creationId="{62EEDF93-D482-938D-D6D4-B8B66CA764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8" creationId="{6D9BE817-73F1-BA98-D196-7E3B7737E8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9" creationId="{AA220CD4-7D0B-916C-42A1-97C04399E70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3" creationId="{C4995FEB-FD4F-B089-F6E6-2920F4574A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7" creationId="{EB8C9608-59D0-BF46-B719-9598B6A020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8" creationId="{83B437C6-3E7C-2B00-379C-58EBBE522843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3209243924" sldId="214748404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2" creationId="{9049CDF5-8A8F-79F6-E93E-E0A712397C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6" creationId="{D15FEAD4-DFB9-ED08-EBEE-A4E5DE31E31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12562369" sldId="214748404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12562369" sldId="2147484046"/>
              <ac:spMk id="4" creationId="{F688FCD4-650D-9754-A431-CE452572FB6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12562369" sldId="2147484046"/>
              <ac:spMk id="5" creationId="{E49962D1-3866-8382-AE37-FC366FF574B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05645843" sldId="214748404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5645843" sldId="2147484047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5645843" sldId="2147484047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52709834" sldId="214748404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2709834" sldId="2147484048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2709834" sldId="2147484048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037703116" sldId="214748404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37703116" sldId="2147484049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37703116" sldId="2147484049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87924719" sldId="214748405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5" creationId="{0978934B-5525-9236-62EF-C2B06F0BCC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64835213" sldId="214748405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64835213" sldId="2147484051"/>
              <ac:spMk id="4" creationId="{04760CE5-544A-F30C-8082-D31FCC54B7F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64835213" sldId="2147484051"/>
              <ac:spMk id="7" creationId="{B125B3EF-B02C-F8B5-CF3D-C9F9193AA5B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02775034" sldId="214748405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6" creationId="{FD227041-E9DC-98BB-04D1-2512170C5B3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7" creationId="{B46EC276-3627-6ED3-ACC7-6D690C9922B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9" creationId="{0FCB0834-B748-0F65-C02A-23EC83C03DC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0" creationId="{E54573B6-45C7-9732-9BBF-56F180D537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2" creationId="{EE5F59E5-3BCA-20EA-D3B3-B0654D078B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3" creationId="{DCC591AE-859C-530C-6837-BFB4DC8D4B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01593926" sldId="214748405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4" creationId="{3A411CC0-34B1-721C-48C1-951AB61EFA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5" creationId="{EA9401E2-0EFA-96DF-8425-7291F355E20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8" creationId="{76A09CFC-44F1-8A22-B3B7-445685852BA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9" creationId="{2CACCC0E-C26E-1C78-409B-A8BCA62C74C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10" creationId="{BAEBEC96-AF62-8CE5-7B36-0F816681A92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11" creationId="{B65C518D-AE96-1571-E3A5-E43E3AFB314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01841326" sldId="214748405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10" creationId="{97537C81-8D77-5257-7438-91D290209EF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12" creationId="{09220BB3-7853-D956-8C4C-B3FD388756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348469268" sldId="214748405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3" creationId="{2BA4CE36-EFF2-1254-C89C-04B58ADD543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7" creationId="{888EBCEF-BA40-9584-6AE5-C7A98252EE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9" creationId="{B9101461-B876-7D7A-B834-0387E08CC08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12" creationId="{09220BB3-7853-D956-8C4C-B3FD388756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26013445" sldId="214748405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2" creationId="{D69F3CA5-5DA4-19BC-80CC-97F86033399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4" creationId="{9475B69A-CAC3-88B9-5B3E-2AF1362EFDB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6" creationId="{07859335-E39D-1388-375F-FAA342F28B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8" creationId="{567C69A2-1E84-3664-3630-A99E3EFC57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9" creationId="{68638270-30F0-9936-C8A6-BAB6854888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0" creationId="{D3DF84AC-B16C-674A-06A0-5BECA0C9A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3" creationId="{3F004F4B-1B56-27E3-B963-18B1CAE0CC0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7" creationId="{CD839F68-5525-1FC6-7F47-6058F961EBE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9" creationId="{AEC3DEC0-C14C-0D3D-E77D-C65F7FA108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768180181" sldId="214748405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3" creationId="{19FAEB4F-DBB7-31DF-438C-7C91DAD4D9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0" creationId="{ED98C7A9-0033-A08C-5C2C-6910B5E66D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1" creationId="{CCD0D2FD-01B8-FE51-DDAB-0CD8DD4EC5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2" creationId="{09220BB3-7853-D956-8C4C-B3FD3887561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3" creationId="{53D0DB1F-A6EA-AECF-A117-E753C44395E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4" creationId="{24AE2FE3-6FA3-4900-16ED-D0812C6C0D0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460688216" sldId="214748405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9" creationId="{FB0240B5-53DE-E0D1-1D5B-AFBA09737C3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5" creationId="{9183E717-A409-A034-5344-1947E3F9836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6" creationId="{25C242D0-2328-C358-F50B-AFCBA02790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7" creationId="{491F5A2B-72AD-5B1E-1630-FEB88892F6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9" creationId="{72F79ED0-1F83-0104-4637-7DB4EA70741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39735079" sldId="214748405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2" creationId="{5307EEEF-16DC-51E8-05EA-1F6E66B8AB3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3" creationId="{1CE233FD-F166-12B7-E028-644C10A7A4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6" creationId="{62EEDF93-D482-938D-D6D4-B8B66CA764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8" creationId="{6D9BE817-73F1-BA98-D196-7E3B7737E8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9" creationId="{AA220CD4-7D0B-916C-42A1-97C04399E70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6" creationId="{65A86A6E-D0EF-949C-8C67-0573A2ABD8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7" creationId="{B030D65C-F831-C537-C0CD-5D2246DC4DB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8" creationId="{37E69513-40FB-5D75-6BE6-82A63FAB8F4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799584600" sldId="214748406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44" creationId="{3B81DD67-9485-2892-F206-E91C7ED5040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50" creationId="{709A4940-D1BB-7013-F2FE-DACDC2AAE6B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51" creationId="{D9A72C90-D9E8-D491-3497-24DB531EE6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0" creationId="{718DD6F0-5DCD-0835-B530-18A8F025BE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3" creationId="{DD510472-5924-8787-2C9E-08AC89F6299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4" creationId="{93B5743B-317B-CC4D-E4AF-4C26D13928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0" creationId="{8D5DB854-0C4A-401B-87E8-5CAEA904F3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3" creationId="{DE2714AF-4313-7AA1-D7CD-E39C0A1F07D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7" creationId="{92567D26-CC94-BD45-CF55-A29A4E477FF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9" creationId="{9D4D08CE-4663-A5B8-3FEA-01A045F65D3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63764346" sldId="214748406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4" creationId="{8DEF9E9E-37B4-DAB9-8C1D-1576E02EB06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6" creationId="{B40D576B-0FB8-2293-FB69-1C5178F9E4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7" creationId="{F61931EA-4F62-CD08-4165-33E08640450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8" creationId="{B20CC769-A58F-89B1-9B4D-4242345AA6F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16" creationId="{8C582E75-9A43-D86C-AB0D-17BB800A5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19" creationId="{DED57F60-7B48-DB96-E422-6BF4821C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1" creationId="{3EC6947C-841E-3FA9-114B-E3D478A0F9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2" creationId="{4E2EFFE0-4881-5E4A-962D-11FF92C9F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4" creationId="{C5905E4E-9C03-893D-2D65-9DF29B1CD2BF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4226902619" sldId="214748406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2" creationId="{B2A87585-ED95-8AF2-4595-9E941DC9E8A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3" creationId="{79626A07-2517-5726-4FDD-0AC9D92990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5" creationId="{06046AFA-0660-1D2A-C174-4EABDBEAAA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6" creationId="{73FDB890-3693-B329-5A7C-C65A3B124F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15" creationId="{5DB5F46A-D65E-8319-07D3-423E64224A7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16" creationId="{7F220BC4-6918-5D08-690A-5DF19E0F69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783506434" sldId="214748406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2" creationId="{6125A049-51AB-8CE0-1E82-0861CFA1A20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3" creationId="{370151B8-84D5-0F32-8BA4-AF23D992BD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5" creationId="{09F1385C-E183-4949-1E52-945BDAAEC82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6" creationId="{DCC47810-5636-CCFE-D491-CAD999BC70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10" creationId="{1E8B33F3-7C1D-479F-3B92-0DE073C2E4F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2708900" sldId="214748406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3" creationId="{E6D39F23-E441-3514-2A4F-F9CCA29119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6" creationId="{C4FF4641-ED6B-EA6B-E1D6-5913E5D1C4A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7" creationId="{FE222EB9-6543-2E06-6048-C32D6D58FB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8" creationId="{738BD24F-B7A9-6A5E-4B91-293E35C9624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9" creationId="{3EA62964-C972-788F-A145-641910913B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0" creationId="{12157443-656C-E355-D086-838984BEEC1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5" creationId="{5DB5F46A-D65E-8319-07D3-423E64224A7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6" creationId="{7F220BC4-6918-5D08-690A-5DF19E0F69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476880310" sldId="214748406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2" creationId="{22E4AAB0-21A6-A5E6-8408-219CAA2653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4" creationId="{C70956B3-9491-9C33-FC6E-9462B54246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1" creationId="{D54FC496-336B-9871-8C69-A6D0113CD12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3" creationId="{2CE54221-5DBA-0D99-431D-6AD1DF6DC08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4" creationId="{D7CBDAE4-87B4-6E80-BB22-1E1B55D4682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5" creationId="{D63D7C9D-0E4E-53F0-D6B2-88D08609625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39574710" sldId="214748406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59736171" sldId="214748406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3" creationId="{2BA4CE36-EFF2-1254-C89C-04B58ADD543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7" creationId="{888EBCEF-BA40-9584-6AE5-C7A98252EE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10" creationId="{3278752C-0CAC-0916-7122-97587E9A4F7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11" creationId="{D02DDEC1-56EC-AEEF-00A6-506612D9AEAE}"/>
            </ac:spMkLst>
          </pc:spChg>
        </pc:sldLayoutChg>
      </pc:sldMasterChg>
      <pc:sldMasterChg chg="del sldLayoutOrd">
        <pc:chgData name="Tony TJ Wang (TW)" userId="18033001-5856-41bf-97cd-f021b2ea7695" providerId="ADAL" clId="{86509E4E-F890-43B6-97AB-BA7419744C2D}" dt="2026-08-28T08:56:32.496" v="593"/>
        <pc:sldMasterMkLst>
          <pc:docMk/>
          <pc:sldMasterMk cId="4279153857" sldId="2147483979"/>
        </pc:sldMasterMkLst>
      </pc:sldMasterChg>
    </pc:docChg>
  </pc:docChgLst>
  <pc:docChgLst>
    <pc:chgData name="Charlene Tsai (TW)" userId="68b0f2d0-7915-4c79-b8c7-c12efc493c51" providerId="ADAL" clId="{0A7DE034-796F-4C2D-AE47-9095C649598E}"/>
    <pc:docChg chg="undo custSel addSld delSld modSld sldOrd addSection delSection modSection">
      <pc:chgData name="Charlene Tsai (TW)" userId="68b0f2d0-7915-4c79-b8c7-c12efc493c51" providerId="ADAL" clId="{0A7DE034-796F-4C2D-AE47-9095C649598E}" dt="2026-08-13T08:42:14.023" v="81" actId="207"/>
      <pc:docMkLst>
        <pc:docMk/>
      </pc:docMkLst>
      <pc:sldChg chg="add">
        <pc:chgData name="Charlene Tsai (TW)" userId="68b0f2d0-7915-4c79-b8c7-c12efc493c51" providerId="ADAL" clId="{0A7DE034-796F-4C2D-AE47-9095C649598E}" dt="2026-08-13T08:20:30.789" v="49"/>
        <pc:sldMkLst>
          <pc:docMk/>
          <pc:sldMk cId="1607610444" sldId="256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71000337" sldId="258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236025896" sldId="259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448374888" sldId="260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977424334" sldId="261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625510049" sldId="262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680653814" sldId="263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713310017" sldId="26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57538159" sldId="265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662060182" sldId="266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552041981" sldId="267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283832621" sldId="268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399921275" sldId="269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00775308" sldId="270"/>
        </pc:sldMkLst>
      </pc:sldChg>
      <pc:sldChg chg="modSp add mod">
        <pc:chgData name="Charlene Tsai (TW)" userId="68b0f2d0-7915-4c79-b8c7-c12efc493c51" providerId="ADAL" clId="{0A7DE034-796F-4C2D-AE47-9095C649598E}" dt="2026-08-13T08:42:02.561" v="80" actId="207"/>
        <pc:sldMkLst>
          <pc:docMk/>
          <pc:sldMk cId="272960212" sldId="271"/>
        </pc:sldMkLst>
        <pc:spChg chg="mod">
          <ac:chgData name="Charlene Tsai (TW)" userId="68b0f2d0-7915-4c79-b8c7-c12efc493c51" providerId="ADAL" clId="{0A7DE034-796F-4C2D-AE47-9095C649598E}" dt="2026-08-13T08:42:02.561" v="80" actId="207"/>
          <ac:spMkLst>
            <pc:docMk/>
            <pc:sldMk cId="272960212" sldId="271"/>
            <ac:spMk id="3" creationId="{541DBE09-1AFC-C842-B6EC-B78EC10A12EB}"/>
          </ac:spMkLst>
        </pc:spChg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420393673" sldId="272"/>
        </pc:sldMkLst>
      </pc:sldChg>
      <pc:sldChg chg="modSp add">
        <pc:chgData name="Charlene Tsai (TW)" userId="68b0f2d0-7915-4c79-b8c7-c12efc493c51" providerId="ADAL" clId="{0A7DE034-796F-4C2D-AE47-9095C649598E}" dt="2026-08-13T08:42:14.023" v="81" actId="207"/>
        <pc:sldMkLst>
          <pc:docMk/>
          <pc:sldMk cId="1015997899" sldId="273"/>
        </pc:sldMkLst>
        <pc:spChg chg="mod">
          <ac:chgData name="Charlene Tsai (TW)" userId="68b0f2d0-7915-4c79-b8c7-c12efc493c51" providerId="ADAL" clId="{0A7DE034-796F-4C2D-AE47-9095C649598E}" dt="2026-08-13T08:42:14.023" v="81" actId="207"/>
          <ac:spMkLst>
            <pc:docMk/>
            <pc:sldMk cId="1015997899" sldId="273"/>
            <ac:spMk id="9217" creationId="{104A2E4A-87E2-024E-8666-D1692700680D}"/>
          </ac:spMkLst>
        </pc:spChg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756676771" sldId="27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086133829" sldId="275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627087772" sldId="276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991716889" sldId="277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461893677" sldId="278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826896675" sldId="279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044310491" sldId="280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021729379" sldId="281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822418120" sldId="282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768249001" sldId="283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894294223" sldId="28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702774237" sldId="285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429845718" sldId="286"/>
        </pc:sldMkLst>
      </pc:sldChg>
      <pc:sldChg chg="add del">
        <pc:chgData name="Charlene Tsai (TW)" userId="68b0f2d0-7915-4c79-b8c7-c12efc493c51" providerId="ADAL" clId="{0A7DE034-796F-4C2D-AE47-9095C649598E}" dt="2026-08-13T08:38:45.628" v="67"/>
        <pc:sldMkLst>
          <pc:docMk/>
          <pc:sldMk cId="1508368365" sldId="287"/>
        </pc:sldMkLst>
      </pc:sldChg>
      <pc:sldChg chg="add">
        <pc:chgData name="Charlene Tsai (TW)" userId="68b0f2d0-7915-4c79-b8c7-c12efc493c51" providerId="ADAL" clId="{0A7DE034-796F-4C2D-AE47-9095C649598E}" dt="2026-08-13T08:40:08.748" v="73"/>
        <pc:sldMkLst>
          <pc:docMk/>
          <pc:sldMk cId="977793746" sldId="288"/>
        </pc:sldMkLst>
      </pc:sldChg>
      <pc:sldChg chg="add ord">
        <pc:chgData name="Charlene Tsai (TW)" userId="68b0f2d0-7915-4c79-b8c7-c12efc493c51" providerId="ADAL" clId="{0A7DE034-796F-4C2D-AE47-9095C649598E}" dt="2026-08-13T08:40:21.830" v="76"/>
        <pc:sldMkLst>
          <pc:docMk/>
          <pc:sldMk cId="4069544170" sldId="289"/>
        </pc:sldMkLst>
      </pc:sldChg>
      <pc:sldChg chg="add ord">
        <pc:chgData name="Charlene Tsai (TW)" userId="68b0f2d0-7915-4c79-b8c7-c12efc493c51" providerId="ADAL" clId="{0A7DE034-796F-4C2D-AE47-9095C649598E}" dt="2026-08-13T08:39:38.404" v="70"/>
        <pc:sldMkLst>
          <pc:docMk/>
          <pc:sldMk cId="2290726905" sldId="290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1474795709" sldId="291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0" sldId="292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479893034" sldId="293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423802687" sldId="294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866047460" sldId="295"/>
        </pc:sldMkLst>
      </pc:sldChg>
      <pc:sldChg chg="ord">
        <pc:chgData name="Charlene Tsai (TW)" userId="68b0f2d0-7915-4c79-b8c7-c12efc493c51" providerId="ADAL" clId="{0A7DE034-796F-4C2D-AE47-9095C649598E}" dt="2026-08-13T08:17:43.831" v="32"/>
        <pc:sldMkLst>
          <pc:docMk/>
          <pc:sldMk cId="3708291182" sldId="4121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375783746" sldId="2147471719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770756490" sldId="2147471720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992608161" sldId="2147471721"/>
        </pc:sldMkLst>
      </pc:sldChg>
      <pc:sldChg chg="add">
        <pc:chgData name="Charlene Tsai (TW)" userId="68b0f2d0-7915-4c79-b8c7-c12efc493c51" providerId="ADAL" clId="{0A7DE034-796F-4C2D-AE47-9095C649598E}" dt="2026-08-13T08:19:26.254" v="44"/>
        <pc:sldMkLst>
          <pc:docMk/>
          <pc:sldMk cId="215186150" sldId="2147471831"/>
        </pc:sldMkLst>
      </pc:sldChg>
      <pc:sldChg chg="add">
        <pc:chgData name="Charlene Tsai (TW)" userId="68b0f2d0-7915-4c79-b8c7-c12efc493c51" providerId="ADAL" clId="{0A7DE034-796F-4C2D-AE47-9095C649598E}" dt="2026-08-13T08:20:00.740" v="46"/>
        <pc:sldMkLst>
          <pc:docMk/>
          <pc:sldMk cId="1160389668" sldId="2147483632"/>
        </pc:sldMkLst>
      </pc:sldChg>
      <pc:sldChg chg="add">
        <pc:chgData name="Charlene Tsai (TW)" userId="68b0f2d0-7915-4c79-b8c7-c12efc493c51" providerId="ADAL" clId="{0A7DE034-796F-4C2D-AE47-9095C649598E}" dt="2026-08-13T08:20:00.740" v="46"/>
        <pc:sldMkLst>
          <pc:docMk/>
          <pc:sldMk cId="4193839879" sldId="2147483633"/>
        </pc:sldMkLst>
      </pc:sldChg>
      <pc:sldChg chg="add ord">
        <pc:chgData name="Charlene Tsai (TW)" userId="68b0f2d0-7915-4c79-b8c7-c12efc493c51" providerId="ADAL" clId="{0A7DE034-796F-4C2D-AE47-9095C649598E}" dt="2026-08-13T08:17:55.357" v="36"/>
        <pc:sldMkLst>
          <pc:docMk/>
          <pc:sldMk cId="3693095151" sldId="2147483644"/>
        </pc:sldMkLst>
      </pc:sldChg>
      <pc:sldChg chg="add">
        <pc:chgData name="Charlene Tsai (TW)" userId="68b0f2d0-7915-4c79-b8c7-c12efc493c51" providerId="ADAL" clId="{0A7DE034-796F-4C2D-AE47-9095C649598E}" dt="2026-08-13T08:19:33.136" v="45"/>
        <pc:sldMkLst>
          <pc:docMk/>
          <pc:sldMk cId="1652456660" sldId="2147483645"/>
        </pc:sldMkLst>
      </pc:sldChg>
      <pc:sldChg chg="add del">
        <pc:chgData name="Charlene Tsai (TW)" userId="68b0f2d0-7915-4c79-b8c7-c12efc493c51" providerId="ADAL" clId="{0A7DE034-796F-4C2D-AE47-9095C649598E}" dt="2026-08-13T08:19:11.646" v="43"/>
        <pc:sldMkLst>
          <pc:docMk/>
          <pc:sldMk cId="2351879941" sldId="2147483647"/>
        </pc:sldMkLst>
      </pc:sldChg>
      <pc:sldMasterChg chg="delSldLayout">
        <pc:chgData name="Charlene Tsai (TW)" userId="68b0f2d0-7915-4c79-b8c7-c12efc493c51" providerId="ADAL" clId="{0A7DE034-796F-4C2D-AE47-9095C649598E}" dt="2026-08-13T08:17:22.071" v="24" actId="47"/>
        <pc:sldMasterMkLst>
          <pc:docMk/>
          <pc:sldMasterMk cId="627376471" sldId="2147483672"/>
        </pc:sldMasterMkLst>
      </pc:sldMasterChg>
    </pc:docChg>
  </pc:docChgLst>
  <pc:docChgLst>
    <pc:chgData name="Tony TJ Wang (TW)" userId="S::tony.tj.wang@pwc.com::18033001-5856-41bf-97cd-f021b2ea7695" providerId="AD" clId="Web-{01385F48-5DE5-14CF-FD55-8C71A0CF0FD8}"/>
    <pc:docChg chg="modSld">
      <pc:chgData name="Tony TJ Wang (TW)" userId="S::tony.tj.wang@pwc.com::18033001-5856-41bf-97cd-f021b2ea7695" providerId="AD" clId="Web-{01385F48-5DE5-14CF-FD55-8C71A0CF0FD8}" dt="2026-08-28T03:28:32.066" v="2" actId="20577"/>
      <pc:docMkLst>
        <pc:docMk/>
      </pc:docMkLst>
      <pc:sldChg chg="modSp">
        <pc:chgData name="Tony TJ Wang (TW)" userId="S::tony.tj.wang@pwc.com::18033001-5856-41bf-97cd-f021b2ea7695" providerId="AD" clId="Web-{01385F48-5DE5-14CF-FD55-8C71A0CF0FD8}" dt="2026-08-28T03:28:32.066" v="2" actId="20577"/>
        <pc:sldMkLst>
          <pc:docMk/>
          <pc:sldMk cId="106630151" sldId="297"/>
        </pc:sldMkLst>
        <pc:spChg chg="mod">
          <ac:chgData name="Tony TJ Wang (TW)" userId="S::tony.tj.wang@pwc.com::18033001-5856-41bf-97cd-f021b2ea7695" providerId="AD" clId="Web-{01385F48-5DE5-14CF-FD55-8C71A0CF0FD8}" dt="2026-08-28T03:28:32.066" v="2" actId="20577"/>
          <ac:spMkLst>
            <pc:docMk/>
            <pc:sldMk cId="106630151" sldId="297"/>
            <ac:spMk id="5" creationId="{FA068CB2-23AF-6FCE-7A50-CFDF4DCD3FE4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513348-FCAA-44C2-BC77-1D93D3828209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92AE7-3EEB-4206-9110-6E986C15B1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4839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eg"/><Relationship Id="rId3" Type="http://schemas.openxmlformats.org/officeDocument/2006/relationships/image" Target="../media/image2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sv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7697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84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952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2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40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95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51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8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38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1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32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34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77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20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73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746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062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5747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70063"/>
            <a:ext cx="11453638" cy="4046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9977E-07C7-6A42-E691-FD4699CEC9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9364" y="885381"/>
            <a:ext cx="11454336" cy="521144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0265C7-5AAC-0489-DEB2-CECC63DAC28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9226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 1">
  <p:cSld name="Content and Image 1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1419a44a17_0_521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53181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048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marL="2743200" lvl="5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marL="3200400" lvl="6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marL="4114800" lvl="8" indent="-31750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0" name="Google Shape;410;g11419a44a17_0_521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53181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1" name="Google Shape;411;g11419a44a17_0_521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" name="Google Shape;412;g11419a44a17_0_521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70543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_Pattern header">
  <p:cSld name="3__Pattern header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E60FBB-185D-5471-C883-29B405E9CE6C}"/>
              </a:ext>
            </a:extLst>
          </p:cNvPr>
          <p:cNvSpPr/>
          <p:nvPr userDrawn="1"/>
        </p:nvSpPr>
        <p:spPr>
          <a:xfrm>
            <a:off x="175491" y="203200"/>
            <a:ext cx="12016509" cy="8347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350982" y="228600"/>
            <a:ext cx="11306176" cy="80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6C5FE1-B0EA-4EA3-D4D0-ACC429C182B9}"/>
              </a:ext>
            </a:extLst>
          </p:cNvPr>
          <p:cNvSpPr/>
          <p:nvPr userDrawn="1"/>
        </p:nvSpPr>
        <p:spPr>
          <a:xfrm>
            <a:off x="0" y="203200"/>
            <a:ext cx="175491" cy="93600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C395B4-7E1E-1353-4300-A9471B8F8D9F}"/>
              </a:ext>
            </a:extLst>
          </p:cNvPr>
          <p:cNvSpPr/>
          <p:nvPr userDrawn="1"/>
        </p:nvSpPr>
        <p:spPr>
          <a:xfrm>
            <a:off x="0" y="1037979"/>
            <a:ext cx="175491" cy="5364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76867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_bio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367" y="400337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227041-E9DC-98BB-04D1-2512170C5B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48993" y="369719"/>
            <a:ext cx="5674707" cy="3002132"/>
          </a:xfrm>
        </p:spPr>
        <p:txBody>
          <a:bodyPr/>
          <a:lstStyle>
            <a:lvl2pPr>
              <a:defRPr sz="1600"/>
            </a:lvl2pPr>
          </a:lstStyle>
          <a:p>
            <a:pPr lvl="1"/>
            <a:r>
              <a:rPr lang="en-GB"/>
              <a:t>Second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46EC276-3627-6ED3-ACC7-6D690C9922B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83549" y="5139323"/>
            <a:ext cx="3723271" cy="800100"/>
          </a:xfrm>
        </p:spPr>
        <p:txBody>
          <a:bodyPr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54573B6-45C7-9732-9BBF-56F180D537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607" y="4151313"/>
            <a:ext cx="1454150" cy="17875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E5F59E5-3BCA-20EA-D3B3-B0654D078B1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CC591AE-859C-530C-6837-BFB4DC8D4B9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141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_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9401E2-0EFA-96DF-8425-7291F355E20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74878" y="192168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ACCC0E-C26E-1C78-409B-A8BCA62C74C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227668" y="192168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BAEBEC96-AF62-8CE5-7B36-0F816681A92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080458" y="1921687"/>
            <a:ext cx="3238917" cy="2047291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A411CC0-34B1-721C-48C1-951AB61EFA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77200" y="4522183"/>
            <a:ext cx="1285875" cy="142557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A09CFC-44F1-8A22-B3B7-445685852B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571038" y="5045453"/>
            <a:ext cx="2252662" cy="926722"/>
          </a:xfrm>
        </p:spPr>
        <p:txBody>
          <a:bodyPr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65C518D-AE96-1571-E3A5-E43E3AFB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09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-One 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228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878" y="4002088"/>
            <a:ext cx="1812697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537C81-8D77-5257-7438-91D290209EF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59949" y="1922690"/>
            <a:ext cx="2782075" cy="3525610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18350" y="1923975"/>
            <a:ext cx="4705350" cy="352432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36026069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-Two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768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6163" y="3998913"/>
            <a:ext cx="1800225" cy="1939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918" y="192843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BA4CE36-EFF2-1254-C89C-04B58ADD54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1756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88EBCEF-BA40-9584-6AE5-C7A98252EEB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61756" y="4003373"/>
            <a:ext cx="1800225" cy="1939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B9101461-B876-7D7A-B834-0387E08CC08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62686" y="192397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32676734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s-Three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26435" y="1926393"/>
            <a:ext cx="1815590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29005" y="4002088"/>
            <a:ext cx="1813020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2923" y="3484563"/>
            <a:ext cx="2779851" cy="2487612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D98C7A9-0033-A08C-5C2C-6910B5E66DB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20272" y="1926393"/>
            <a:ext cx="1800225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0D2FD-01B8-FE51-DDAB-0CD8DD4EC5C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10067" y="4002088"/>
            <a:ext cx="1821208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53D0DB1F-A6EA-AECF-A117-E753C44395E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001616" y="1926393"/>
            <a:ext cx="1822084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24AE2FE3-6FA3-4900-16ED-D0812C6C0D0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0001616" y="3998913"/>
            <a:ext cx="1822084" cy="19732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FAEB4F-DBB7-31DF-438C-7C91DAD4D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0001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s-Four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769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878" y="3489910"/>
            <a:ext cx="2778478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FB0240B5-53DE-E0D1-1D5B-AFBA09737C3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59001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9183E717-A409-A034-5344-1947E3F9836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59001" y="3482975"/>
            <a:ext cx="2783024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5C242D0-2328-C358-F50B-AFCBA02790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3728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491F5A2B-72AD-5B1E-1630-FEB88892F6B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53727" y="3489910"/>
            <a:ext cx="2783024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0FD4528-E035-DDBD-ED86-A241F5FEC8B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7566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72F79ED0-1F83-0104-4637-7DB4EA70741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043105" y="3489910"/>
            <a:ext cx="2780595" cy="247533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20140184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576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61883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56882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51881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5B69A-CAC3-88B9-5B3E-2AF1362EF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9F3CA5-5DA4-19BC-80CC-97F860333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67C69A2-1E84-3664-3630-A99E3EFC573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68300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8638270-30F0-9936-C8A6-BAB68548884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258699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3DF84AC-B16C-674A-06A0-5BECA0C9A0EA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56882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3F004F4B-1B56-27E3-B963-18B1CAE0CC07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051881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11070834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576" y="14111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75576" y="34890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50438" y="14111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50438" y="34890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E233FD-F166-12B7-E028-644C10A7A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7EEEF-16DC-51E8-05EA-1F6E66B8A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364238-EEEC-3531-E9AD-360B61A33D4B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257550" y="1406525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65A86A6E-D0EF-949C-8C67-0573A2ABD8E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257550" y="3480652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B030D65C-F831-C537-C0CD-5D2246DC4DBD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047263" y="1406525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8" name="Content Placeholder 12">
            <a:extLst>
              <a:ext uri="{FF2B5EF4-FFF2-40B4-BE49-F238E27FC236}">
                <a16:creationId xmlns:a16="http://schemas.microsoft.com/office/drawing/2014/main" id="{37E69513-40FB-5D75-6BE6-82A63FAB8F4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9047263" y="3480652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6770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1A6F20-3183-89C9-54E7-E4ACDCA1BD19}"/>
              </a:ext>
            </a:extLst>
          </p:cNvPr>
          <p:cNvCxnSpPr/>
          <p:nvPr userDrawn="1"/>
        </p:nvCxnSpPr>
        <p:spPr>
          <a:xfrm>
            <a:off x="2850147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EEB207-28DC-549F-C2B0-58055E671FC9}"/>
              </a:ext>
            </a:extLst>
          </p:cNvPr>
          <p:cNvCxnSpPr/>
          <p:nvPr userDrawn="1"/>
        </p:nvCxnSpPr>
        <p:spPr>
          <a:xfrm>
            <a:off x="5821815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947F83-D89B-6628-15F9-FAC5866A9E4E}"/>
              </a:ext>
            </a:extLst>
          </p:cNvPr>
          <p:cNvCxnSpPr/>
          <p:nvPr userDrawn="1"/>
        </p:nvCxnSpPr>
        <p:spPr>
          <a:xfrm>
            <a:off x="8835145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3B81DD67-9485-2892-F206-E91C7ED504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2502" y="1406525"/>
            <a:ext cx="2093372" cy="19399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5" name="Picture Placeholder 43">
            <a:extLst>
              <a:ext uri="{FF2B5EF4-FFF2-40B4-BE49-F238E27FC236}">
                <a16:creationId xmlns:a16="http://schemas.microsoft.com/office/drawing/2014/main" id="{A75F1099-E20F-F9CE-1544-216F25D4B7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946664" y="1856615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6" name="Picture Placeholder 43">
            <a:extLst>
              <a:ext uri="{FF2B5EF4-FFF2-40B4-BE49-F238E27FC236}">
                <a16:creationId xmlns:a16="http://schemas.microsoft.com/office/drawing/2014/main" id="{54C049AD-B670-6FA8-478A-42246603A7A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53717" y="2952825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9" name="Picture Placeholder 43">
            <a:extLst>
              <a:ext uri="{FF2B5EF4-FFF2-40B4-BE49-F238E27FC236}">
                <a16:creationId xmlns:a16="http://schemas.microsoft.com/office/drawing/2014/main" id="{DFCCFE31-D96A-03E7-8B0C-7C81DAE880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53717" y="377574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0" name="Picture Placeholder 43">
            <a:extLst>
              <a:ext uri="{FF2B5EF4-FFF2-40B4-BE49-F238E27FC236}">
                <a16:creationId xmlns:a16="http://schemas.microsoft.com/office/drawing/2014/main" id="{709A4940-D1BB-7013-F2FE-DACDC2AAE6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53717" y="458854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1" name="Picture Placeholder 43">
            <a:extLst>
              <a:ext uri="{FF2B5EF4-FFF2-40B4-BE49-F238E27FC236}">
                <a16:creationId xmlns:a16="http://schemas.microsoft.com/office/drawing/2014/main" id="{D9A72C90-D9E8-D491-3497-24DB531EE61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953717" y="540218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3" name="Content Placeholder 52">
            <a:extLst>
              <a:ext uri="{FF2B5EF4-FFF2-40B4-BE49-F238E27FC236}">
                <a16:creationId xmlns:a16="http://schemas.microsoft.com/office/drawing/2014/main" id="{E0196963-74D4-62E4-DBA4-A28466BE510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73290" y="3484562"/>
            <a:ext cx="2093368" cy="245427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4" name="Content Placeholder 52">
            <a:extLst>
              <a:ext uri="{FF2B5EF4-FFF2-40B4-BE49-F238E27FC236}">
                <a16:creationId xmlns:a16="http://schemas.microsoft.com/office/drawing/2014/main" id="{46FE757E-B05C-D13A-2993-3097F76DD88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957167" y="1849501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5" name="Content Placeholder 52">
            <a:extLst>
              <a:ext uri="{FF2B5EF4-FFF2-40B4-BE49-F238E27FC236}">
                <a16:creationId xmlns:a16="http://schemas.microsoft.com/office/drawing/2014/main" id="{3CDDB1B6-64C0-315A-3605-A92DFB8E06C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98965" y="295598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6" name="Content Placeholder 52">
            <a:extLst>
              <a:ext uri="{FF2B5EF4-FFF2-40B4-BE49-F238E27FC236}">
                <a16:creationId xmlns:a16="http://schemas.microsoft.com/office/drawing/2014/main" id="{6C7C3849-49F9-942D-717C-41E2CBE8704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798965" y="3771791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7" name="Content Placeholder 52">
            <a:extLst>
              <a:ext uri="{FF2B5EF4-FFF2-40B4-BE49-F238E27FC236}">
                <a16:creationId xmlns:a16="http://schemas.microsoft.com/office/drawing/2014/main" id="{D54496E2-99F7-2A6B-0035-0EA0460E2E2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798965" y="4587594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8" name="Content Placeholder 52">
            <a:extLst>
              <a:ext uri="{FF2B5EF4-FFF2-40B4-BE49-F238E27FC236}">
                <a16:creationId xmlns:a16="http://schemas.microsoft.com/office/drawing/2014/main" id="{2010DB3D-EBE2-2E5B-0D78-F29E12395AE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798965" y="5399049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9" name="Picture Placeholder 43">
            <a:extLst>
              <a:ext uri="{FF2B5EF4-FFF2-40B4-BE49-F238E27FC236}">
                <a16:creationId xmlns:a16="http://schemas.microsoft.com/office/drawing/2014/main" id="{2B2BB839-9B2F-0F73-5CB1-3ADFE293FE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41073" y="1863729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0" name="Picture Placeholder 43">
            <a:extLst>
              <a:ext uri="{FF2B5EF4-FFF2-40B4-BE49-F238E27FC236}">
                <a16:creationId xmlns:a16="http://schemas.microsoft.com/office/drawing/2014/main" id="{718DD6F0-5DCD-0835-B530-18A8F025BEB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948126" y="2959939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1" name="Picture Placeholder 43">
            <a:extLst>
              <a:ext uri="{FF2B5EF4-FFF2-40B4-BE49-F238E27FC236}">
                <a16:creationId xmlns:a16="http://schemas.microsoft.com/office/drawing/2014/main" id="{4C142BCC-188D-696E-44E7-6A710E9A2A2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48126" y="37828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2" name="Picture Placeholder 43">
            <a:extLst>
              <a:ext uri="{FF2B5EF4-FFF2-40B4-BE49-F238E27FC236}">
                <a16:creationId xmlns:a16="http://schemas.microsoft.com/office/drawing/2014/main" id="{F1318988-B64A-06EE-187B-DC71BA9F29C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948126" y="45956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3" name="Picture Placeholder 43">
            <a:extLst>
              <a:ext uri="{FF2B5EF4-FFF2-40B4-BE49-F238E27FC236}">
                <a16:creationId xmlns:a16="http://schemas.microsoft.com/office/drawing/2014/main" id="{DD510472-5924-8787-2C9E-08AC89F6299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948126" y="540930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4" name="Content Placeholder 52">
            <a:extLst>
              <a:ext uri="{FF2B5EF4-FFF2-40B4-BE49-F238E27FC236}">
                <a16:creationId xmlns:a16="http://schemas.microsoft.com/office/drawing/2014/main" id="{93B5743B-317B-CC4D-E4AF-4C26D139284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951576" y="18566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5" name="Content Placeholder 52">
            <a:extLst>
              <a:ext uri="{FF2B5EF4-FFF2-40B4-BE49-F238E27FC236}">
                <a16:creationId xmlns:a16="http://schemas.microsoft.com/office/drawing/2014/main" id="{2DE2C93E-A220-A125-AB00-7242BE79F93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793374" y="29631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6" name="Content Placeholder 52">
            <a:extLst>
              <a:ext uri="{FF2B5EF4-FFF2-40B4-BE49-F238E27FC236}">
                <a16:creationId xmlns:a16="http://schemas.microsoft.com/office/drawing/2014/main" id="{130A4148-657E-CA2A-AD39-C1C60B47A2E2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6793374" y="37789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7" name="Content Placeholder 52">
            <a:extLst>
              <a:ext uri="{FF2B5EF4-FFF2-40B4-BE49-F238E27FC236}">
                <a16:creationId xmlns:a16="http://schemas.microsoft.com/office/drawing/2014/main" id="{3B8B5468-901B-7B82-D8D3-DF6F47B26B33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793374" y="45947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8" name="Content Placeholder 52">
            <a:extLst>
              <a:ext uri="{FF2B5EF4-FFF2-40B4-BE49-F238E27FC236}">
                <a16:creationId xmlns:a16="http://schemas.microsoft.com/office/drawing/2014/main" id="{43B694E8-3A07-E3A2-9F3F-697F039D904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793374" y="54061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9" name="Picture Placeholder 43">
            <a:extLst>
              <a:ext uri="{FF2B5EF4-FFF2-40B4-BE49-F238E27FC236}">
                <a16:creationId xmlns:a16="http://schemas.microsoft.com/office/drawing/2014/main" id="{E19D1C64-222F-0744-20C8-0662359E691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933778" y="1863729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0" name="Picture Placeholder 43">
            <a:extLst>
              <a:ext uri="{FF2B5EF4-FFF2-40B4-BE49-F238E27FC236}">
                <a16:creationId xmlns:a16="http://schemas.microsoft.com/office/drawing/2014/main" id="{8D5DB854-0C4A-401B-87E8-5CAEA904F35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940831" y="2959939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1" name="Picture Placeholder 43">
            <a:extLst>
              <a:ext uri="{FF2B5EF4-FFF2-40B4-BE49-F238E27FC236}">
                <a16:creationId xmlns:a16="http://schemas.microsoft.com/office/drawing/2014/main" id="{BB0B7C6F-E2B7-F7E6-056F-E3FF400CB9C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940831" y="37828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2" name="Picture Placeholder 43">
            <a:extLst>
              <a:ext uri="{FF2B5EF4-FFF2-40B4-BE49-F238E27FC236}">
                <a16:creationId xmlns:a16="http://schemas.microsoft.com/office/drawing/2014/main" id="{77751A25-C2A3-B5B4-8FBB-127A6616BD87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940831" y="45956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3" name="Picture Placeholder 43">
            <a:extLst>
              <a:ext uri="{FF2B5EF4-FFF2-40B4-BE49-F238E27FC236}">
                <a16:creationId xmlns:a16="http://schemas.microsoft.com/office/drawing/2014/main" id="{DE2714AF-4313-7AA1-D7CD-E39C0A1F07D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940831" y="540930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4" name="Content Placeholder 52">
            <a:extLst>
              <a:ext uri="{FF2B5EF4-FFF2-40B4-BE49-F238E27FC236}">
                <a16:creationId xmlns:a16="http://schemas.microsoft.com/office/drawing/2014/main" id="{B8073BB6-ACFE-F384-C36D-E495A757AB9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9944281" y="18566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5" name="Content Placeholder 52">
            <a:extLst>
              <a:ext uri="{FF2B5EF4-FFF2-40B4-BE49-F238E27FC236}">
                <a16:creationId xmlns:a16="http://schemas.microsoft.com/office/drawing/2014/main" id="{1A1F259C-8EB0-5D96-40FD-D099944BF340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9786079" y="29631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6" name="Content Placeholder 52">
            <a:extLst>
              <a:ext uri="{FF2B5EF4-FFF2-40B4-BE49-F238E27FC236}">
                <a16:creationId xmlns:a16="http://schemas.microsoft.com/office/drawing/2014/main" id="{D3C41004-FFC5-4EB9-1545-D7B24B936B2F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9786079" y="37789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7" name="Content Placeholder 52">
            <a:extLst>
              <a:ext uri="{FF2B5EF4-FFF2-40B4-BE49-F238E27FC236}">
                <a16:creationId xmlns:a16="http://schemas.microsoft.com/office/drawing/2014/main" id="{92567D26-CC94-BD45-CF55-A29A4E477FFB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786079" y="45947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8" name="Content Placeholder 52">
            <a:extLst>
              <a:ext uri="{FF2B5EF4-FFF2-40B4-BE49-F238E27FC236}">
                <a16:creationId xmlns:a16="http://schemas.microsoft.com/office/drawing/2014/main" id="{B6E43B1D-4477-345E-4E27-069457E30EB1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9786079" y="54061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9" name="Content Placeholder 52">
            <a:extLst>
              <a:ext uri="{FF2B5EF4-FFF2-40B4-BE49-F238E27FC236}">
                <a16:creationId xmlns:a16="http://schemas.microsoft.com/office/drawing/2014/main" id="{9D4D08CE-4663-A5B8-3FEA-01A045F65D32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2953718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0" name="Content Placeholder 52">
            <a:extLst>
              <a:ext uri="{FF2B5EF4-FFF2-40B4-BE49-F238E27FC236}">
                <a16:creationId xmlns:a16="http://schemas.microsoft.com/office/drawing/2014/main" id="{CD74F49C-4668-965D-013F-EA197AFED4F2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5939624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1" name="Content Placeholder 52">
            <a:extLst>
              <a:ext uri="{FF2B5EF4-FFF2-40B4-BE49-F238E27FC236}">
                <a16:creationId xmlns:a16="http://schemas.microsoft.com/office/drawing/2014/main" id="{58583576-3574-8BBB-274A-DDAF2CF9A77B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8933778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8A9746-3FB8-5A95-9B1B-4D051BFC4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7839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9F1385C-E183-4949-1E52-945BDAAE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3495320"/>
            <a:ext cx="3719076" cy="245145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199063" y="1946275"/>
            <a:ext cx="5640387" cy="3992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按一下圖示以新增圖表</a:t>
            </a:r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125A049-51AB-8CE0-1E82-0861CFA1A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690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2157443-656C-E355-D086-838984BEE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089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005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7197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8482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D39F23-E441-3514-2A4F-F9CCA2911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514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39013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4AAB0-21A6-A5E6-8408-219CAA265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CE54221-5DBA-0D99-431D-6AD1DF6DC08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01639" y="3998913"/>
            <a:ext cx="3309588" cy="19452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D7CBDAE4-87B4-6E80-BB22-1E1B55D4682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39454" y="4002088"/>
            <a:ext cx="3309588" cy="19452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D63D7C9D-0E4E-53F0-D6B2-88D08609625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85215" y="1428751"/>
            <a:ext cx="3716812" cy="4515434"/>
          </a:xfrm>
          <a:solidFill>
            <a:srgbClr val="FFF5ED"/>
          </a:solidFill>
        </p:spPr>
        <p:txBody>
          <a:bodyPr lIns="144000" tIns="144000" rIns="144000" bIns="14400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7375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75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618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339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7361884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120932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3232766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3081327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936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8742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2802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9255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3893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9592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04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2956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308151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C564F-54DF-8C5F-8208-487AC945D74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9" y="1715"/>
            <a:ext cx="12188951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082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533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19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3609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644289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5765476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3626539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0513332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212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410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2669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03224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1326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963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0485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2466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_Pattern header">
  <p:cSld name="3__Pattern header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E60FBB-185D-5471-C883-29B405E9CE6C}"/>
              </a:ext>
            </a:extLst>
          </p:cNvPr>
          <p:cNvSpPr/>
          <p:nvPr userDrawn="1"/>
        </p:nvSpPr>
        <p:spPr>
          <a:xfrm>
            <a:off x="175491" y="203200"/>
            <a:ext cx="12016509" cy="8347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350982" y="228600"/>
            <a:ext cx="11306176" cy="80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6C5FE1-B0EA-4EA3-D4D0-ACC429C182B9}"/>
              </a:ext>
            </a:extLst>
          </p:cNvPr>
          <p:cNvSpPr/>
          <p:nvPr userDrawn="1"/>
        </p:nvSpPr>
        <p:spPr>
          <a:xfrm>
            <a:off x="0" y="203200"/>
            <a:ext cx="175491" cy="93600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C395B4-7E1E-1353-4300-A9471B8F8D9F}"/>
              </a:ext>
            </a:extLst>
          </p:cNvPr>
          <p:cNvSpPr/>
          <p:nvPr userDrawn="1"/>
        </p:nvSpPr>
        <p:spPr>
          <a:xfrm>
            <a:off x="0" y="1037979"/>
            <a:ext cx="175491" cy="5364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938004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16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84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039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5167365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7284342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60601549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2917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459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8998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2834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2009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9744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5144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6913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92280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645946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12001" y="368300"/>
            <a:ext cx="4711700" cy="3003550"/>
          </a:xfr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6000"/>
              </a:spcAft>
              <a:defRPr sz="860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latin typeface="+mn-lt"/>
              </a:defRPr>
            </a:lvl2pPr>
          </a:lstStyle>
          <a:p>
            <a:pPr lvl="0"/>
            <a:r>
              <a:rPr lang="en-US"/>
              <a:t>0,000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2A3DA15-4C69-255A-358A-480458D2D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831A1-36E4-05EF-6AB7-93A548B9DE9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039225" y="3492500"/>
            <a:ext cx="2784475" cy="24796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89952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241133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7914" y="373155"/>
            <a:ext cx="2765424" cy="2777490"/>
          </a:xfrm>
          <a:solidFill>
            <a:srgbClr val="B5BCC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52188" y="373155"/>
            <a:ext cx="2765424" cy="2777490"/>
          </a:xfr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7914" y="3308287"/>
            <a:ext cx="2765424" cy="2777490"/>
          </a:xfr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52188" y="3308287"/>
            <a:ext cx="2765424" cy="2777490"/>
          </a:xfrm>
          <a:solidFill>
            <a:srgbClr val="DFE3E6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1217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x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252" y="3485833"/>
            <a:ext cx="2575470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48994" y="373290"/>
            <a:ext cx="2765424" cy="2777490"/>
          </a:xfrm>
          <a:prstGeom prst="rect">
            <a:avLst/>
          </a:prstGeo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11235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0511" y="373290"/>
            <a:ext cx="2765424" cy="2777490"/>
          </a:xfrm>
          <a:prstGeom prst="rect">
            <a:avLst/>
          </a:prstGeo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2752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48994" y="3281527"/>
            <a:ext cx="2765424" cy="2777490"/>
          </a:xfrm>
          <a:prstGeom prst="rect">
            <a:avLst/>
          </a:prstGeom>
          <a:solidFill>
            <a:srgbClr val="FFCDA8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11235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0511" y="3281527"/>
            <a:ext cx="2765424" cy="2777490"/>
          </a:xfrm>
          <a:prstGeom prst="rect">
            <a:avLst/>
          </a:prstGeom>
          <a:solidFill>
            <a:srgbClr val="FFF5ED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202752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670FEE5-9E0A-0502-9064-02C2958C24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9617" y="373290"/>
            <a:ext cx="2765424" cy="2777490"/>
          </a:xfrm>
          <a:prstGeom prst="rect">
            <a:avLst/>
          </a:prstGeom>
          <a:solidFill>
            <a:schemeClr val="accent2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347B6220-EA18-FCE3-B24E-B96EEBDB79C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21858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20CC769-A58F-89B1-9B4D-4242345AA6F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9617" y="3281527"/>
            <a:ext cx="2765424" cy="2777490"/>
          </a:xfrm>
          <a:prstGeom prst="rect">
            <a:avLst/>
          </a:prstGeom>
          <a:solidFill>
            <a:schemeClr val="accent3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A5CE9CF-2B9A-9CCE-16EB-AF781F3473C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21858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3243295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27520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17858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24392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5576" y="1408288"/>
            <a:ext cx="5237163" cy="4510088"/>
          </a:xfrm>
        </p:spPr>
        <p:txBody>
          <a:bodyPr/>
          <a:lstStyle/>
          <a:p>
            <a:r>
              <a:rPr lang="zh-TW" altLang="en-US"/>
              <a:t>按一下圖示以新增圖表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867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04804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626A07-2517-5726-4FDD-0AC9D9299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87585-ED95-8AF2-4595-9E941DC9E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9026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30.xml"/><Relationship Id="rId29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4.xml"/><Relationship Id="rId3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9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6.xml"/><Relationship Id="rId17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81.xml"/><Relationship Id="rId16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4.xml"/><Relationship Id="rId19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86.xml"/><Relationship Id="rId21" Type="http://schemas.openxmlformats.org/officeDocument/2006/relationships/slideLayout" Target="../slideLayouts/slideLayout87.xml"/><Relationship Id="rId22" Type="http://schemas.openxmlformats.org/officeDocument/2006/relationships/slideLayout" Target="../slideLayouts/slideLayout88.xml"/><Relationship Id="rId23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BCCF403-77F5-E64B-B3A1-43CAED52C50B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latin typeface="Lato Light" panose="020F0502020204030203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AFA0A0-434E-E340-A675-5E45B45DDFED}"/>
              </a:ext>
            </a:extLst>
          </p:cNvPr>
          <p:cNvSpPr txBox="1"/>
          <p:nvPr userDrawn="1"/>
        </p:nvSpPr>
        <p:spPr>
          <a:xfrm>
            <a:off x="11208878" y="453222"/>
            <a:ext cx="1891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pPr algn="ctr"/>
              <a:t>‹#›</a:t>
            </a:fld>
            <a:endParaRPr lang="en-US" sz="1400" b="0" i="0" spc="0">
              <a:solidFill>
                <a:schemeClr val="bg1"/>
              </a:solidFill>
              <a:latin typeface="Poppins Medium" pitchFamily="2" charset="77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27376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3300" b="1" i="0" kern="1200">
          <a:solidFill>
            <a:schemeClr val="tx2"/>
          </a:solidFill>
          <a:latin typeface="Poppins" pitchFamily="2" charset="77"/>
          <a:ea typeface="+mj-ea"/>
          <a:cs typeface="+mj-cs"/>
        </a:defRPr>
      </a:lvl1pPr>
    </p:titleStyle>
    <p:bodyStyle>
      <a:lvl1pPr marL="0" indent="0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1pPr>
      <a:lvl2pPr marL="457086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2pPr>
      <a:lvl3pPr marL="914172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3pPr>
      <a:lvl4pPr marL="1371257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4pPr>
      <a:lvl5pPr marL="1828343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A87DDA4-93F2-7A45-9BB3-0ED68A4AA170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latin typeface="Poppins Ligh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132A2-AB80-A845-8566-11C55587F84F}"/>
              </a:ext>
            </a:extLst>
          </p:cNvPr>
          <p:cNvSpPr txBox="1"/>
          <p:nvPr userDrawn="1"/>
        </p:nvSpPr>
        <p:spPr>
          <a:xfrm>
            <a:off x="11203853" y="442590"/>
            <a:ext cx="177934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400" b="0" i="0" spc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69399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ftr="0" dt="0"/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lang="en-US" sz="3000" b="1" i="0" kern="1200">
          <a:solidFill>
            <a:schemeClr val="tx2"/>
          </a:solidFill>
          <a:latin typeface="Poppins" pitchFamily="2" charset="77"/>
          <a:ea typeface="Open Sans Light" panose="020B0306030504020204" pitchFamily="34" charset="0"/>
          <a:cs typeface="Poppins" pitchFamily="2" charset="77"/>
        </a:defRPr>
      </a:lvl1pPr>
    </p:titleStyle>
    <p:bodyStyle>
      <a:lvl1pPr marL="228555" indent="-228555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4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1pPr>
      <a:lvl2pPr marL="68566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2pPr>
      <a:lvl3pPr marL="1142772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3pPr>
      <a:lvl4pPr marL="1599880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4pPr>
      <a:lvl5pPr marL="2056989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5pPr>
      <a:lvl6pPr marL="2514097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96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6" r:id="rId16"/>
    <p:sldLayoutId id="2147483697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4068" r:id="rId29"/>
    <p:sldLayoutId id="2147484069" r:id="rId30"/>
    <p:sldLayoutId id="2147484070" r:id="rId31"/>
    <p:sldLayoutId id="2147484071" r:id="rId3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3" pos="232">
          <p15:clr>
            <a:srgbClr val="F26B43"/>
          </p15:clr>
        </p15:guide>
        <p15:guide id="4" pos="7448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778">
          <p15:clr>
            <a:srgbClr val="F26B43"/>
          </p15:clr>
        </p15:guide>
        <p15:guide id="13" pos="840">
          <p15:clr>
            <a:srgbClr val="F26B43"/>
          </p15:clr>
        </p15:guide>
        <p15:guide id="14" pos="1378">
          <p15:clr>
            <a:srgbClr val="F26B43"/>
          </p15:clr>
        </p15:guide>
        <p15:guide id="15" pos="1446">
          <p15:clr>
            <a:srgbClr val="F26B43"/>
          </p15:clr>
        </p15:guide>
        <p15:guide id="16" pos="1986">
          <p15:clr>
            <a:srgbClr val="F26B43"/>
          </p15:clr>
        </p15:guide>
        <p15:guide id="17" pos="2052">
          <p15:clr>
            <a:srgbClr val="F26B43"/>
          </p15:clr>
        </p15:guide>
        <p15:guide id="18" pos="2592">
          <p15:clr>
            <a:srgbClr val="F26B43"/>
          </p15:clr>
        </p15:guide>
        <p15:guide id="19" pos="2662">
          <p15:clr>
            <a:srgbClr val="F26B43"/>
          </p15:clr>
        </p15:guide>
        <p15:guide id="20" pos="3200">
          <p15:clr>
            <a:srgbClr val="F26B43"/>
          </p15:clr>
        </p15:guide>
        <p15:guide id="21" pos="3266">
          <p15:clr>
            <a:srgbClr val="F26B43"/>
          </p15:clr>
        </p15:guide>
        <p15:guide id="22" pos="3806">
          <p15:clr>
            <a:srgbClr val="F26B43"/>
          </p15:clr>
        </p15:guide>
        <p15:guide id="23" pos="3874">
          <p15:clr>
            <a:srgbClr val="F26B43"/>
          </p15:clr>
        </p15:guide>
        <p15:guide id="24" pos="4414">
          <p15:clr>
            <a:srgbClr val="F26B43"/>
          </p15:clr>
        </p15:guide>
        <p15:guide id="25" pos="5018">
          <p15:clr>
            <a:srgbClr val="F26B43"/>
          </p15:clr>
        </p15:guide>
        <p15:guide id="26" pos="4480">
          <p15:clr>
            <a:srgbClr val="F26B43"/>
          </p15:clr>
        </p15:guide>
        <p15:guide id="27" pos="5086">
          <p15:clr>
            <a:srgbClr val="F26B43"/>
          </p15:clr>
        </p15:guide>
        <p15:guide id="28" pos="5626">
          <p15:clr>
            <a:srgbClr val="F26B43"/>
          </p15:clr>
        </p15:guide>
        <p15:guide id="29" pos="5694">
          <p15:clr>
            <a:srgbClr val="F26B43"/>
          </p15:clr>
        </p15:guide>
        <p15:guide id="30" pos="6232">
          <p15:clr>
            <a:srgbClr val="F26B43"/>
          </p15:clr>
        </p15:guide>
        <p15:guide id="31" pos="6300">
          <p15:clr>
            <a:srgbClr val="F26B43"/>
          </p15:clr>
        </p15:guide>
        <p15:guide id="32" pos="6840">
          <p15:clr>
            <a:srgbClr val="F26B43"/>
          </p15:clr>
        </p15:guide>
        <p15:guide id="33" pos="6908">
          <p15:clr>
            <a:srgbClr val="F26B43"/>
          </p15:clr>
        </p15:guide>
        <p15:guide id="34" orient="horz" pos="488">
          <p15:clr>
            <a:srgbClr val="F26B43"/>
          </p15:clr>
        </p15:guide>
        <p15:guide id="35" orient="horz" pos="560">
          <p15:clr>
            <a:srgbClr val="F26B43"/>
          </p15:clr>
        </p15:guide>
        <p15:guide id="36" orient="horz" pos="816">
          <p15:clr>
            <a:srgbClr val="F26B43"/>
          </p15:clr>
        </p15:guide>
        <p15:guide id="37" orient="horz" pos="886">
          <p15:clr>
            <a:srgbClr val="F26B43"/>
          </p15:clr>
        </p15:guide>
        <p15:guide id="38" orient="horz" pos="1144">
          <p15:clr>
            <a:srgbClr val="F26B43"/>
          </p15:clr>
        </p15:guide>
        <p15:guide id="39" orient="horz" pos="1212">
          <p15:clr>
            <a:srgbClr val="F26B43"/>
          </p15:clr>
        </p15:guide>
        <p15:guide id="40" orient="horz" pos="1472">
          <p15:clr>
            <a:srgbClr val="F26B43"/>
          </p15:clr>
        </p15:guide>
        <p15:guide id="41" orient="horz" pos="1798">
          <p15:clr>
            <a:srgbClr val="F26B43"/>
          </p15:clr>
        </p15:guide>
        <p15:guide id="42" orient="horz" pos="1864">
          <p15:clr>
            <a:srgbClr val="F26B43"/>
          </p15:clr>
        </p15:guide>
        <p15:guide id="43" orient="horz" pos="2124">
          <p15:clr>
            <a:srgbClr val="F26B43"/>
          </p15:clr>
        </p15:guide>
        <p15:guide id="44" orient="horz" pos="2194">
          <p15:clr>
            <a:srgbClr val="F26B43"/>
          </p15:clr>
        </p15:guide>
        <p15:guide id="45" orient="horz" pos="2450">
          <p15:clr>
            <a:srgbClr val="F26B43"/>
          </p15:clr>
        </p15:guide>
        <p15:guide id="46" orient="horz" pos="2520">
          <p15:clr>
            <a:srgbClr val="F26B43"/>
          </p15:clr>
        </p15:guide>
        <p15:guide id="47" orient="horz" pos="2778">
          <p15:clr>
            <a:srgbClr val="F26B43"/>
          </p15:clr>
        </p15:guide>
        <p15:guide id="48" orient="horz" pos="2846">
          <p15:clr>
            <a:srgbClr val="F26B43"/>
          </p15:clr>
        </p15:guide>
        <p15:guide id="49" orient="horz" pos="3104">
          <p15:clr>
            <a:srgbClr val="F26B43"/>
          </p15:clr>
        </p15:guide>
        <p15:guide id="50" orient="horz" pos="3174">
          <p15:clr>
            <a:srgbClr val="F26B43"/>
          </p15:clr>
        </p15:guide>
        <p15:guide id="51" orient="horz" pos="3432">
          <p15:clr>
            <a:srgbClr val="F26B43"/>
          </p15:clr>
        </p15:guide>
        <p15:guide id="52" orient="horz" pos="3498">
          <p15:clr>
            <a:srgbClr val="F26B43"/>
          </p15:clr>
        </p15:guide>
        <p15:guide id="53" orient="horz" pos="3762">
          <p15:clr>
            <a:srgbClr val="F26B43"/>
          </p15:clr>
        </p15:guide>
        <p15:guide id="54" orient="horz" pos="3830">
          <p15:clr>
            <a:srgbClr val="F26B43"/>
          </p15:clr>
        </p15:guide>
        <p15:guide id="55" orient="horz" pos="153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336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41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827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668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166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904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66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  <p:sldLayoutId id="2147483928" r:id="rId12"/>
    <p:sldLayoutId id="2147483929" r:id="rId13"/>
    <p:sldLayoutId id="2147483930" r:id="rId14"/>
    <p:sldLayoutId id="2147483931" r:id="rId15"/>
    <p:sldLayoutId id="2147483975" r:id="rId16"/>
    <p:sldLayoutId id="2147483976" r:id="rId17"/>
    <p:sldLayoutId id="2147483977" r:id="rId18"/>
    <p:sldLayoutId id="2147483978" r:id="rId19"/>
    <p:sldLayoutId id="2147483998" r:id="rId20"/>
    <p:sldLayoutId id="2147484045" r:id="rId21"/>
    <p:sldLayoutId id="2147484062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3" pos="232">
          <p15:clr>
            <a:srgbClr val="F26B43"/>
          </p15:clr>
        </p15:guide>
        <p15:guide id="4" pos="7448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778">
          <p15:clr>
            <a:srgbClr val="F26B43"/>
          </p15:clr>
        </p15:guide>
        <p15:guide id="13" pos="840">
          <p15:clr>
            <a:srgbClr val="F26B43"/>
          </p15:clr>
        </p15:guide>
        <p15:guide id="14" pos="1378">
          <p15:clr>
            <a:srgbClr val="F26B43"/>
          </p15:clr>
        </p15:guide>
        <p15:guide id="15" pos="1446">
          <p15:clr>
            <a:srgbClr val="F26B43"/>
          </p15:clr>
        </p15:guide>
        <p15:guide id="16" pos="1986">
          <p15:clr>
            <a:srgbClr val="F26B43"/>
          </p15:clr>
        </p15:guide>
        <p15:guide id="17" pos="2052">
          <p15:clr>
            <a:srgbClr val="F26B43"/>
          </p15:clr>
        </p15:guide>
        <p15:guide id="18" pos="2592">
          <p15:clr>
            <a:srgbClr val="F26B43"/>
          </p15:clr>
        </p15:guide>
        <p15:guide id="19" pos="2662">
          <p15:clr>
            <a:srgbClr val="F26B43"/>
          </p15:clr>
        </p15:guide>
        <p15:guide id="20" pos="3200">
          <p15:clr>
            <a:srgbClr val="F26B43"/>
          </p15:clr>
        </p15:guide>
        <p15:guide id="21" pos="3266">
          <p15:clr>
            <a:srgbClr val="F26B43"/>
          </p15:clr>
        </p15:guide>
        <p15:guide id="22" pos="3806">
          <p15:clr>
            <a:srgbClr val="F26B43"/>
          </p15:clr>
        </p15:guide>
        <p15:guide id="23" pos="3874">
          <p15:clr>
            <a:srgbClr val="F26B43"/>
          </p15:clr>
        </p15:guide>
        <p15:guide id="24" pos="4414">
          <p15:clr>
            <a:srgbClr val="F26B43"/>
          </p15:clr>
        </p15:guide>
        <p15:guide id="25" pos="5018">
          <p15:clr>
            <a:srgbClr val="F26B43"/>
          </p15:clr>
        </p15:guide>
        <p15:guide id="26" pos="4480">
          <p15:clr>
            <a:srgbClr val="F26B43"/>
          </p15:clr>
        </p15:guide>
        <p15:guide id="27" pos="5086">
          <p15:clr>
            <a:srgbClr val="F26B43"/>
          </p15:clr>
        </p15:guide>
        <p15:guide id="28" pos="5626">
          <p15:clr>
            <a:srgbClr val="F26B43"/>
          </p15:clr>
        </p15:guide>
        <p15:guide id="29" pos="5694">
          <p15:clr>
            <a:srgbClr val="F26B43"/>
          </p15:clr>
        </p15:guide>
        <p15:guide id="30" pos="6232">
          <p15:clr>
            <a:srgbClr val="F26B43"/>
          </p15:clr>
        </p15:guide>
        <p15:guide id="31" pos="6300">
          <p15:clr>
            <a:srgbClr val="F26B43"/>
          </p15:clr>
        </p15:guide>
        <p15:guide id="32" pos="6840">
          <p15:clr>
            <a:srgbClr val="F26B43"/>
          </p15:clr>
        </p15:guide>
        <p15:guide id="33" pos="6908">
          <p15:clr>
            <a:srgbClr val="F26B43"/>
          </p15:clr>
        </p15:guide>
        <p15:guide id="34" orient="horz" pos="488">
          <p15:clr>
            <a:srgbClr val="F26B43"/>
          </p15:clr>
        </p15:guide>
        <p15:guide id="35" orient="horz" pos="560">
          <p15:clr>
            <a:srgbClr val="F26B43"/>
          </p15:clr>
        </p15:guide>
        <p15:guide id="36" orient="horz" pos="816">
          <p15:clr>
            <a:srgbClr val="F26B43"/>
          </p15:clr>
        </p15:guide>
        <p15:guide id="37" orient="horz" pos="886">
          <p15:clr>
            <a:srgbClr val="F26B43"/>
          </p15:clr>
        </p15:guide>
        <p15:guide id="38" orient="horz" pos="1144">
          <p15:clr>
            <a:srgbClr val="F26B43"/>
          </p15:clr>
        </p15:guide>
        <p15:guide id="39" orient="horz" pos="1212">
          <p15:clr>
            <a:srgbClr val="F26B43"/>
          </p15:clr>
        </p15:guide>
        <p15:guide id="40" orient="horz" pos="1472">
          <p15:clr>
            <a:srgbClr val="F26B43"/>
          </p15:clr>
        </p15:guide>
        <p15:guide id="41" orient="horz" pos="1798">
          <p15:clr>
            <a:srgbClr val="F26B43"/>
          </p15:clr>
        </p15:guide>
        <p15:guide id="42" orient="horz" pos="1864">
          <p15:clr>
            <a:srgbClr val="F26B43"/>
          </p15:clr>
        </p15:guide>
        <p15:guide id="43" orient="horz" pos="2124">
          <p15:clr>
            <a:srgbClr val="F26B43"/>
          </p15:clr>
        </p15:guide>
        <p15:guide id="44" orient="horz" pos="2194">
          <p15:clr>
            <a:srgbClr val="F26B43"/>
          </p15:clr>
        </p15:guide>
        <p15:guide id="45" orient="horz" pos="2450">
          <p15:clr>
            <a:srgbClr val="F26B43"/>
          </p15:clr>
        </p15:guide>
        <p15:guide id="46" orient="horz" pos="2520">
          <p15:clr>
            <a:srgbClr val="F26B43"/>
          </p15:clr>
        </p15:guide>
        <p15:guide id="47" orient="horz" pos="2778">
          <p15:clr>
            <a:srgbClr val="F26B43"/>
          </p15:clr>
        </p15:guide>
        <p15:guide id="48" orient="horz" pos="2846">
          <p15:clr>
            <a:srgbClr val="F26B43"/>
          </p15:clr>
        </p15:guide>
        <p15:guide id="49" orient="horz" pos="3104">
          <p15:clr>
            <a:srgbClr val="F26B43"/>
          </p15:clr>
        </p15:guide>
        <p15:guide id="50" orient="horz" pos="3174">
          <p15:clr>
            <a:srgbClr val="F26B43"/>
          </p15:clr>
        </p15:guide>
        <p15:guide id="51" orient="horz" pos="3432">
          <p15:clr>
            <a:srgbClr val="F26B43"/>
          </p15:clr>
        </p15:guide>
        <p15:guide id="52" orient="horz" pos="3498">
          <p15:clr>
            <a:srgbClr val="F26B43"/>
          </p15:clr>
        </p15:guide>
        <p15:guide id="53" orient="horz" pos="3762">
          <p15:clr>
            <a:srgbClr val="F26B43"/>
          </p15:clr>
        </p15:guide>
        <p15:guide id="54" orient="horz" pos="3830">
          <p15:clr>
            <a:srgbClr val="F26B43"/>
          </p15:clr>
        </p15:guide>
        <p15:guide id="55" orient="horz" pos="153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hyperlink" Target="https://www.deloitte.com/global/en/what-we-do/capabilities/agentic-ai-blueprint-for-insurance.html" TargetMode="External"/><Relationship Id="rId3" Type="http://schemas.openxmlformats.org/officeDocument/2006/relationships/hyperlink" Target="https://sas.com/nl_nl/news/press-releases/2022/may/deloitte-partners-with-sas-to-power-ifrs-17-accelerator-solution.html" TargetMode="External"/><Relationship Id="rId4" Type="http://schemas.openxmlformats.org/officeDocument/2006/relationships/hyperlink" Target="https://sas.com/en_ca/news/press-releases/2022/september/pvi-insurance-deploys-kpmg-ifrs-17-express.html" TargetMode="External"/><Relationship Id="rId5" Type="http://schemas.openxmlformats.org/officeDocument/2006/relationships/hyperlink" Target="https://www.capgemini.com/wp-content/uploads/2026/10/GW-datasheet_Final-version.pdf" TargetMode="External"/><Relationship Id="rId6" Type="http://schemas.openxmlformats.org/officeDocument/2006/relationships/hyperlink" Target="https://www.wtwco.com/en-gh/news/2025/10/wtw-launch-of-radar-5-with-gen-ai-capability-marks-a-major-milestone-in-insurance-pricing" TargetMode="External"/><Relationship Id="rId7" Type="http://schemas.openxmlformats.org/officeDocument/2006/relationships/hyperlink" Target="https://www.mckinsey.com/industries/financial-services/our-insights/can-agentic-ai-finally-modernize-core-technologies-in-insurance" TargetMode="External"/><Relationship Id="rId8" Type="http://schemas.openxmlformats.org/officeDocument/2006/relationships/hyperlink" Target="https://www.bcg.com/assets/2026/executive-perspectives-ai-first-companies-win-the-future-property-casualty-insurance.pdf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hyperlink" Target="https://stackoverflow.co/company/press/archive/stack-overflow-2025-developer-survey/" TargetMode="External"/><Relationship Id="rId3" Type="http://schemas.openxmlformats.org/officeDocument/2006/relationships/hyperlink" Target="https://cloud.google.com/blog/products/devops-sre/announcing-the-2024-dora-report" TargetMode="External"/><Relationship Id="rId4" Type="http://schemas.openxmlformats.org/officeDocument/2006/relationships/hyperlink" Target="https://cloud.google.com/blog/products/ai-machine-learning/announcing-the-2025-dora-report" TargetMode="External"/><Relationship Id="rId5" Type="http://schemas.openxmlformats.org/officeDocument/2006/relationships/hyperlink" Target="https://services.google.com/fh/files/misc/dora-roi-of-ai-assisted-software-development-2026.pdf" TargetMode="External"/><Relationship Id="rId6" Type="http://schemas.openxmlformats.org/officeDocument/2006/relationships/hyperlink" Target="https://www.infoq.com/news/2025/09/dora-state-of-ai-in-dev-2025" TargetMode="External"/><Relationship Id="rId7" Type="http://schemas.openxmlformats.org/officeDocument/2006/relationships/hyperlink" Target="https://finance.yahoo.com/news/jpmorgan-engineers-efficiency-jumps-much-190410471.html" TargetMode="External"/><Relationship Id="rId8" Type="http://schemas.openxmlformats.org/officeDocument/2006/relationships/hyperlink" Target="https://www.deloitte.com/global/en/insights/industry/financial-services/financial-services-industry-predictions/2025/ai-and-bank-software-development.html" TargetMode="External"/><Relationship Id="rId9" Type="http://schemas.openxmlformats.org/officeDocument/2006/relationships/hyperlink" Target="https://amp.claimsjournal.com/news/national/2025/11/17/334094.htm" TargetMode="External"/><Relationship Id="rId10" Type="http://schemas.openxmlformats.org/officeDocument/2006/relationships/hyperlink" Target="https://www.mckinsey.com/capabilities/tech-and-ai/our-insights/the-top-trends-in-tech" TargetMode="External"/><Relationship Id="rId11" Type="http://schemas.openxmlformats.org/officeDocument/2006/relationships/hyperlink" Target="https://www.allenandgledhill.com/sg/publication/articles/29565/mas-publishes-information-paper-on-ai-model-risk-management" TargetMode="External"/><Relationship Id="rId12" Type="http://schemas.openxmlformats.org/officeDocument/2006/relationships/hyperlink" Target="https://www.leeandli.com/TW/Newsletters/7525.htm" TargetMode="External"/><Relationship Id="rId13" Type="http://schemas.openxmlformats.org/officeDocument/2006/relationships/hyperlink" Target="https://law.lia-roc.org.tw/Law/GetFile/0000394231" TargetMode="External"/><Relationship Id="rId14" Type="http://schemas.openxmlformats.org/officeDocument/2006/relationships/hyperlink" Target="https://www.fsc.gov.tw/websitedowndoc?file=chfsc/202408231741530.pdf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>
                <a:latin typeface="Georgia"/>
                <a:ea typeface="微軟正黑體"/>
              </a:rPr>
              <a:t>AI 原生軟體開發：</a:t>
            </a:r>
          </a:p>
          <a:p>
            <a:r>
              <a:rPr sz="2800">
                <a:latin typeface="Georgia"/>
                <a:ea typeface="微軟正黑體"/>
              </a:rPr>
              <a:t>從一個用例開始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200">
                <a:latin typeface="Georgia"/>
                <a:ea typeface="微軟正黑體"/>
              </a:rPr>
              <a:t>PwC FSC1｜給保險業的提案｜2026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內部｜請 Sam 決定：是否以本提案接觸首批保險客戶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內部審閱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建議：同意以「診斷＋一個用例試點」接觸 1–2 家保險公司；第 13 頁示範完成後再對外。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E2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DE2A18"/>
                </a:solidFill>
                <a:latin typeface="Georgia"/>
                <a:ea typeface="微軟正黑體"/>
              </a:rPr>
              <a:t>內部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3703320" cy="42394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Georgia"/>
                <a:ea typeface="微軟正黑體"/>
              </a:rPr>
              <a:t>請您決定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2157984"/>
            <a:ext cx="3703320" cy="207735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微軟正黑體"/>
                <a:ea typeface="微軟正黑體"/>
              </a:rPr>
              <a:t>① 是否同意以本提案接觸首批客戶（候選名單：[待填]）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微軟正黑體"/>
                <a:ea typeface="微軟正黑體"/>
              </a:rPr>
              <a:t>② 附錄 C 對客戶是否保留同業公司名稱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微軟正黑體"/>
                <a:ea typeface="微軟正黑體"/>
              </a:rPr>
              <a:t>③ 指派 IT 同仁完成第 13 頁示範畫面（目標日期：[待填]）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微軟正黑體"/>
                <a:ea typeface="微軟正黑體"/>
              </a:rPr>
              <a:t>④ 試點帶隊人：[待填]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233672" y="1691640"/>
            <a:ext cx="3703320" cy="423949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Georgia"/>
                <a:ea typeface="微軟正黑體"/>
              </a:rPr>
              <a:t>推案前要先確認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233672" y="2157984"/>
            <a:ext cx="3703320" cy="207735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・獨立性：候選客戶若為審計客戶，先經 R&amp;Q 確認（尚未檢查）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・客戶關係：先取得負責該客戶的合夥人同意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・責任範圍：AI 產出的責任歸屬寫進合約，待 Legal 確認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・駐點外包廠商：AI 會減少人天，試點前先和客戶 IT 談好廠商角色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8055863" y="1691640"/>
            <a:ext cx="3703320" cy="423949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Georgia"/>
                <a:ea typeface="微軟正黑體"/>
              </a:rPr>
              <a:t>規模與資源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8055863" y="2157984"/>
            <a:ext cx="3703320" cy="207735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・診斷約 4–6 週＋試點約 6–8 週（第 17 頁）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・人力配置與報價：[待填]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・團隊分工與決定權見第 3 頁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411480" y="4404914"/>
            <a:ext cx="352958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Georgia"/>
                <a:ea typeface="微軟正黑體"/>
              </a:rPr>
              <a:t>考慮過的做法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3977639" y="4404914"/>
            <a:ext cx="56784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Georgia"/>
                <a:ea typeface="微軟正黑體"/>
              </a:rPr>
              <a:t>評估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9692640" y="4404914"/>
            <a:ext cx="2066543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Georgia"/>
                <a:ea typeface="微軟正黑體"/>
              </a:rPr>
              <a:t>結論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411480" y="4777989"/>
            <a:ext cx="3529584" cy="47482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A　診斷＋一個用例試點（建議）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3977639" y="4777989"/>
            <a:ext cx="5678424" cy="47482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金額小、客戶容易說好；試點同時產出對外實績與工具包第一版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9692640" y="4777989"/>
            <a:ext cx="2066543" cy="47482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採用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11480" y="5286728"/>
            <a:ext cx="3529584" cy="4748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B　直接賣工具包，客戶自己做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3977639" y="5286728"/>
            <a:ext cx="5678424" cy="4748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我們還沒有對外實績，客戶難以信任方法；維護成本也較高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9692640" y="5286728"/>
            <a:ext cx="2066543" cy="4748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實績累積後再推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11480" y="5795467"/>
            <a:ext cx="3529584" cy="47482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C　等示範完成再決定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3977639" y="5795467"/>
            <a:ext cx="5678424" cy="47482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風險最低，但獨立性與客戶關係的確認可以先並行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9692640" y="5795467"/>
            <a:ext cx="2066543" cy="47482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不等：先做確認，示範完成即出門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內部｜FSC1 團隊分工：BA 管業務與法規，IT 管實作與證明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內部審閱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客戶買的是兩種別人難以複製的能力；決定權先講清楚，示範與報價才不會卡住。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E2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DE2A18"/>
                </a:solidFill>
                <a:latin typeface="Georgia"/>
                <a:ea typeface="微軟正黑體"/>
              </a:rPr>
              <a:t>內部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1380744" cy="30524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角色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1828800" y="1691640"/>
            <a:ext cx="3392424" cy="30524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對客戶的定位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5257800" y="1691640"/>
            <a:ext cx="1975104" cy="30524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對口的客戶角色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7269480" y="1691640"/>
            <a:ext cx="4489704" cy="30524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負責與決定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11480" y="2030799"/>
            <a:ext cx="1380744" cy="364596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BA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1828800" y="2030799"/>
            <a:ext cx="3392424" cy="364596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懂保險業務與法規，讓 AI 一開始就拿到對的需求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5257800" y="2030799"/>
            <a:ext cx="1975104" cy="364596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業務單位、法遵與風控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7269480" y="2030799"/>
            <a:ext cx="4489704" cy="364596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主導需求分析與「接受需求」紀錄；提出法規檢查清單（法遵審定）；把工程語言翻成管理層聽得懂的話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11480" y="2429311"/>
            <a:ext cx="1380744" cy="3645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Rex（IT）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1828800" y="2429311"/>
            <a:ext cx="3392424" cy="3645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這套方法的設計者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5257800" y="2429311"/>
            <a:ext cx="1975104" cy="3645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IT 主管、架構師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7269480" y="2429311"/>
            <a:ext cx="4489704" cy="3645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v3 流程與五個關卡；決定示範用例與四象限分類；試點中的技術決定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11480" y="2827823"/>
            <a:ext cx="1380744" cy="3645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Kenny（IT）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1828800" y="2827823"/>
            <a:ext cx="3392424" cy="3645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每天實際在用的人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5257800" y="2827823"/>
            <a:ext cx="1975104" cy="3645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工程師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7269480" y="2827823"/>
            <a:ext cx="4489704" cy="3645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現場示範與實績表；建置範本、規則與關卡；帶客戶工程師實作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411480" y="3226335"/>
            <a:ext cx="1380744" cy="3645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Sam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1828800" y="3226335"/>
            <a:ext cx="3392424" cy="3645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決策者，也是開門的人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5257800" y="3226335"/>
            <a:ext cx="1975104" cy="3645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管理層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7269480" y="3226335"/>
            <a:ext cx="4489704" cy="3645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決定推案、對外承諾、報價與人力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11480" y="3624847"/>
            <a:ext cx="1380744" cy="3645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Luke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1828800" y="3624847"/>
            <a:ext cx="3392424" cy="3645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定價與人力（職稱待確認）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5257800" y="3624847"/>
            <a:ext cx="1975104" cy="3645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採購與財務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7269480" y="3624847"/>
            <a:ext cx="4489704" cy="3645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提出報價與人力配置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411480" y="4023359"/>
            <a:ext cx="1380744" cy="3645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R&amp;Q、法遵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1828800" y="4023359"/>
            <a:ext cx="3392424" cy="3645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把關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5257800" y="4023359"/>
            <a:ext cx="1975104" cy="3645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—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7269480" y="4023359"/>
            <a:ext cx="4489704" cy="3645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決定獨立性；審定法規檢查清單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411480" y="4532098"/>
            <a:ext cx="3255264" cy="30524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客戶可能會問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3703320" y="4532098"/>
            <a:ext cx="8055864" cy="30524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建議回答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411480" y="4871258"/>
            <a:ext cx="3255264" cy="3645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跟國際顧問的方案比，我們贏在哪？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3703320" y="4871258"/>
            <a:ext cx="8055864" cy="3645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在地法規與可稽核關卡綁在一起，BA 與 IT 同一組人，從客戶的一個真實需求開始（第 18 頁）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411480" y="5269770"/>
            <a:ext cx="3255264" cy="3645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AI 寫的程式出事，責任算誰的？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3703320" y="5269770"/>
            <a:ext cx="8055864" cy="3645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能不能上線由客戶指定的人授權，誰核准都查得到（第 16 頁）；合約責任範圍待 Legal 確認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411480" y="5668282"/>
            <a:ext cx="3255264" cy="3645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怎麼證明有效？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3703320" y="5668282"/>
            <a:ext cx="8055864" cy="3645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試點前以基準訂好合格線，達標才擴大，未達標就停（第 17 頁）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411480" y="6126147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微軟正黑體"/>
                <a:ea typeface="微軟正黑體"/>
              </a:rPr>
              <a:t>交接點：IT→BA 的示範截圖與數字未交，不約推案會議；BA→IT 的需求說明沒有核准紀錄，不進 SA&amp;D。名字與分工依內部會議資料整理，待確認。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一頁看懂：從一個用例開始，讓 AI 開發可稽核、也更快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提案摘要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先做 4–6 週診斷與 6–8 週單一用例試點；達到事先講好的標準，才擴大到下一個系統。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3703320" cy="46634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1　為什麼是現在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2200378"/>
            <a:ext cx="3703320" cy="173819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Georgia"/>
                <a:ea typeface="微軟正黑體"/>
              </a:rPr>
              <a:t>委外新辦法與 AI 自律規範已上路，AI 產出的最終責任在保險公司；開發流程要拿得出「誰要求、AI 做了什麼、誰核准」的紀錄。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3938570"/>
            <a:ext cx="3703320" cy="33915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95959"/>
                </a:solidFill>
                <a:latin typeface="Georgia"/>
                <a:ea typeface="微軟正黑體"/>
              </a:rPr>
              <a:t>詳見第 7、16 頁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233672" y="1691640"/>
            <a:ext cx="3703320" cy="46634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2　為什麼只買工具不夠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233672" y="2200378"/>
            <a:ext cx="3703320" cy="173819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Georgia"/>
                <a:ea typeface="微軟正黑體"/>
              </a:rPr>
              <a:t>DORA 2025：AI 讓交付變快，但交付穩定度仍在下降。效益取決於需求、審查、上線與控制方式有沒有一起改。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233672" y="3938570"/>
            <a:ext cx="3703320" cy="33915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95959"/>
                </a:solidFill>
                <a:latin typeface="Georgia"/>
                <a:ea typeface="微軟正黑體"/>
              </a:rPr>
              <a:t>詳見第 10 頁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8055863" y="1691640"/>
            <a:ext cx="3703320" cy="46634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3　為什麼找我們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8055863" y="2200378"/>
            <a:ext cx="3703320" cy="173819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Georgia"/>
                <a:ea typeface="微軟正黑體"/>
              </a:rPr>
              <a:t>FSC1 自己已經用這套流程開發；懂保險業務與法規的 BA 和實作的 IT 同一組人，從貴公司的一個真實需求開始。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8055863" y="3938570"/>
            <a:ext cx="3703320" cy="33915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95959"/>
                </a:solidFill>
                <a:latin typeface="Georgia"/>
                <a:ea typeface="微軟正黑體"/>
              </a:rPr>
              <a:t>詳見第 13、18 頁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11480" y="4489704"/>
            <a:ext cx="91440" cy="1229452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5" name="Rectangle 314"/>
          <p:cNvSpPr/>
          <p:nvPr/>
        </p:nvSpPr>
        <p:spPr>
          <a:xfrm>
            <a:off x="502920" y="4489704"/>
            <a:ext cx="5577840" cy="122945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請貴公司決定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Georgia"/>
                <a:ea typeface="微軟正黑體"/>
              </a:rPr>
              <a:t>安排一場現場示範，指定 IT 與業務窗口，選出 1–2 個候選用例，啟動準備度診斷。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6217920" y="4489704"/>
            <a:ext cx="5577840" cy="12294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595959"/>
                </a:solidFill>
                <a:latin typeface="Georgia"/>
                <a:ea typeface="微軟正黑體"/>
              </a:rPr>
              <a:t>如果先不做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Georgia"/>
                <a:ea typeface="微軟正黑體"/>
              </a:rPr>
              <a:t>AI 工具照樣在開發團隊擴散，但流程與紀錄沒跟上；等到金檢或內稽時再補紀錄，成本更高、風險更大。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" y="466344"/>
            <a:ext cx="7315200" cy="758952"/>
          </a:xfrm>
        </p:spPr>
        <p:txBody>
          <a:bodyPr/>
          <a:lstStyle/>
          <a:p>
            <a:r>
              <a:rPr b="1">
                <a:latin typeface="Georgia"/>
                <a:ea typeface="微軟正黑體"/>
              </a:rPr>
              <a:t>議程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議程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38912" y="1243584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從為什麼現在要做、怎麼做，到帶來什麼價值與如何擴大，說明從一個用例開始的導入方式。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825973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D5108"/>
                </a:solidFill>
                <a:latin typeface="Georgia"/>
                <a:ea typeface="微軟正黑體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0100" y="2310605"/>
            <a:ext cx="0" cy="339159"/>
          </a:xfrm>
          <a:prstGeom prst="line">
            <a:avLst/>
          </a:prstGeom>
          <a:ln w="12700">
            <a:solidFill>
              <a:srgbClr val="FD51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325880" y="1734034"/>
            <a:ext cx="31089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Georgia"/>
                <a:ea typeface="微軟正黑體"/>
              </a:rPr>
              <a:t>面向誰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734034"/>
            <a:ext cx="58521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Georgia"/>
                <a:ea typeface="微軟正黑體"/>
              </a:rPr>
              <a:t>保險公司為什麼現在要做、優先服務誰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32720" y="1734034"/>
            <a:ext cx="146304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2200" b="1">
                <a:solidFill>
                  <a:srgbClr val="000000"/>
                </a:solidFill>
                <a:latin typeface="Georgia"/>
                <a:ea typeface="微軟正黑體"/>
              </a:rPr>
              <a:t>6–8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631476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D5108"/>
                </a:solidFill>
                <a:latin typeface="Georgia"/>
                <a:ea typeface="微軟正黑體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0100" y="3116108"/>
            <a:ext cx="0" cy="339160"/>
          </a:xfrm>
          <a:prstGeom prst="line">
            <a:avLst/>
          </a:prstGeom>
          <a:ln w="12700">
            <a:solidFill>
              <a:srgbClr val="FD51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325880" y="2539538"/>
            <a:ext cx="31089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Georgia"/>
                <a:ea typeface="微軟正黑體"/>
              </a:rPr>
              <a:t>解決什麼問題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39538"/>
            <a:ext cx="58521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Georgia"/>
                <a:ea typeface="微軟正黑體"/>
              </a:rPr>
              <a:t>全球趨勢與只買工具為什麼不夠、我們的解法、AI 分工、現場示範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20" y="2539538"/>
            <a:ext cx="146304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2200" b="1">
                <a:solidFill>
                  <a:srgbClr val="000000"/>
                </a:solidFill>
                <a:latin typeface="Georgia"/>
                <a:ea typeface="微軟正黑體"/>
              </a:rPr>
              <a:t>9–13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43698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D5108"/>
                </a:solidFill>
                <a:latin typeface="Georgia"/>
                <a:ea typeface="微軟正黑體"/>
              </a:rPr>
              <a:t>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0100" y="3921612"/>
            <a:ext cx="0" cy="339159"/>
          </a:xfrm>
          <a:prstGeom prst="line">
            <a:avLst/>
          </a:prstGeom>
          <a:ln w="12700">
            <a:solidFill>
              <a:srgbClr val="FD51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5880" y="3345041"/>
            <a:ext cx="31089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Georgia"/>
                <a:ea typeface="微軟正黑體"/>
              </a:rPr>
              <a:t>帶來什麼價值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3345041"/>
            <a:ext cx="58521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Georgia"/>
                <a:ea typeface="微軟正黑體"/>
              </a:rPr>
              <a:t>價值與衡量、給法遵與風控、你買到什麼、為什麼選我們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32720" y="3345041"/>
            <a:ext cx="146304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2200" b="1">
                <a:solidFill>
                  <a:srgbClr val="000000"/>
                </a:solidFill>
                <a:latin typeface="Georgia"/>
                <a:ea typeface="微軟正黑體"/>
              </a:rPr>
              <a:t>14–18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242483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D5108"/>
                </a:solidFill>
                <a:latin typeface="Georgia"/>
                <a:ea typeface="微軟正黑體"/>
              </a:rPr>
              <a:t>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00100" y="4727115"/>
            <a:ext cx="0" cy="339159"/>
          </a:xfrm>
          <a:prstGeom prst="line">
            <a:avLst/>
          </a:prstGeom>
          <a:ln w="12700">
            <a:solidFill>
              <a:srgbClr val="FD51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325880" y="4150544"/>
            <a:ext cx="31089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Georgia"/>
                <a:ea typeface="微軟正黑體"/>
              </a:rPr>
              <a:t>可擴充、可複製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4150544"/>
            <a:ext cx="58521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Georgia"/>
                <a:ea typeface="微軟正黑體"/>
              </a:rPr>
              <a:t>從一個用例逐步擴大、如何開始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32720" y="4150544"/>
            <a:ext cx="146304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2200" b="1">
                <a:solidFill>
                  <a:srgbClr val="000000"/>
                </a:solidFill>
                <a:latin typeface="Georgia"/>
                <a:ea typeface="微軟正黑體"/>
              </a:rPr>
              <a:t>19–21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" y="5047986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D5108"/>
                </a:solidFill>
                <a:latin typeface="Georgia"/>
                <a:ea typeface="微軟正黑體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25880" y="4956048"/>
            <a:ext cx="31089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Georgia"/>
                <a:ea typeface="微軟正黑體"/>
              </a:rPr>
              <a:t>附錄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4956048"/>
            <a:ext cx="58521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Georgia"/>
                <a:ea typeface="微軟正黑體"/>
              </a:rPr>
              <a:t>示範情境、延伸方式、同業參考、法規清單、試點風險、研究整合、資料來源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32720" y="4956048"/>
            <a:ext cx="146304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2200" b="1">
                <a:solidFill>
                  <a:srgbClr val="000000"/>
                </a:solidFill>
                <a:latin typeface="Georgia"/>
                <a:ea typeface="微軟正黑體"/>
              </a:rPr>
              <a:t>22–29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5931130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右側數字為頁碼。頁面右上方標示「建議」「示意」「假設」「待確認」者為建議或示意內容；未標示者為有來源的事實或既有設計。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Georgia"/>
                <a:ea typeface="微軟正黑體"/>
              </a:rPr>
              <a:t>面向誰</a:t>
            </a:r>
          </a:p>
          <a:p>
            <a:r>
              <a:rPr sz="3000">
                <a:latin typeface="Georgia"/>
                <a:ea typeface="微軟正黑體"/>
              </a:rPr>
              <a:t>Who we serve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Georgia"/>
                <a:ea typeface="微軟正黑體"/>
              </a:rPr>
              <a:t>01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面向誰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保險公司現在就要把 AI 治理設計進開發流程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面向誰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AI 產出的最終責任已落在保險公司；開發流程要留下「誰要求、AI 做了什麼、誰核准」的紀錄。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3715512" cy="42394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責任落在保險公司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2157984"/>
            <a:ext cx="3715512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FD5108"/>
                </a:solidFill>
                <a:latin typeface="Georgia"/>
                <a:ea typeface="微軟正黑體"/>
              </a:rPr>
              <a:t>2025-12-31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2963487"/>
            <a:ext cx="3715512" cy="135663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保險業作業委外新辦法施行；AI 自律規範要求保險公司對 AI 結果負最終責任。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11480" y="4320124"/>
            <a:ext cx="3715512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Georgia"/>
                <a:ea typeface="微軟正黑體"/>
              </a:rPr>
              <a:t>來源：理律法律事務所；壽險／產險公會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245864" y="1691640"/>
            <a:ext cx="3715512" cy="42394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監理要求可問責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245864" y="2157984"/>
            <a:ext cx="3715512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FD5108"/>
                </a:solidFill>
                <a:latin typeface="Georgia"/>
                <a:ea typeface="微軟正黑體"/>
              </a:rPr>
              <a:t>2024-06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4245864" y="2963487"/>
            <a:ext cx="3715512" cy="135663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金管會 AI 指引要求治理及問責、透明性；新加坡金管局 2024-12 檢視銀行後指出，多數已建 AI 清冊，高風險 AI 須獨立驗證。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4245864" y="4320124"/>
            <a:ext cx="3715512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Georgia"/>
                <a:ea typeface="微軟正黑體"/>
              </a:rPr>
              <a:t>來源：金管會；新加坡金融管理局（MAS）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8080247" y="1691640"/>
            <a:ext cx="3715512" cy="42394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開發需求集中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8080247" y="2157984"/>
            <a:ext cx="3715512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FD5108"/>
                </a:solidFill>
                <a:latin typeface="Georgia"/>
                <a:ea typeface="微軟正黑體"/>
              </a:rPr>
              <a:t>2026-01-01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8080247" y="2963487"/>
            <a:ext cx="3715512" cy="135663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IFRS 17 與 TW-ICS 接軌上路，財務、精算與報表相關系統都要跟著調整，新的開發需求集中出現。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8080247" y="4320124"/>
            <a:ext cx="3715512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Georgia"/>
                <a:ea typeface="微軟正黑體"/>
              </a:rPr>
              <a:t>來源：金管會保險局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11480" y="5168022"/>
            <a:ext cx="91440" cy="63592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8" name="Rectangle 317"/>
          <p:cNvSpPr/>
          <p:nvPr/>
        </p:nvSpPr>
        <p:spPr>
          <a:xfrm>
            <a:off x="502920" y="5168022"/>
            <a:ext cx="11292840" cy="63592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意涵：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紀錄必須在流程裡設計好，不能事後補；新制帶來的系統調整，正好是把 AI 與治理一起導入的時機。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優先客群：有自建開發團隊的壽險與產險公司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面向誰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依經驗推估：IT 主管決策與付費，法遵、風控與資安握有否決權；決策鏈需在診斷訪談中確認。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假設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215798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角色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2606040" y="1691640"/>
            <a:ext cx="170078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採購中的角色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343400" y="1691640"/>
            <a:ext cx="389534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他們的問題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8275320" y="1691640"/>
            <a:ext cx="34838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我們給的答案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11480" y="2064715"/>
            <a:ext cx="215798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IT／數位主管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2606040" y="2064715"/>
            <a:ext cx="170078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決策與付費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4343400" y="2064715"/>
            <a:ext cx="389534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交付跟不上業務與新制需求；AI 工具用了，整體卻沒變快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8275320" y="2064715"/>
            <a:ext cx="348386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一個可量測的用例試點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11480" y="2785428"/>
            <a:ext cx="215798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業務單位主管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2606040" y="2785428"/>
            <a:ext cx="170078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提出需求、共同贊助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343400" y="2785428"/>
            <a:ext cx="389534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需求來回多輪、上線時間難預期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8275320" y="2785428"/>
            <a:ext cx="348386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業務和 AI 一起寫需求說明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11480" y="3506142"/>
            <a:ext cx="215798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法遵、風控、資安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2606040" y="3506142"/>
            <a:ext cx="170078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否決權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4343400" y="3506142"/>
            <a:ext cx="389534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委外、個資與 AI 責任；稽核要拿得出紀錄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8275320" y="3506142"/>
            <a:ext cx="348386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法規檢查清單、人工關卡、完整紀錄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411480" y="4226855"/>
            <a:ext cx="215798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管理層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2606040" y="4226855"/>
            <a:ext cx="170078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核准預算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4343400" y="4226855"/>
            <a:ext cx="389534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AI 投資要看到回報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8275320" y="4226855"/>
            <a:ext cx="348386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小範圍起步，先講好成功標準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11480" y="5040837"/>
            <a:ext cx="11384280" cy="72071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優先客群的條件：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有自建或駐點開發團隊；已有版本控制與 CI；近期有新制相關或核心系統周邊的開發需求。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Georgia"/>
                <a:ea typeface="微軟正黑體"/>
              </a:rPr>
              <a:t>解決什麼問題</a:t>
            </a:r>
          </a:p>
          <a:p>
            <a:r>
              <a:rPr sz="3000">
                <a:latin typeface="Georgia"/>
                <a:ea typeface="微軟正黑體"/>
              </a:rPr>
              <a:t>Problems we solve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Georgia"/>
                <a:ea typeface="微軟正黑體"/>
              </a:rPr>
              <a:t>02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解決什麼問題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AI 已普及，但交付沒有跟著變好：AI 放大原有的流程與治理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解決什麼問題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AI 使用率已達八至九成，但交付穩定度下降；DORA 2026 指出，只買授權不保證回報。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2203703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開發者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2073194"/>
            <a:ext cx="2203703" cy="97508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FD5108"/>
                </a:solidFill>
                <a:latin typeface="Georgia"/>
                <a:ea typeface="微軟正黑體"/>
              </a:rPr>
              <a:t>84%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正在使用或計畫使用 AI 工具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2706624" y="1691640"/>
            <a:ext cx="2203703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技術團隊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2706624" y="2073194"/>
            <a:ext cx="2203703" cy="97508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FD5108"/>
                </a:solidFill>
                <a:latin typeface="Georgia"/>
                <a:ea typeface="微軟正黑體"/>
              </a:rPr>
              <a:t>約 90%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在工作中使用 AI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5001768" y="1691640"/>
            <a:ext cx="2203703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JPMorgan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5001768" y="2073194"/>
            <a:ext cx="2203703" cy="97508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FD5108"/>
                </a:solidFill>
                <a:latin typeface="Georgia"/>
                <a:ea typeface="微軟正黑體"/>
              </a:rPr>
              <a:t>10–20%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工程師生產力提升（公司自述）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7296912" y="1691640"/>
            <a:ext cx="2203703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Citi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7296912" y="2073194"/>
            <a:ext cx="2203703" cy="97508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FD5108"/>
                </a:solidFill>
                <a:latin typeface="Georgia"/>
                <a:ea typeface="微軟正黑體"/>
              </a:rPr>
              <a:t>3 萬名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開發者導入 AI 寫程式助手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9592055" y="1691640"/>
            <a:ext cx="2203703" cy="339159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保險業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9592055" y="2073194"/>
            <a:ext cx="2203703" cy="97508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FD5108"/>
                </a:solidFill>
                <a:latin typeface="Georgia"/>
                <a:ea typeface="微軟正黑體"/>
              </a:rPr>
              <a:t>57%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高階主管把生成式 AI 列為 2026 年首要科技投資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411480" y="3217856"/>
            <a:ext cx="3703320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Georgia"/>
                <a:ea typeface="微軟正黑體"/>
              </a:rPr>
              <a:t>交付表現（DORA 2025）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11480" y="3616368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微軟正黑體"/>
                <a:ea typeface="微軟正黑體"/>
              </a:rPr>
              <a:t>↑　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交付速度：轉為正相關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11480" y="4252292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微軟正黑體"/>
                <a:ea typeface="微軟正黑體"/>
              </a:rPr>
              <a:t>↓　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交付穩定度：仍為負相關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233672" y="3217856"/>
            <a:ext cx="3703320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Georgia"/>
                <a:ea typeface="微軟正黑體"/>
              </a:rPr>
              <a:t>既有系統的效益較小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4233672" y="3616368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D5108"/>
                </a:solidFill>
                <a:latin typeface="Georgia"/>
                <a:ea typeface="微軟正黑體"/>
              </a:rPr>
              <a:t>35–40%　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新開發的簡單任務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4233672" y="4252292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≤ 10%　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複雜的既有系統（常見）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8055863" y="3217856"/>
            <a:ext cx="3703320" cy="356117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Georgia"/>
                <a:ea typeface="微軟正黑體"/>
              </a:rPr>
              <a:t>研究結論（DORA 2026）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8055863" y="3616368"/>
            <a:ext cx="3703320" cy="127184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放大器　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回報來自內部平台、清楚的流程與團隊協作，不是工具本身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411480" y="5057795"/>
            <a:ext cx="91440" cy="59352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4" name="Rectangle 323"/>
          <p:cNvSpPr/>
          <p:nvPr/>
        </p:nvSpPr>
        <p:spPr>
          <a:xfrm>
            <a:off x="502920" y="5057795"/>
            <a:ext cx="11292840" cy="59352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所以：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效益取決於流程與治理，不取決於買了哪個工具。導入 AI 時，需求、審查、上線與控制方式要一起改，這正是我們協助的部分。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411480" y="5736114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來源：Stack Overflow 2025；Google DORA 2024、2025、2026；JPMorgan（公司自述）；Deloitte Insights 2025；PwC 保險高階主管調查。完整連結見附錄 G。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11480" y="5990483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既有系統的生產力數字為 DORA 2026 引述的 Stanford 研究。DORA 2024 模型估計：AI 採用率每增加 25%，穩定度 −7.2%、速度 −1.5%。顧問業者已推出相關方案（附錄 C）。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我們的解法：把開發流程串成循環，用三個機制守住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解決什麼問題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AI 參與每一步；接受需求、核准合併、授權上線等五個關鍵決定，由貴公司指定的人做。</a:t>
            </a:r>
          </a:p>
        </p:txBody>
      </p:sp>
      <p:cxnSp>
        <p:nvCxnSpPr>
          <p:cNvPr id="305" name="Connector 304"/>
          <p:cNvCxnSpPr/>
          <p:nvPr/>
        </p:nvCxnSpPr>
        <p:spPr>
          <a:xfrm>
            <a:off x="2514600" y="2115589"/>
            <a:ext cx="1187840" cy="635923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3702440" y="2751512"/>
            <a:ext cx="0" cy="1271848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H="1">
            <a:off x="2514600" y="4023360"/>
            <a:ext cx="1187840" cy="635923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H="1" flipV="1">
            <a:off x="1326759" y="4023360"/>
            <a:ext cx="1187841" cy="635923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1326759" y="2751512"/>
            <a:ext cx="0" cy="1271848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1326759" y="2115589"/>
            <a:ext cx="1187841" cy="635923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" name="Oval 310"/>
          <p:cNvSpPr/>
          <p:nvPr/>
        </p:nvSpPr>
        <p:spPr>
          <a:xfrm>
            <a:off x="1828800" y="2701636"/>
            <a:ext cx="1371600" cy="137160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2" name="Rectangle 311"/>
          <p:cNvSpPr/>
          <p:nvPr/>
        </p:nvSpPr>
        <p:spPr>
          <a:xfrm>
            <a:off x="1828800" y="3048277"/>
            <a:ext cx="137160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AI 協作</a:t>
            </a:r>
          </a:p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Georgia"/>
                <a:ea typeface="微軟正黑體"/>
              </a:rPr>
              <a:t>參與每一步</a:t>
            </a:r>
          </a:p>
        </p:txBody>
      </p:sp>
      <p:sp>
        <p:nvSpPr>
          <p:cNvPr id="313" name="Oval 312"/>
          <p:cNvSpPr/>
          <p:nvPr/>
        </p:nvSpPr>
        <p:spPr>
          <a:xfrm>
            <a:off x="2080260" y="1681249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4" name="Rectangle 313"/>
          <p:cNvSpPr/>
          <p:nvPr/>
        </p:nvSpPr>
        <p:spPr>
          <a:xfrm>
            <a:off x="2080260" y="1903614"/>
            <a:ext cx="868680" cy="4239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Georgia"/>
                <a:ea typeface="微軟正黑體"/>
              </a:rPr>
              <a:t>需求分析</a:t>
            </a:r>
          </a:p>
        </p:txBody>
      </p:sp>
      <p:sp>
        <p:nvSpPr>
          <p:cNvPr id="315" name="Oval 314"/>
          <p:cNvSpPr/>
          <p:nvPr/>
        </p:nvSpPr>
        <p:spPr>
          <a:xfrm>
            <a:off x="3268100" y="2317172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6" name="Rectangle 315"/>
          <p:cNvSpPr/>
          <p:nvPr/>
        </p:nvSpPr>
        <p:spPr>
          <a:xfrm>
            <a:off x="3268100" y="2539538"/>
            <a:ext cx="868680" cy="4239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Georgia"/>
                <a:ea typeface="微軟正黑體"/>
              </a:rPr>
              <a:t>SA&amp;D</a:t>
            </a:r>
          </a:p>
        </p:txBody>
      </p:sp>
      <p:sp>
        <p:nvSpPr>
          <p:cNvPr id="317" name="Oval 316"/>
          <p:cNvSpPr/>
          <p:nvPr/>
        </p:nvSpPr>
        <p:spPr>
          <a:xfrm>
            <a:off x="3268100" y="3589020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8" name="Rectangle 317"/>
          <p:cNvSpPr/>
          <p:nvPr/>
        </p:nvSpPr>
        <p:spPr>
          <a:xfrm>
            <a:off x="3268100" y="3811385"/>
            <a:ext cx="868680" cy="4239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Georgia"/>
                <a:ea typeface="微軟正黑體"/>
              </a:rPr>
              <a:t>開發</a:t>
            </a:r>
          </a:p>
        </p:txBody>
      </p:sp>
      <p:sp>
        <p:nvSpPr>
          <p:cNvPr id="319" name="Oval 318"/>
          <p:cNvSpPr/>
          <p:nvPr/>
        </p:nvSpPr>
        <p:spPr>
          <a:xfrm>
            <a:off x="2080260" y="4224943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0" name="Rectangle 319"/>
          <p:cNvSpPr/>
          <p:nvPr/>
        </p:nvSpPr>
        <p:spPr>
          <a:xfrm>
            <a:off x="2080260" y="4447309"/>
            <a:ext cx="868680" cy="4239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Georgia"/>
                <a:ea typeface="微軟正黑體"/>
              </a:rPr>
              <a:t>測試</a:t>
            </a:r>
          </a:p>
        </p:txBody>
      </p:sp>
      <p:sp>
        <p:nvSpPr>
          <p:cNvPr id="321" name="Oval 320"/>
          <p:cNvSpPr/>
          <p:nvPr/>
        </p:nvSpPr>
        <p:spPr>
          <a:xfrm>
            <a:off x="892419" y="3589020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2" name="Rectangle 321"/>
          <p:cNvSpPr/>
          <p:nvPr/>
        </p:nvSpPr>
        <p:spPr>
          <a:xfrm>
            <a:off x="892419" y="3811385"/>
            <a:ext cx="868680" cy="4239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000000"/>
                </a:solidFill>
                <a:latin typeface="Georgia"/>
                <a:ea typeface="微軟正黑體"/>
              </a:rPr>
              <a:t>上版／交付</a:t>
            </a:r>
          </a:p>
        </p:txBody>
      </p:sp>
      <p:sp>
        <p:nvSpPr>
          <p:cNvPr id="323" name="Oval 322"/>
          <p:cNvSpPr/>
          <p:nvPr/>
        </p:nvSpPr>
        <p:spPr>
          <a:xfrm>
            <a:off x="892419" y="2317172"/>
            <a:ext cx="868680" cy="868680"/>
          </a:xfrm>
          <a:prstGeom prst="ellipse">
            <a:avLst/>
          </a:prstGeom>
          <a:solidFill>
            <a:srgbClr val="FFE8D4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4" name="Rectangle 323"/>
          <p:cNvSpPr/>
          <p:nvPr/>
        </p:nvSpPr>
        <p:spPr>
          <a:xfrm>
            <a:off x="892419" y="2539538"/>
            <a:ext cx="868680" cy="4239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Georgia"/>
                <a:ea typeface="微軟正黑體"/>
              </a:rPr>
              <a:t>維運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4754880" y="1691640"/>
            <a:ext cx="15636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Georgia"/>
                <a:ea typeface="微軟正黑體"/>
              </a:rPr>
              <a:t>機制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6355080" y="1691640"/>
            <a:ext cx="352958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Georgia"/>
                <a:ea typeface="微軟正黑體"/>
              </a:rPr>
              <a:t>怎麼運作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9921240" y="1691640"/>
            <a:ext cx="1837943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Georgia"/>
                <a:ea typeface="微軟正黑體"/>
              </a:rPr>
              <a:t>解決的問題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4754880" y="2064715"/>
            <a:ext cx="1563624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交接靠檔案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6355080" y="2064715"/>
            <a:ext cx="3529584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微軟正黑體"/>
                <a:ea typeface="微軟正黑體"/>
              </a:rPr>
              <a:t>需求說明 → 規格 → 實作計畫 → 測試結果 → 核准紀錄，下一步直接接手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9921240" y="2064715"/>
            <a:ext cx="1837943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需求反覆、交接失真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4754880" y="3014361"/>
            <a:ext cx="1563624" cy="915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規則自動執行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6355080" y="3014361"/>
            <a:ext cx="3529584" cy="915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資安、個資、委外規範寫成 AI 自動套用的規則；必守的事由自動關卡擋下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9921240" y="3014361"/>
            <a:ext cx="1837943" cy="915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合規與品質靠個人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4754880" y="3964007"/>
            <a:ext cx="1563624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關卡有人簽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6355080" y="3964007"/>
            <a:ext cx="3529584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接受需求、確認規格、核准計畫、核准合併、授權上線，五個決定由指定的人做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9921240" y="3964007"/>
            <a:ext cx="1837943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怕失控、稽核查不到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411480" y="5295207"/>
            <a:ext cx="91440" cy="63592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38" name="Rectangle 337"/>
          <p:cNvSpPr/>
          <p:nvPr/>
        </p:nvSpPr>
        <p:spPr>
          <a:xfrm>
            <a:off x="502920" y="5295207"/>
            <a:ext cx="11292840" cy="63592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原則：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AI 可以一路做到正式環境的門口，但不能自己開門。本方法不綁特定 AI 工具，依貴公司政策與合約選定。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411480" y="5931130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流程整合自 FSC1〈AI 協作開發流程與產出範本〉v3。DORA 2026 建議以不可略過的檢查點、提交前自動檢查、小批次與版本控制承接 AI 帶來的審查負擔，與三個機制一致（附錄 G）。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AI 分工：重複、判斷少的先交給 AI；關鍵決定永遠由人做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解決什麼問題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依任務「多常發生 × 需要判斷」分四類；第一個試點用例，優先挑左上角工作多的需求。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51560" y="1734034"/>
            <a:ext cx="3291840" cy="1822981"/>
          </a:xfrm>
          <a:prstGeom prst="rect">
            <a:avLst/>
          </a:prstGeom>
          <a:solidFill>
            <a:srgbClr val="FFE8D4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06" name="Rectangle 305"/>
          <p:cNvSpPr/>
          <p:nvPr/>
        </p:nvSpPr>
        <p:spPr>
          <a:xfrm>
            <a:off x="1161288" y="1801866"/>
            <a:ext cx="3072384" cy="5256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常發生 × 判斷少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AI 先做，人確認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1161288" y="2378437"/>
            <a:ext cx="3072384" cy="111074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欄位清單、Test Case、Test Data、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Unit Test、註解與文件、Release Note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398264" y="1734034"/>
            <a:ext cx="3291840" cy="1822981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09" name="Rectangle 308"/>
          <p:cNvSpPr/>
          <p:nvPr/>
        </p:nvSpPr>
        <p:spPr>
          <a:xfrm>
            <a:off x="4507992" y="1801866"/>
            <a:ext cx="3072384" cy="5256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常發生 × 判斷多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AI 起草，人逐項審查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507992" y="2378437"/>
            <a:ext cx="3072384" cy="111074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程式碼、API 規格、ERD、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Code Review 風險檢查、測試失敗原因分析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1051560" y="3607889"/>
            <a:ext cx="3291840" cy="1822981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2" name="Rectangle 311"/>
          <p:cNvSpPr/>
          <p:nvPr/>
        </p:nvSpPr>
        <p:spPr>
          <a:xfrm>
            <a:off x="1161288" y="3675721"/>
            <a:ext cx="3072384" cy="5256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少發生 × 判斷少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做成範本，重複使用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1161288" y="4252292"/>
            <a:ext cx="3072384" cy="111074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Deploy Guide、User Guide、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Migration Script、部署腳本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398264" y="3607889"/>
            <a:ext cx="3291840" cy="1822981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5" name="Rectangle 314"/>
          <p:cNvSpPr/>
          <p:nvPr/>
        </p:nvSpPr>
        <p:spPr>
          <a:xfrm>
            <a:off x="4507992" y="3675721"/>
            <a:ext cx="3072384" cy="5256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少發生 × 判斷多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人決定，AI 只提供資料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507992" y="4252292"/>
            <a:ext cx="3072384" cy="111074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接受需求、架構選型、核准合併、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授權上線、事件處置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11480" y="1734034"/>
            <a:ext cx="594360" cy="182298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常發生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11480" y="3607889"/>
            <a:ext cx="594360" cy="182298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少發生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1051560" y="5464786"/>
            <a:ext cx="6638544" cy="2543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595959"/>
                </a:solidFill>
                <a:latin typeface="微軟正黑體"/>
                <a:ea typeface="微軟正黑體"/>
              </a:rPr>
              <a:t>需要判斷：少 ─────────────→ 多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8001000" y="1734034"/>
            <a:ext cx="3794760" cy="37307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對貴公司的意義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Georgia"/>
                <a:ea typeface="微軟正黑體"/>
              </a:rPr>
              <a:t>先挑左上角：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第一個試點用例，優先挑這類工作多的需求，最快看到效果。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Georgia"/>
                <a:ea typeface="微軟正黑體"/>
              </a:rPr>
              <a:t>右下角就是五個關卡：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這些決定由貴公司指定的人做，AI 只提供資料（第 11 頁）。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Georgia"/>
                <a:ea typeface="微軟正黑體"/>
              </a:rPr>
              <a:t>依實際專案調整：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分類在準備度診斷時，依貴公司的專案與規範確認（第 17 頁）。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11480" y="5931130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整理自 FSC1 開發流程實務；方法參考 MIT Sloan Management Review，2024。分類為初步判斷。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現場示範：用一個用例走完從需求到上線的每一步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解決什麼問題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FSC1 已在使用這套做法；現場可用貴公司提供的一個需求，走完以下五個步驟。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Georgia"/>
                <a:ea typeface="微軟正黑體"/>
              </a:rPr>
              <a:t>待確認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2203704" cy="38155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1　需求說明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2115589"/>
            <a:ext cx="2203704" cy="1611006"/>
          </a:xfrm>
          <a:prstGeom prst="rect">
            <a:avLst/>
          </a:prstGeom>
          <a:solidFill>
            <a:srgbClr val="FFFFFF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A1A8B3"/>
                </a:solidFill>
                <a:latin typeface="Georgia"/>
                <a:ea typeface="微軟正黑體"/>
              </a:rPr>
              <a:t>【IT 示範畫面】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11480" y="3768990"/>
            <a:ext cx="2203704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業務需求 → AI 追問 → 定稿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2706624" y="1691640"/>
            <a:ext cx="2203704" cy="38155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2　規格與規範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2706624" y="2115589"/>
            <a:ext cx="2203704" cy="1611006"/>
          </a:xfrm>
          <a:prstGeom prst="rect">
            <a:avLst/>
          </a:prstGeom>
          <a:solidFill>
            <a:srgbClr val="FFFFFF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A1A8B3"/>
                </a:solidFill>
                <a:latin typeface="Georgia"/>
                <a:ea typeface="微軟正黑體"/>
              </a:rPr>
              <a:t>【IT 示範畫面】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2706624" y="3768990"/>
            <a:ext cx="2203704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AI 起草，自動套用規範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5001768" y="1691640"/>
            <a:ext cx="2203704" cy="38155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3　實作計畫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5001768" y="2115589"/>
            <a:ext cx="2203704" cy="1611006"/>
          </a:xfrm>
          <a:prstGeom prst="rect">
            <a:avLst/>
          </a:prstGeom>
          <a:solidFill>
            <a:srgbClr val="FFFFFF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A1A8B3"/>
                </a:solidFill>
                <a:latin typeface="Georgia"/>
                <a:ea typeface="微軟正黑體"/>
              </a:rPr>
              <a:t>【IT 示範畫面】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5001768" y="3768990"/>
            <a:ext cx="2203704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核准前 AI 不能改程式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7296912" y="1691640"/>
            <a:ext cx="2203704" cy="38155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4　程式與測試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7296912" y="2115589"/>
            <a:ext cx="2203704" cy="1611006"/>
          </a:xfrm>
          <a:prstGeom prst="rect">
            <a:avLst/>
          </a:prstGeom>
          <a:solidFill>
            <a:srgbClr val="FFFFFF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A1A8B3"/>
                </a:solidFill>
                <a:latin typeface="Georgia"/>
                <a:ea typeface="微軟正黑體"/>
              </a:rPr>
              <a:t>【IT 示範畫面】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7296912" y="3768990"/>
            <a:ext cx="2203704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AI 自己跑測試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9592056" y="1691640"/>
            <a:ext cx="2203704" cy="38155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5　核准與紀錄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9592056" y="2115589"/>
            <a:ext cx="2203704" cy="1611006"/>
          </a:xfrm>
          <a:prstGeom prst="rect">
            <a:avLst/>
          </a:prstGeom>
          <a:solidFill>
            <a:srgbClr val="FFFFFF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A1A8B3"/>
                </a:solidFill>
                <a:latin typeface="Georgia"/>
                <a:ea typeface="微軟正黑體"/>
              </a:rPr>
              <a:t>【IT 示範畫面】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9592056" y="3768990"/>
            <a:ext cx="2203704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誰核准、何時，查得到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11480" y="4404914"/>
            <a:ext cx="3703320" cy="89029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Georgia"/>
                <a:ea typeface="微軟正黑體"/>
              </a:rPr>
              <a:t>證明 1：不是概念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我們自己已經在用，畫面是實際操作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4233672" y="4404914"/>
            <a:ext cx="3703320" cy="89029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Georgia"/>
                <a:ea typeface="微軟正黑體"/>
              </a:rPr>
              <a:t>證明 2：每一步可稽核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每個關卡都有人核准、留下紀錄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8055863" y="4404914"/>
            <a:ext cx="3703320" cy="89029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Georgia"/>
                <a:ea typeface="微軟正黑體"/>
              </a:rPr>
              <a:t>證明 3：一個用例就能開始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不需要先改造整個 IT 部門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411480" y="5464786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示範畫面由 FSC1 IT 團隊提供，使用假資料，不含任何客戶資料。現場示範可用貴公司提供的一個需求進行。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Georgia"/>
                <a:ea typeface="微軟正黑體"/>
              </a:rPr>
              <a:t>帶來什麼價值</a:t>
            </a:r>
          </a:p>
          <a:p>
            <a:r>
              <a:rPr sz="3000">
                <a:latin typeface="Georgia"/>
                <a:ea typeface="微軟正黑體"/>
              </a:rPr>
              <a:t>Value we deliver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Georgia"/>
                <a:ea typeface="微軟正黑體"/>
              </a:rPr>
              <a:t>03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帶來什麼價值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帶來什麼價值：每個痛點對應一項成果與衡量指標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帶來什麼價值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試點以流程指標驗收；DORA 四項交付指標需要較長期間與足夠的上線次數，於擴大階段起追蹤。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建議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215798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Georgia"/>
                <a:ea typeface="微軟正黑體"/>
              </a:rPr>
              <a:t>痛點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2606040" y="1691640"/>
            <a:ext cx="288950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微軟正黑體"/>
                <a:ea typeface="微軟正黑體"/>
              </a:rPr>
              <a:t>→ 解決方式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5532120" y="1691640"/>
            <a:ext cx="288950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微軟正黑體"/>
                <a:ea typeface="微軟正黑體"/>
              </a:rPr>
              <a:t>→ 商業價值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8458200" y="1691640"/>
            <a:ext cx="330098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微軟正黑體"/>
                <a:ea typeface="微軟正黑體"/>
              </a:rPr>
              <a:t>→ 衡量指標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11480" y="2064715"/>
            <a:ext cx="2157984" cy="67831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需求來回多輪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2606040" y="2064715"/>
            <a:ext cx="2889504" cy="67831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業務和 AI 一起寫需求說明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5532120" y="2064715"/>
            <a:ext cx="2889504" cy="67831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新功能更快上線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8458200" y="2064715"/>
            <a:ext cx="3300984" cy="67831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從第一次討論到需求定稿的時間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11480" y="2776949"/>
            <a:ext cx="2157984" cy="6783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審查排隊、品質看人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2606040" y="2776949"/>
            <a:ext cx="2889504" cy="6783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AI 先審、人判斷風險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5532120" y="2776949"/>
            <a:ext cx="2889504" cy="6783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工程師把時間花在需要判斷的工作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8458200" y="2776949"/>
            <a:ext cx="3300984" cy="6783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第一次審查的等待時間、返工次數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11480" y="3489184"/>
            <a:ext cx="2157984" cy="67831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上線出錯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2606040" y="3489184"/>
            <a:ext cx="2889504" cy="67831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AI 每次改動自行測試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5532120" y="3489184"/>
            <a:ext cx="2889504" cy="67831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上線事故減少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8458200" y="3489184"/>
            <a:ext cx="3300984" cy="67831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變更失敗率、復原時間（DORA，擴大階段）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411480" y="4201418"/>
            <a:ext cx="2157984" cy="6783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法規與稽核壓力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2606040" y="4201418"/>
            <a:ext cx="2889504" cy="6783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規範規則＋自動關卡＋紀錄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5532120" y="4201418"/>
            <a:ext cx="2889504" cy="6783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金檢與內稽時拿得出佐證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8458200" y="4201418"/>
            <a:ext cx="3300984" cy="6783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內稽調閱佐證所需時間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11480" y="4913653"/>
            <a:ext cx="2157984" cy="67831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交付慢且難預期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2606040" y="4913653"/>
            <a:ext cx="2889504" cy="67831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每階段交出檔案，下一步直接接手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5532120" y="4913653"/>
            <a:ext cx="2889504" cy="67831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交付時間可預期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8458200" y="4913653"/>
            <a:ext cx="3300984" cy="67831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交付時間、部署頻率（DORA，擴大階段）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411480" y="5761551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DORA 四項指標（部署頻率、交付時間、變更失敗率、復原時間）為業界通用的交付績效指標。效益不預先承諾數字，以實測為準。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411480" y="6015920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DORA 2026：回收期 6–9 個月是敏捷團隊的優異目標；需要大量治理的大型企業導入，12–18 個月屬可接受。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給法遵與風控：每一個 AI 產出，都查得到誰要求、誰核准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帶來什麼價值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金檢與內稽會問的五個問題，在流程中都有對應的做法與紀錄；條文對照見附錄 D。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32552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金檢與內稽會問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3703320" y="1691640"/>
            <a:ext cx="50840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流程中的做法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8823959" y="1691640"/>
            <a:ext cx="29352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留下的紀錄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11480" y="2064715"/>
            <a:ext cx="3255264" cy="59352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AI 工具有沒有納入委外管理與 AI 清冊？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3703320" y="2064715"/>
            <a:ext cx="5084064" cy="59352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診斷時判斷是否屬委外並登錄 AI 清冊；高風險用途加審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8823959" y="2064715"/>
            <a:ext cx="2935224" cy="59352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委外判斷紀錄、AI 清冊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411480" y="2692159"/>
            <a:ext cx="3255264" cy="593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客戶個資有沒有進到 AI？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3703320" y="2692159"/>
            <a:ext cx="5084064" cy="593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資料分級；集中設定禁止讀取機密檔與金鑰；試點用假資料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8823959" y="2692159"/>
            <a:ext cx="2935224" cy="593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設定檔與存取紀錄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11480" y="3319604"/>
            <a:ext cx="3255264" cy="59352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這個改動是誰核准上線的？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3703320" y="3319604"/>
            <a:ext cx="5084064" cy="59352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五個關卡各有指定核准人；寫程式的 AI 不能核准自己的程式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8823959" y="3319604"/>
            <a:ext cx="2935224" cy="59352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核准紀錄（人、時間、版本）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11480" y="3947049"/>
            <a:ext cx="3255264" cy="593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出事能不能退回？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3703320" y="3947049"/>
            <a:ext cx="5084064" cy="593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退版流程事先演練；AI 建議退版，服務負責人核准後執行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8823959" y="3947049"/>
            <a:ext cx="2935224" cy="593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演練與事件紀錄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411480" y="4574493"/>
            <a:ext cx="3255264" cy="59352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AI 做了什麼，事後查得到嗎？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3703320" y="4574493"/>
            <a:ext cx="5084064" cy="59352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需求說明、規格、實作計畫與測試結果版本化保存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8823959" y="4574493"/>
            <a:ext cx="2935224" cy="59352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完整的文件軌跡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411480" y="5337602"/>
            <a:ext cx="91440" cy="63592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4" name="Rectangle 323"/>
          <p:cNvSpPr/>
          <p:nvPr/>
        </p:nvSpPr>
        <p:spPr>
          <a:xfrm>
            <a:off x="502920" y="5337602"/>
            <a:ext cx="11292840" cy="63592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對法遵的意義：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AI 使用從「難以稽核的個人行為」變成「有紀錄的流程」。法規檢查清單為草稿，診斷時與貴公司法遵逐條確認。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你買到什麼：先診斷，再做一個用例的試點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帶來什麼價值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956462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成功標準在試點前雙方講好，達標才擴大；固定範圍、固定價格，金額另行報價。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05840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建議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A1A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A1A8B3"/>
                </a:solidFill>
                <a:latin typeface="Georgia"/>
                <a:ea typeface="微軟正黑體"/>
              </a:rPr>
              <a:t>示意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1691640"/>
            <a:ext cx="3794760" cy="50873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Georgia"/>
                <a:ea typeface="微軟正黑體"/>
              </a:rPr>
              <a:t>準備度診斷</a:t>
            </a:r>
            <a:r>
              <a:rPr sz="1100" b="0">
                <a:solidFill>
                  <a:srgbClr val="FFFFFF"/>
                </a:solidFill>
                <a:latin typeface="Georgia"/>
                <a:ea typeface="微軟正黑體"/>
              </a:rPr>
              <a:t>　約 4–6 週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11480" y="2242773"/>
            <a:ext cx="3794760" cy="135663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・盤點現況與卡點、法規檢查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・挑出第一個用例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・雙方訂好成功標準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11480" y="3641805"/>
            <a:ext cx="3794760" cy="80550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交付：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瓶頸地圖、法規檢查結果、用例建議、導入藍圖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343400" y="1691640"/>
            <a:ext cx="3794760" cy="508738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Georgia"/>
                <a:ea typeface="微軟正黑體"/>
              </a:rPr>
              <a:t>一個用例的試點</a:t>
            </a:r>
            <a:r>
              <a:rPr sz="1100" b="0">
                <a:solidFill>
                  <a:srgbClr val="FFFFFF"/>
                </a:solidFill>
                <a:latin typeface="Georgia"/>
                <a:ea typeface="微軟正黑體"/>
              </a:rPr>
              <a:t>　約 6–8 週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4343400" y="2242773"/>
            <a:ext cx="3794760" cy="135663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・用一個真實需求走完循環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・建立範本、規範規則與關卡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・同步教會各角色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4343400" y="3641805"/>
            <a:ext cx="3794760" cy="80550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交付：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完成的試點、範本與規則、教材、成效報告</a:t>
            </a:r>
          </a:p>
        </p:txBody>
      </p:sp>
      <p:sp>
        <p:nvSpPr>
          <p:cNvPr id="313" name="Right Arrow 312"/>
          <p:cNvSpPr/>
          <p:nvPr/>
        </p:nvSpPr>
        <p:spPr>
          <a:xfrm>
            <a:off x="4224528" y="1818824"/>
            <a:ext cx="100584" cy="254369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8275320" y="1691640"/>
            <a:ext cx="3520440" cy="508738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成功標準（試點前講好）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8275320" y="2242773"/>
            <a:ext cx="3520440" cy="241650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・需求定稿時間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・第一次審查等待時間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・返工次數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・核准紀錄完整（流程內建的必要條件）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・合格線：以診斷期量到的基準，試點前約定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Georgia"/>
                <a:ea typeface="微軟正黑體"/>
              </a:rPr>
              <a:t>達標：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擴大到下一個用例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Georgia"/>
                <a:ea typeface="微軟正黑體"/>
              </a:rPr>
              <a:t>未達標：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檢討後再試或停止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11480" y="4786468"/>
            <a:ext cx="91440" cy="50873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7" name="Rectangle 316"/>
          <p:cNvSpPr/>
          <p:nvPr/>
        </p:nvSpPr>
        <p:spPr>
          <a:xfrm>
            <a:off x="502920" y="4786468"/>
            <a:ext cx="11292840" cy="50873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貴公司需配合：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IT 與業務窗口、一個真實需求與團隊、測試環境、AI 工具的合約或內部核准。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11480" y="5379997"/>
            <a:ext cx="91440" cy="50873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9" name="Rectangle 318"/>
          <p:cNvSpPr/>
          <p:nvPr/>
        </p:nvSpPr>
        <p:spPr>
          <a:xfrm>
            <a:off x="502920" y="5379997"/>
            <a:ext cx="11292840" cy="50873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我們的團隊：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懂保險業務與法規的 BA 主導需求與法規檢查，IT 主導實作與示範；同一組人從診斷做到試點。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411480" y="5973525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期程依範圍確認。擴大階段、工具包授權與駐點支援可依需求討論。試點風險與因應見附錄 E。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為什麼選我們：已在用的做法，加上在地法規與可稽核關卡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帶來什麼價值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國際方案多以預建代理與藍圖為主；我們綁上在地法規與可稽核關卡，從貴公司的一個真實需求開始。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23408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Georgia"/>
                <a:ea typeface="微軟正黑體"/>
              </a:rPr>
              <a:t>差異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2788920" y="1691640"/>
            <a:ext cx="59984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Georgia"/>
                <a:ea typeface="微軟正黑體"/>
              </a:rPr>
              <a:t>貴公司得到什麼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8823960" y="1691640"/>
            <a:ext cx="29352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Georgia"/>
                <a:ea typeface="微軟正黑體"/>
              </a:rPr>
              <a:t>證據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11480" y="2064715"/>
            <a:ext cx="2340864" cy="91573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Georgia"/>
                <a:ea typeface="微軟正黑體"/>
              </a:rPr>
              <a:t>已經在用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2788920" y="2064715"/>
            <a:ext cx="5998464" cy="91573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我們自己的開發流程已經這樣運作：各階段的產出、AI 分工與檢查點都已定義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8823960" y="2064715"/>
            <a:ext cx="2935224" cy="91573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現場示範（第 13 頁）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411480" y="3014361"/>
            <a:ext cx="2340864" cy="915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Georgia"/>
                <a:ea typeface="微軟正黑體"/>
              </a:rPr>
              <a:t>台灣保險法規內建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2788920" y="3014361"/>
            <a:ext cx="5998464" cy="915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委外、雲端、AI 自律規範與金管會指引，對應到開發的每一步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8823960" y="3014361"/>
            <a:ext cx="2935224" cy="915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法規檢查清單（附錄 D）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11480" y="3964007"/>
            <a:ext cx="2340864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Georgia"/>
                <a:ea typeface="微軟正黑體"/>
              </a:rPr>
              <a:t>懂保險業務與在地系統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2788920" y="3964007"/>
            <a:ext cx="5998464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用例直接選理賠、核保、核心系統周邊等真實流程，不必從頭解釋業務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8823960" y="3964007"/>
            <a:ext cx="2935224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[待補：2–3 個 FSC1 保險業專案]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11480" y="4913653"/>
            <a:ext cx="2340864" cy="915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Georgia"/>
                <a:ea typeface="微軟正黑體"/>
              </a:rPr>
              <a:t>可稽核的人工關卡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2788920" y="4913653"/>
            <a:ext cx="5998464" cy="915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誰核准、何時核准都查得到；寫程式的 AI 不能核准自己的程式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8823960" y="4913653"/>
            <a:ext cx="2935224" cy="915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關卡設計（第 11 頁）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411480" y="5803946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同業具體產品與來源見附錄 C。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Georgia"/>
                <a:ea typeface="微軟正黑體"/>
              </a:rPr>
              <a:t>可擴充、可複製</a:t>
            </a:r>
          </a:p>
          <a:p>
            <a:r>
              <a:rPr sz="3000">
                <a:latin typeface="Georgia"/>
                <a:ea typeface="微軟正黑體"/>
              </a:rPr>
              <a:t>Scalable and repeatable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Georgia"/>
                <a:ea typeface="微軟正黑體"/>
              </a:rPr>
              <a:t>04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可擴充、可複製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從一個用例開始，驗證價值後再逐步擴大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可擴充、可複製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每一步只承諾下一步、每一步都可以停，不必一開始就承諾全面轉型。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建議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3811385"/>
            <a:ext cx="2057400" cy="118705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1　一個用例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Georgia"/>
                <a:ea typeface="微軟正黑體"/>
              </a:rPr>
              <a:t>試點一個範圍小、可量測的需求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5057795"/>
            <a:ext cx="2057400" cy="50873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承諾：診斷＋一個試點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2560320" y="3175461"/>
            <a:ext cx="2057400" cy="1822981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2　驗證價值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Georgia"/>
                <a:ea typeface="微軟正黑體"/>
              </a:rPr>
              <a:t>對照試點前講好的成功標準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2560320" y="5057795"/>
            <a:ext cx="2057400" cy="50873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決定：擴大、調整或停止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709160" y="2539538"/>
            <a:ext cx="2057400" cy="245890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3　相鄰用例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Georgia"/>
                <a:ea typeface="微軟正黑體"/>
              </a:rPr>
              <a:t>沿用範本、規則與關卡，只補該系統的規範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4709160" y="5057795"/>
            <a:ext cx="2057400" cy="50873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承諾：下一個用例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6858000" y="1903614"/>
            <a:ext cx="2057400" cy="3094828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4　全公司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Georgia"/>
                <a:ea typeface="微軟正黑體"/>
              </a:rPr>
              <a:t>集中管理設定，統一關卡與紀錄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6858000" y="5057795"/>
            <a:ext cx="2057400" cy="50873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承諾：依前面成果決定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9098280" y="1691640"/>
            <a:ext cx="2697480" cy="387489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為什麼這樣做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Georgia"/>
                <a:ea typeface="微軟正黑體"/>
              </a:rPr>
              <a:t>風險小：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第一步只動一個用例。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Georgia"/>
                <a:ea typeface="微軟正黑體"/>
              </a:rPr>
              <a:t>成本可控：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每一步只承諾下一步。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Georgia"/>
                <a:ea typeface="微軟正黑體"/>
              </a:rPr>
              <a:t>有數據才擴大：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每一步都對照同一套指標。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Georgia"/>
                <a:ea typeface="微軟正黑體"/>
              </a:rPr>
              <a:t>越做越快：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範本與規則沿用，下一個用例不必從頭來。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Georgia"/>
                <a:ea typeface="微軟正黑體"/>
              </a:rPr>
              <a:t>先講好 J 曲線：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DORA 2026 指出導入初期會有短暫下滑，常見的失敗是在低谷時撤資；成功標準與期間事先講好。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411480" y="5719156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各用例可沿用與需客製的內容、延伸到其他系統與產業的方式，見附錄 B。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如何開始：先看現場示範，再挑一個用例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可擴充、可複製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從現場示範到啟動診斷共三步；請貴公司先指定窗口，並提供候選需求清單。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A1A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A1A8B3"/>
                </a:solidFill>
                <a:latin typeface="Georgia"/>
                <a:ea typeface="微軟正黑體"/>
              </a:rPr>
              <a:t>示意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2743200" cy="59352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Georgia"/>
                <a:ea typeface="微軟正黑體"/>
              </a:rPr>
              <a:t>0　準備度診斷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Georgia"/>
                <a:ea typeface="微軟正黑體"/>
              </a:rPr>
              <a:t>約 4–6 週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2327563"/>
            <a:ext cx="2743200" cy="42394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進下一步：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選定用例與成功標準</a:t>
            </a:r>
          </a:p>
        </p:txBody>
      </p:sp>
      <p:sp>
        <p:nvSpPr>
          <p:cNvPr id="308" name="Right Arrow 307"/>
          <p:cNvSpPr/>
          <p:nvPr/>
        </p:nvSpPr>
        <p:spPr>
          <a:xfrm>
            <a:off x="3154680" y="1844261"/>
            <a:ext cx="128016" cy="254369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3282696" y="1691640"/>
            <a:ext cx="2743200" cy="59352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Georgia"/>
                <a:ea typeface="微軟正黑體"/>
              </a:rPr>
              <a:t>1　用例試點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Georgia"/>
                <a:ea typeface="微軟正黑體"/>
              </a:rPr>
              <a:t>約 6–8 週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3282696" y="2327563"/>
            <a:ext cx="2743200" cy="42394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進下一步：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指標達到合格線</a:t>
            </a:r>
          </a:p>
        </p:txBody>
      </p:sp>
      <p:sp>
        <p:nvSpPr>
          <p:cNvPr id="311" name="Right Arrow 310"/>
          <p:cNvSpPr/>
          <p:nvPr/>
        </p:nvSpPr>
        <p:spPr>
          <a:xfrm>
            <a:off x="6025896" y="1844261"/>
            <a:ext cx="128016" cy="254369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6153912" y="1691640"/>
            <a:ext cx="2743200" cy="593528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Georgia"/>
                <a:ea typeface="微軟正黑體"/>
              </a:rPr>
              <a:t>2　相鄰用例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Georgia"/>
                <a:ea typeface="微軟正黑體"/>
              </a:rPr>
              <a:t>依範圍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6153912" y="2327563"/>
            <a:ext cx="2743200" cy="42394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進下一步：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管理層核准擴大</a:t>
            </a:r>
          </a:p>
        </p:txBody>
      </p:sp>
      <p:sp>
        <p:nvSpPr>
          <p:cNvPr id="314" name="Right Arrow 313"/>
          <p:cNvSpPr/>
          <p:nvPr/>
        </p:nvSpPr>
        <p:spPr>
          <a:xfrm>
            <a:off x="8897112" y="1844261"/>
            <a:ext cx="128016" cy="254369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9025128" y="1691640"/>
            <a:ext cx="2743200" cy="593528"/>
          </a:xfrm>
          <a:prstGeom prst="rect">
            <a:avLst/>
          </a:prstGeom>
          <a:solidFill>
            <a:srgbClr val="A1A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Georgia"/>
                <a:ea typeface="微軟正黑體"/>
              </a:rPr>
              <a:t>3　全公司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Georgia"/>
                <a:ea typeface="微軟正黑體"/>
              </a:rPr>
              <a:t>持續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9025128" y="2327563"/>
            <a:ext cx="2743200" cy="42394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進下一步：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—</a:t>
            </a:r>
          </a:p>
        </p:txBody>
      </p:sp>
      <p:sp>
        <p:nvSpPr>
          <p:cNvPr id="317" name="Oval 316"/>
          <p:cNvSpPr/>
          <p:nvPr/>
        </p:nvSpPr>
        <p:spPr>
          <a:xfrm>
            <a:off x="411480" y="3055426"/>
            <a:ext cx="502920" cy="5029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  <a:ea typeface="微軟正黑體"/>
              </a:rPr>
              <a:t>1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1051560" y="2963487"/>
            <a:ext cx="5989320" cy="69527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0000"/>
                </a:solidFill>
                <a:latin typeface="Georgia"/>
                <a:ea typeface="微軟正黑體"/>
              </a:rPr>
              <a:t>現場示範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用貴公司提供的一個需求，示範從需求說明到核准紀錄。</a:t>
            </a:r>
          </a:p>
        </p:txBody>
      </p:sp>
      <p:sp>
        <p:nvSpPr>
          <p:cNvPr id="319" name="Oval 318"/>
          <p:cNvSpPr/>
          <p:nvPr/>
        </p:nvSpPr>
        <p:spPr>
          <a:xfrm>
            <a:off x="411480" y="3835492"/>
            <a:ext cx="502920" cy="5029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  <a:ea typeface="微軟正黑體"/>
              </a:rPr>
              <a:t>2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1051560" y="3743553"/>
            <a:ext cx="5989320" cy="69527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0000"/>
                </a:solidFill>
                <a:latin typeface="Georgia"/>
                <a:ea typeface="微軟正黑體"/>
              </a:rPr>
              <a:t>對齊工作坊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挑 1–2 個候選用例，確認前提與限制。</a:t>
            </a:r>
          </a:p>
        </p:txBody>
      </p:sp>
      <p:sp>
        <p:nvSpPr>
          <p:cNvPr id="321" name="Oval 320"/>
          <p:cNvSpPr/>
          <p:nvPr/>
        </p:nvSpPr>
        <p:spPr>
          <a:xfrm>
            <a:off x="411480" y="4615558"/>
            <a:ext cx="502920" cy="5029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  <a:ea typeface="微軟正黑體"/>
              </a:rPr>
              <a:t>3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1051560" y="4523619"/>
            <a:ext cx="5989320" cy="69527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0000"/>
                </a:solidFill>
                <a:latin typeface="Georgia"/>
                <a:ea typeface="微軟正黑體"/>
              </a:rPr>
              <a:t>啟動準備度診斷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確認範圍與雙方窗口，開始盤點現況與法規檢查。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7315200" y="2963487"/>
            <a:ext cx="4480560" cy="2255409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請貴公司提供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・IT 主管與業務單位窗口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・現有開發流程與工具（Jira、CI、變更管理）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・候選需求清單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・資安、個資與法遵規範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411480" y="5422392"/>
            <a:ext cx="91440" cy="50873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5" name="Rectangle 324"/>
          <p:cNvSpPr/>
          <p:nvPr/>
        </p:nvSpPr>
        <p:spPr>
          <a:xfrm>
            <a:off x="502920" y="5422392"/>
            <a:ext cx="11292840" cy="50873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一句話：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AI 幫你把每一步做得更快，每一步都留下紀錄；要不要做、能不能上線，永遠由你的人決定。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Georgia"/>
                <a:ea typeface="微軟正黑體"/>
              </a:rPr>
              <a:t>附錄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Georgia"/>
                <a:ea typeface="微軟正黑體"/>
              </a:rPr>
              <a:t>A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附錄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附錄 A｜示範情境：「理賠進度自助查詢」導入前後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附錄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以一個常見的保險需求，說明每個階段 AI 做什麼、由誰決定。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A1A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A1A8B3"/>
                </a:solidFill>
                <a:latin typeface="Georgia"/>
                <a:ea typeface="微軟正黑體"/>
              </a:rPr>
              <a:t>示意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13350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階段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1783080" y="1691640"/>
            <a:ext cx="288950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導入前（常見做法）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709160" y="1691640"/>
            <a:ext cx="52212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導入後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9966960" y="1691640"/>
            <a:ext cx="17922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誰決定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11480" y="2064715"/>
            <a:ext cx="13350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需求分析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1783080" y="2064715"/>
            <a:ext cx="288950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多次會議，再由專人寫成文件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4709160" y="2064715"/>
            <a:ext cx="52212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理賠同仁和 AI 一起整理需求說明，AI 追問範圍與限制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9966960" y="2064715"/>
            <a:ext cx="17922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產品負責人接受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11480" y="2675201"/>
            <a:ext cx="13350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SA&amp;D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1783080" y="2675201"/>
            <a:ext cx="288950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分析與設計分開做，規範靠人記得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709160" y="2675201"/>
            <a:ext cx="52212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AI 起草規格，自動套用「入口網站不新增個資」等規範，衝突處標出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9966960" y="2675201"/>
            <a:ext cx="17922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產品負責人確認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11480" y="3285688"/>
            <a:ext cx="13350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開發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1783080" y="3285688"/>
            <a:ext cx="288950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讀完設計就寫，做法只在個人腦中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4709160" y="3285688"/>
            <a:ext cx="52212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AI 先寫實作計畫（含核心系統流量限制與快取），核准後才動手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9966960" y="3285688"/>
            <a:ext cx="17922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工程師核准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411480" y="3896175"/>
            <a:ext cx="13350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測試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1783080" y="3896175"/>
            <a:ext cx="288950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階段末才測，問題晚發現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4709160" y="3896175"/>
            <a:ext cx="52212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AI 每次改動自己跑測試，各種理賠狀態都正確才交人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9966960" y="3896175"/>
            <a:ext cx="17922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AI 自行驗證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11480" y="4506661"/>
            <a:ext cx="13350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上版／交付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1783080" y="4506661"/>
            <a:ext cx="288950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逐行人工審查，排隊等待核准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4709160" y="4506661"/>
            <a:ext cx="52212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AI 先審並排嚴重度，人判斷風險；沒有授權不能上線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9966960" y="4506661"/>
            <a:ext cx="17922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程式負責人、發布經理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411480" y="5117148"/>
            <a:ext cx="13350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維運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1783080" y="5117148"/>
            <a:ext cx="288950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事件常被擱置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4709160" y="5117148"/>
            <a:ext cx="52212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錯誤率異常時 AI 先診斷並建議退版；服務負責人核准後執行，問題寫成新需求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9966960" y="5117148"/>
            <a:ext cx="17922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服務負責人核准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411480" y="5803946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情境改編自 Anthropic《The AI-Native SDLC Playbook》 的公開範例，非客戶案例；「導入前」為常見做法的示意。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附錄 B｜延伸方式：同一套資產延伸到其他系統、客戶與產業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附錄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流程、範本與關卡可以沿用；不同延伸方向要補的內容與前提不同。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建議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2066543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延伸方向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2514600" y="1691640"/>
            <a:ext cx="25694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例子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5120640" y="1691640"/>
            <a:ext cx="22494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沿用什麼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7406640" y="1691640"/>
            <a:ext cx="215798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要新增什麼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9601200" y="1691640"/>
            <a:ext cx="215798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前提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411480" y="2064715"/>
            <a:ext cx="2066543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同一客戶的其他系統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2514600" y="2064715"/>
            <a:ext cx="256946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微軟正黑體"/>
                <a:ea typeface="微軟正黑體"/>
              </a:rPr>
              <a:t>理賠 → 核保規則、保單服務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5120640" y="2064715"/>
            <a:ext cx="224942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流程、範本、關卡、規範規則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7406640" y="2064715"/>
            <a:ext cx="215798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該系統的規範與核准人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9601200" y="2064715"/>
            <a:ext cx="215798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前一個用例達標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11480" y="2700638"/>
            <a:ext cx="2066543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新制相關專案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2514600" y="2700638"/>
            <a:ext cx="2569464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IFRS 17／TW-ICS 報表與資料調整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5120640" y="2700638"/>
            <a:ext cx="2249424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流程、關卡、法規清單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7406640" y="2700638"/>
            <a:ext cx="2157984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財會與精算規範、資料品質檢查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9601200" y="2700638"/>
            <a:ext cx="2157984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財會、精算參與；高風險加審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11480" y="3336562"/>
            <a:ext cx="2066543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AI 治理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2514600" y="3336562"/>
            <a:ext cx="256946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AI 清冊與模型驗證流程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5120640" y="3336562"/>
            <a:ext cx="224942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紀錄與關卡、自律規範對應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7406640" y="3336562"/>
            <a:ext cx="215798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模型驗證規則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9601200" y="3336562"/>
            <a:ext cx="215798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屬治理服務，另行界定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11480" y="3972486"/>
            <a:ext cx="2066543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其他保險公司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2514600" y="3972486"/>
            <a:ext cx="2569464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另一家壽險或產險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5120640" y="3972486"/>
            <a:ext cx="2249424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全部標準模組與資產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7406640" y="3972486"/>
            <a:ext cx="2157984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該公司規範與系統串接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9601200" y="3972486"/>
            <a:ext cx="2157984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審計客戶需先確認獨立性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411480" y="4608409"/>
            <a:ext cx="2066543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其他金融業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2514600" y="4608409"/>
            <a:ext cx="256946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銀行、證券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5120640" y="4608409"/>
            <a:ext cx="224942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流程、關卡、指標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7406640" y="4608409"/>
            <a:ext cx="215798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該產業法規規則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9601200" y="4608409"/>
            <a:ext cx="215798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以金管會 AI 指引為共同基礎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411480" y="5295207"/>
            <a:ext cx="11384280" cy="50873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需客製的部分：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貴公司的資安與命名規範、系統與工具串接、資料分級與核准人、用例題目與基準、委外安排。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附錄 C｜同業產品化參考：具體產品與來源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附錄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國際顧問與軟體業者已推出保險業 AI 相關方案；以下整理自業者公開資訊。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138074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公司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1828800" y="1691640"/>
            <a:ext cx="36210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產品／方案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5486400" y="1691640"/>
            <a:ext cx="15636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型態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7086600" y="1691640"/>
            <a:ext cx="467258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來源（可點擊）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11480" y="2073194"/>
            <a:ext cx="138074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Deloitte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1828800" y="2073194"/>
            <a:ext cx="36210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Agentic AI Blueprint for Insurance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5486400" y="2073194"/>
            <a:ext cx="15636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加速器＋導入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7086600" y="2073194"/>
            <a:ext cx="467258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Georgia"/>
                <a:ea typeface="微軟正黑體"/>
                <a:hlinkClick r:id="rId2"/>
              </a:rPr>
              <a:t>www.deloitte.com 原文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411480" y="2548017"/>
            <a:ext cx="138074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Deloitte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1828800" y="2548017"/>
            <a:ext cx="36210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IFRS 17 Regulatory Assist（與 SAS 合作）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5486400" y="2548017"/>
            <a:ext cx="15636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加速器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7086600" y="2548017"/>
            <a:ext cx="467258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Georgia"/>
                <a:ea typeface="微軟正黑體"/>
                <a:hlinkClick r:id="rId3"/>
              </a:rPr>
              <a:t>sas.com 原文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11480" y="3022840"/>
            <a:ext cx="138074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KPMG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1828800" y="3022840"/>
            <a:ext cx="36210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IFRS 17 Express, powered by SAS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5486400" y="3022840"/>
            <a:ext cx="15636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加速器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7086600" y="3022840"/>
            <a:ext cx="467258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Georgia"/>
                <a:ea typeface="微軟正黑體"/>
                <a:hlinkClick r:id="rId4"/>
              </a:rPr>
              <a:t>sas.com 原文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11480" y="3497663"/>
            <a:ext cx="138074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Capgemini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1828800" y="3497663"/>
            <a:ext cx="36210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Guidewire 生成式 AI／代理工具組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5486400" y="3497663"/>
            <a:ext cx="15636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核心系統＋AI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7086600" y="3497663"/>
            <a:ext cx="467258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Georgia"/>
                <a:ea typeface="微軟正黑體"/>
                <a:hlinkClick r:id="rId5"/>
              </a:rPr>
              <a:t>www.capgemini.com 原文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411480" y="3972486"/>
            <a:ext cx="138074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WTW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1828800" y="3972486"/>
            <a:ext cx="36210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Radar 5（保險定價與核保軟體）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5486400" y="3972486"/>
            <a:ext cx="15636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軟體產品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7086600" y="3972486"/>
            <a:ext cx="467258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Georgia"/>
                <a:ea typeface="微軟正黑體"/>
                <a:hlinkClick r:id="rId6"/>
              </a:rPr>
              <a:t>www.wtwco.com 原文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411480" y="4447309"/>
            <a:ext cx="138074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McKinsey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1828800" y="4447309"/>
            <a:ext cx="36210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代理型 AI 核心現代化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5486400" y="4447309"/>
            <a:ext cx="15636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方法論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7086600" y="4447309"/>
            <a:ext cx="467258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Georgia"/>
                <a:ea typeface="微軟正黑體"/>
                <a:hlinkClick r:id="rId7"/>
              </a:rPr>
              <a:t>www.mckinsey.com 原文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411480" y="4922132"/>
            <a:ext cx="138074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BCG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1828800" y="4922132"/>
            <a:ext cx="36210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AI-First 產險公司藍圖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5486400" y="4922132"/>
            <a:ext cx="15636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方法論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7086600" y="4922132"/>
            <a:ext cx="467258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Georgia"/>
                <a:ea typeface="微軟正黑體"/>
                <a:hlinkClick r:id="rId8"/>
              </a:rPr>
              <a:t>www.bcg.com 原文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411480" y="5507181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規模與期程數字為業者自述。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附錄 D｜保險業 AI 開發法規檢查清單（草稿）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附錄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把台灣保險業的委外、雲端、AI 與個資規範，對應到開發流程中的檢查點。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288950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檢查項目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3337560" y="1691640"/>
            <a:ext cx="34838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依據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6858000" y="1691640"/>
            <a:ext cx="34838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開發流程中怎麼落實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10378440" y="1691640"/>
            <a:ext cx="138074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在哪一步檢查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11480" y="2064715"/>
            <a:ext cx="288950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是否屬作業委外、是否需依規定辦理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3337560" y="2064715"/>
            <a:ext cx="348386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保險業作業委託他人處理內部作業制度及程序辦法（2025-12-31 施行）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6858000" y="2064715"/>
            <a:ext cx="348386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導入前判斷並留下紀錄；AI 工具納入委外管理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10378440" y="2064715"/>
            <a:ext cx="138074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診斷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411480" y="2624328"/>
            <a:ext cx="288950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雲端資料存放、雲端業者管理與查核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3337560" y="2624328"/>
            <a:ext cx="348386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保險業作業委外使用雲端服務自律規範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6858000" y="2624328"/>
            <a:ext cx="348386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使用公司核准的雲端合約；保留查核所需紀錄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10378440" y="2624328"/>
            <a:ext cx="138074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診斷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11480" y="3183940"/>
            <a:ext cx="288950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AI 工具登錄 AI 清冊並做風險評估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3337560" y="3183940"/>
            <a:ext cx="348386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保險業運用人工智慧系統自律規範（2025-04-10 備查）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6858000" y="3183940"/>
            <a:ext cx="348386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每個 AI 工具與用途登錄；高風險用途加審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10378440" y="3183940"/>
            <a:ext cx="138074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診斷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11480" y="3743553"/>
            <a:ext cx="288950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關鍵決定由人做，保險公司負最終責任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3337560" y="3743553"/>
            <a:ext cx="348386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同上；金管會 AI 指引「治理及問責」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6858000" y="3743553"/>
            <a:ext cx="348386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五個人工關卡，各有指定核准人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10378440" y="3743553"/>
            <a:ext cx="138074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①–⑤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411480" y="4303166"/>
            <a:ext cx="288950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個資與客戶資料不進入 AI 可讀範圍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3337560" y="4303166"/>
            <a:ext cx="348386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個人資料保護法；金管會 AI 指引「隱私及客戶權益」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6858000" y="4303166"/>
            <a:ext cx="348386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資料分級；集中設定禁止讀取機密檔與金鑰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10378440" y="4303166"/>
            <a:ext cx="138074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規格、開發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411480" y="4862779"/>
            <a:ext cx="288950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程式經資安審查，出事可退回上一版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3337560" y="4862779"/>
            <a:ext cx="348386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金管會 AI 指引「系統穩健性與安全性」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6858000" y="4862779"/>
            <a:ext cx="348386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AI 資安初審＋人工審查；退版流程事先演練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10378440" y="4862779"/>
            <a:ext cx="138074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④ 合併、⑤ 上線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411480" y="5422392"/>
            <a:ext cx="288950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誰要求、AI 產出什麼、誰核准，查得到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3337560" y="5422392"/>
            <a:ext cx="348386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金管會 AI 指引「透明性與可解釋性」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6858000" y="5422392"/>
            <a:ext cx="348386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需求說明、規格、計畫與核准紀錄版本化保存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10378440" y="5422392"/>
            <a:ext cx="138074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全程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411480" y="6015920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導入規劃工具，非法律意見；條文以主管機關公告為準；草稿待法遵確認。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附錄 E｜試點風險與因應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附錄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試點前就講好可能出問題的地方、怎麼提早發現，以及誰負責處理。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建議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2066543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風險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2514600" y="1691640"/>
            <a:ext cx="23408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提早發現的訊號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892040" y="1691640"/>
            <a:ext cx="25694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事前降低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7498079" y="1691640"/>
            <a:ext cx="238658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發生時的應變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9921240" y="1691640"/>
            <a:ext cx="1837943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負責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411480" y="2064715"/>
            <a:ext cx="2066543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用例效益偏低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2514600" y="2064715"/>
            <a:ext cx="234086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用例落在複雜的既有系統，重複性工作少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4892040" y="2064715"/>
            <a:ext cx="256946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診斷時優先挑「常發生、判斷少」工作多的需求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7498079" y="2064715"/>
            <a:ext cx="238658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調整範圍或換用例，不硬撐到底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9921240" y="2064715"/>
            <a:ext cx="1837943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PwC（BA、IT）＋貴公司 IT 主管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11480" y="2785428"/>
            <a:ext cx="2066543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初期下滑被誤判（J 曲線）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2514600" y="2785428"/>
            <a:ext cx="234086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前幾週需求定稿與審查時間變長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892040" y="2785428"/>
            <a:ext cx="256946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試點前講好預期的下滑與觀察期間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7498079" y="2785428"/>
            <a:ext cx="238658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依約定期間判斷，不在低谷時中止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9921240" y="2785428"/>
            <a:ext cx="1837943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貴公司管理層＋PwC 帶隊人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11480" y="3506142"/>
            <a:ext cx="2066543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個資或機密進入 AI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2514600" y="3506142"/>
            <a:ext cx="234086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設定或存取紀錄出現例外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4892040" y="3506142"/>
            <a:ext cx="256946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資料分級；試點用假資料；集中設定禁止讀取機密檔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7498079" y="3506142"/>
            <a:ext cx="238658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立即停用該工具、通報並檢討設定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9921240" y="3506142"/>
            <a:ext cx="1837943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貴公司資安＋PwC IT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11480" y="4226855"/>
            <a:ext cx="2066543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AI 工具未獲內部核准，時程延誤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2514600" y="4226855"/>
            <a:ext cx="234086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診斷第 2 週仍未完成委外判斷與清冊登錄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4892040" y="4226855"/>
            <a:ext cx="256946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診斷第一週就啟動委外判斷與清冊登錄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7498079" y="4226855"/>
            <a:ext cx="238658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先用已核准的工具試點，或調整時程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9921240" y="4226855"/>
            <a:ext cx="1837943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貴公司法遵、IT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411480" y="4947569"/>
            <a:ext cx="2066543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駐點團隊配合度低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2514600" y="4947569"/>
            <a:ext cx="234086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試點任務排不進工作、出席率低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4892040" y="4947569"/>
            <a:ext cx="256946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試點前與 IT 主管談好駐點團隊的角色與工時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7498079" y="4947569"/>
            <a:ext cx="238658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改由貴公司自有人員或 PwC 補位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9921240" y="4947569"/>
            <a:ext cx="1837943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貴公司 IT 主管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411480" y="5846341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依 DORA 2026（J 曲線、既有系統效益）與試點規劃整理；正式清單於診斷時與貴公司共同確認。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附錄 F｜研究整合：兩份研究互補，衝突處的取捨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附錄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內部參考：兩份研究的差異，以及本提案採用哪一邊、為什麼。提交客戶前移除本頁。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E2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DE2A18"/>
                </a:solidFill>
                <a:latin typeface="Georgia"/>
                <a:ea typeface="微軟正黑體"/>
              </a:rPr>
              <a:t>內部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14264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主題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1874520" y="1691640"/>
            <a:ext cx="298094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研究一：FSC1 開發流程 v3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892040" y="1691640"/>
            <a:ext cx="288950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研究二：AI 原生 SDLC 說明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7818120" y="1691640"/>
            <a:ext cx="3941063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本提案的取捨與原因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11480" y="2064715"/>
            <a:ext cx="1426464" cy="6274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流程階段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1874520" y="2064715"/>
            <a:ext cx="2980944" cy="6274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五階段：需求分析、SA&amp;D、開發、測試、上版／交付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4892040" y="2064715"/>
            <a:ext cx="2889504" cy="6274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六階段：規劃、設計、開發、測試、上線、維運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7818120" y="2064715"/>
            <a:ext cx="3941063" cy="6274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採研究一的名稱，加上維運：保險業 IT 熟悉這些用語；維運讓流程形成循環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11480" y="2726075"/>
            <a:ext cx="1426464" cy="6274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控制方式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1874520" y="2726075"/>
            <a:ext cx="2980944" cy="6274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Prompt 撰寫原則＋IT 人工 Review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892040" y="2726075"/>
            <a:ext cx="2889504" cy="6274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技能、鉤子、集中管理設定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7818120" y="2726075"/>
            <a:ext cx="3941063" cy="6274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分層：Prompt 為第一層，往規則與自動關卡加強；受監理行業需要可強制的控制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11480" y="3387436"/>
            <a:ext cx="1426464" cy="6274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關卡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1874520" y="3387436"/>
            <a:ext cx="2980944" cy="6274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每階段文件確認後進下一階段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4892040" y="3387436"/>
            <a:ext cx="2889504" cy="6274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五個關鍵決定由指定的人核准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7818120" y="3387436"/>
            <a:ext cx="3941063" cy="6274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保留研究一的檢查點，補上指定核准人與紀錄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411480" y="4048796"/>
            <a:ext cx="1426464" cy="6274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效益說法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1874520" y="4048796"/>
            <a:ext cx="2980944" cy="6274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未提數字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4892040" y="4048796"/>
            <a:ext cx="2889504" cy="6274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手冊預期「數週到數小時」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7818120" y="4048796"/>
            <a:ext cx="3941063" cy="6274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不承諾數字，以試點實測；外部證據改用 DORA 等獨立研究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11480" y="4710157"/>
            <a:ext cx="1426464" cy="6274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實作證據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1874520" y="4710157"/>
            <a:ext cx="2980944" cy="6274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各階段案例頁待補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4892040" y="4710157"/>
            <a:ext cx="2889504" cy="6274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實績頁待 IT 團隊填寫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7818120" y="4710157"/>
            <a:ext cx="3941063" cy="6274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以 IT 現場示範補上（第 13 頁）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411480" y="5371518"/>
            <a:ext cx="1426464" cy="6274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服務內容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1874520" y="5371518"/>
            <a:ext cx="2980944" cy="6274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未涵蓋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4892040" y="5371518"/>
            <a:ext cx="2889504" cy="6274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四個服務模組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7818120" y="5371518"/>
            <a:ext cx="3941063" cy="6274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對外收斂為「診斷＋一個用例試點」，其餘依需求討論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附錄 G｜資料來源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附錄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本提案引用的外部研究、法規與內部研究。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11384280" cy="27980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1. </a:t>
            </a:r>
            <a:r>
              <a:rPr sz="1000" b="0" u="sng">
                <a:solidFill>
                  <a:srgbClr val="000000"/>
                </a:solidFill>
                <a:latin typeface="Georgia"/>
                <a:ea typeface="微軟正黑體"/>
                <a:hlinkClick r:id="rId2"/>
              </a:rPr>
              <a:t>Stack Overflow，2025 Developer Survey 新聞稿（84%）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992643"/>
            <a:ext cx="11384280" cy="27980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2. </a:t>
            </a:r>
            <a:r>
              <a:rPr sz="1000" b="0" u="sng">
                <a:solidFill>
                  <a:srgbClr val="000000"/>
                </a:solidFill>
                <a:latin typeface="Georgia"/>
                <a:ea typeface="微軟正黑體"/>
                <a:hlinkClick r:id="rId3"/>
              </a:rPr>
              <a:t>Google Cloud，Announcing the 2024 DORA report（−1.5%、−7.2%）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2293647"/>
            <a:ext cx="11384280" cy="27980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3. </a:t>
            </a:r>
            <a:r>
              <a:rPr sz="1000" b="0" u="sng">
                <a:solidFill>
                  <a:srgbClr val="000000"/>
                </a:solidFill>
                <a:latin typeface="Georgia"/>
                <a:ea typeface="微軟正黑體"/>
                <a:hlinkClick r:id="rId4"/>
              </a:rPr>
              <a:t>Google Cloud，Announcing the 2025 DORA report（約 90%、速度與穩定度）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11480" y="2594651"/>
            <a:ext cx="11384280" cy="27980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4. </a:t>
            </a:r>
            <a:r>
              <a:rPr sz="1000" b="0" u="sng">
                <a:solidFill>
                  <a:srgbClr val="000000"/>
                </a:solidFill>
                <a:latin typeface="Georgia"/>
                <a:ea typeface="微軟正黑體"/>
                <a:hlinkClick r:id="rId5"/>
              </a:rPr>
              <a:t>DORA，The ROI of AI-assisted Software Development，v.2026.1（放大器、J 曲線、既有系統效益、回收期）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11480" y="2895655"/>
            <a:ext cx="11384280" cy="27980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5. </a:t>
            </a:r>
            <a:r>
              <a:rPr sz="1000" b="0" u="sng">
                <a:solidFill>
                  <a:srgbClr val="000000"/>
                </a:solidFill>
                <a:latin typeface="Georgia"/>
                <a:ea typeface="微軟正黑體"/>
                <a:hlinkClick r:id="rId6"/>
              </a:rPr>
              <a:t>InfoQ，DORA 2025 State of AI-assisted Software Development 整理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11480" y="3196659"/>
            <a:ext cx="11384280" cy="27980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6. </a:t>
            </a:r>
            <a:r>
              <a:rPr sz="1000" b="0" u="sng">
                <a:solidFill>
                  <a:srgbClr val="000000"/>
                </a:solidFill>
                <a:latin typeface="Georgia"/>
                <a:ea typeface="微軟正黑體"/>
                <a:hlinkClick r:id="rId7"/>
              </a:rPr>
              <a:t>Yahoo Finance，JPMorgan 工程師使用寫程式助手效率提升至多 20%，2025-03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411480" y="3497663"/>
            <a:ext cx="11384280" cy="27980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7. </a:t>
            </a:r>
            <a:r>
              <a:rPr sz="1000" b="0" u="sng">
                <a:solidFill>
                  <a:srgbClr val="000000"/>
                </a:solidFill>
                <a:latin typeface="Georgia"/>
                <a:ea typeface="微軟正黑體"/>
                <a:hlinkClick r:id="rId8"/>
              </a:rPr>
              <a:t>Deloitte Insights，AI and bank software development，2025（Citi 3 萬名開發者）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411480" y="3798666"/>
            <a:ext cx="11384280" cy="27980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8. </a:t>
            </a:r>
            <a:r>
              <a:rPr sz="1000" b="0" u="sng">
                <a:solidFill>
                  <a:srgbClr val="000000"/>
                </a:solidFill>
                <a:latin typeface="Georgia"/>
                <a:ea typeface="微軟正黑體"/>
                <a:hlinkClick r:id="rId9"/>
              </a:rPr>
              <a:t>Claims Journal，PwC 保險高階主管調查（57%），2025-11-17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411480" y="4099670"/>
            <a:ext cx="11384280" cy="27980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9. </a:t>
            </a:r>
            <a:r>
              <a:rPr sz="1000" b="0" u="sng">
                <a:solidFill>
                  <a:srgbClr val="000000"/>
                </a:solidFill>
                <a:latin typeface="Georgia"/>
                <a:ea typeface="微軟正黑體"/>
                <a:hlinkClick r:id="rId10"/>
              </a:rPr>
              <a:t>McKinsey，Technology Trends Outlook 2026（代理式軟體開發列為新趨勢）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11480" y="4400674"/>
            <a:ext cx="11384280" cy="27980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10. </a:t>
            </a:r>
            <a:r>
              <a:rPr sz="1000" b="0" u="sng">
                <a:solidFill>
                  <a:srgbClr val="000000"/>
                </a:solidFill>
                <a:latin typeface="Georgia"/>
                <a:ea typeface="微軟正黑體"/>
                <a:hlinkClick r:id="rId11"/>
              </a:rPr>
              <a:t>Allen &amp; Gledhill，MAS 發布 AI 模型風險管理資訊文件（2024-12-05）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411480" y="4701678"/>
            <a:ext cx="11384280" cy="27980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11. </a:t>
            </a:r>
            <a:r>
              <a:rPr sz="1000" b="0" u="sng">
                <a:solidFill>
                  <a:srgbClr val="000000"/>
                </a:solidFill>
                <a:latin typeface="Georgia"/>
                <a:ea typeface="微軟正黑體"/>
                <a:hlinkClick r:id="rId12"/>
              </a:rPr>
              <a:t>理律法律事務所，保險業作業委外新辦法（2025-12-31 施行）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11480" y="5002682"/>
            <a:ext cx="11384280" cy="27980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12. </a:t>
            </a:r>
            <a:r>
              <a:rPr sz="1000" b="0" u="sng">
                <a:solidFill>
                  <a:srgbClr val="000000"/>
                </a:solidFill>
                <a:latin typeface="Georgia"/>
                <a:ea typeface="微軟正黑體"/>
                <a:hlinkClick r:id="rId13"/>
              </a:rPr>
              <a:t>壽險／產險公會，保險業運用人工智慧系統自律規範（2025-04-10 備查）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11480" y="5303686"/>
            <a:ext cx="11384280" cy="27980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13. </a:t>
            </a:r>
            <a:r>
              <a:rPr sz="1000" b="0" u="sng">
                <a:solidFill>
                  <a:srgbClr val="000000"/>
                </a:solidFill>
                <a:latin typeface="Georgia"/>
                <a:ea typeface="微軟正黑體"/>
                <a:hlinkClick r:id="rId14"/>
              </a:rPr>
              <a:t>金管會，金融業運用人工智慧（AI）指引，2024-06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11480" y="5604690"/>
            <a:ext cx="11384280" cy="27980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14. </a:t>
            </a:r>
            <a:r>
              <a:rPr sz="1000" b="0">
                <a:solidFill>
                  <a:srgbClr val="000000"/>
                </a:solidFill>
                <a:latin typeface="Georgia"/>
                <a:ea typeface="微軟正黑體"/>
              </a:rPr>
              <a:t>研究一：FSC1〈AI 協作開發流程與產出範本〉v3；研究二：AI 原生 SDLC 說明，整理自 Anthropic《The AI-Native SDLC Playbook》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411480" y="5973525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「−1.5%」「−7.2%」為 AI 採用率每增加 25% 的模型估計；JPMorgan 數字為公司自述。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rgbClr val="AAAAAA"/>
      </a:dk1>
      <a:lt1>
        <a:srgbClr val="FFFFFF"/>
      </a:lt1>
      <a:dk2>
        <a:srgbClr val="08204C"/>
      </a:dk2>
      <a:lt2>
        <a:srgbClr val="FEFFFE"/>
      </a:lt2>
      <a:accent1>
        <a:srgbClr val="FEA200"/>
      </a:accent1>
      <a:accent2>
        <a:srgbClr val="61CAE2"/>
      </a:accent2>
      <a:accent3>
        <a:srgbClr val="FE7050"/>
      </a:accent3>
      <a:accent4>
        <a:srgbClr val="64D795"/>
      </a:accent4>
      <a:accent5>
        <a:srgbClr val="69449B"/>
      </a:accent5>
      <a:accent6>
        <a:srgbClr val="EBECEB"/>
      </a:accent6>
      <a:hlink>
        <a:srgbClr val="6B9F25"/>
      </a:hlink>
      <a:folHlink>
        <a:srgbClr val="B26B0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Default Theme">
  <a:themeElements>
    <a:clrScheme name="IGPIA - Theme 12 - Light">
      <a:dk1>
        <a:srgbClr val="737572"/>
      </a:dk1>
      <a:lt1>
        <a:srgbClr val="FFFFFF"/>
      </a:lt1>
      <a:dk2>
        <a:srgbClr val="445469"/>
      </a:dk2>
      <a:lt2>
        <a:srgbClr val="FFFFFF"/>
      </a:lt2>
      <a:accent1>
        <a:srgbClr val="5DCEDB"/>
      </a:accent1>
      <a:accent2>
        <a:srgbClr val="5ECB95"/>
      </a:accent2>
      <a:accent3>
        <a:srgbClr val="F0D065"/>
      </a:accent3>
      <a:accent4>
        <a:srgbClr val="EC9F56"/>
      </a:accent4>
      <a:accent5>
        <a:srgbClr val="DC653D"/>
      </a:accent5>
      <a:accent6>
        <a:srgbClr val="CAC9D0"/>
      </a:accent6>
      <a:hlink>
        <a:srgbClr val="216BA9"/>
      </a:hlink>
      <a:folHlink>
        <a:srgbClr val="1FB18A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graphic_elements_level2" id="{B5DCB148-F47F-7F4D-9E9E-661A4BBA69EE}" vid="{F6F779DA-93FB-C84A-8406-284B179A63E8}"/>
    </a:ext>
  </a:extLst>
</a:theme>
</file>

<file path=ppt/theme/theme4.xml><?xml version="1.0" encoding="utf-8"?>
<a:theme xmlns:a="http://schemas.openxmlformats.org/drawingml/2006/main" name="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68F217C4-1E00-F143-AAD3-4BCCBF0A5677}" vid="{0BD6579F-3F24-3941-8ED8-09116B1E7436}"/>
    </a:ext>
  </a:extLst>
</a:theme>
</file>

<file path=ppt/theme/theme5.xml><?xml version="1.0" encoding="utf-8"?>
<a:theme xmlns:a="http://schemas.openxmlformats.org/drawingml/2006/main" name="2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0B296F49-9839-BE48-A6B0-07FAE54AD4FB}" vid="{251455FA-3AFB-1547-9744-D9A806732972}"/>
    </a:ext>
  </a:extLst>
</a:theme>
</file>

<file path=ppt/theme/theme6.xml><?xml version="1.0" encoding="utf-8"?>
<a:theme xmlns:a="http://schemas.openxmlformats.org/drawingml/2006/main" name="3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graphic_elements_level2" id="{B5DCB148-F47F-7F4D-9E9E-661A4BBA69EE}" vid="{F6F779DA-93FB-C84A-8406-284B179A63E8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445195d-0402-4561-91d6-fad97d760b90">
      <Terms xmlns="http://schemas.microsoft.com/office/infopath/2007/PartnerControls"/>
    </lcf76f155ced4ddcb4097134ff3c332f>
    <TaxCatchAll xmlns="4e47112c-55e5-4d87-b35d-79e596036eb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CEFDBAE80C59469568A37FF2AD9E46" ma:contentTypeVersion="15" ma:contentTypeDescription="Create a new document." ma:contentTypeScope="" ma:versionID="9b80cff5c45fe37fe7e79aba68c8730b">
  <xsd:schema xmlns:xsd="http://www.w3.org/2001/XMLSchema" xmlns:xs="http://www.w3.org/2001/XMLSchema" xmlns:p="http://schemas.microsoft.com/office/2006/metadata/properties" xmlns:ns2="3445195d-0402-4561-91d6-fad97d760b90" xmlns:ns3="4e47112c-55e5-4d87-b35d-79e596036ebc" targetNamespace="http://schemas.microsoft.com/office/2006/metadata/properties" ma:root="true" ma:fieldsID="6b6ba577ede3a76c2b1fbac158428f6a" ns2:_="" ns3:_="">
    <xsd:import namespace="3445195d-0402-4561-91d6-fad97d760b90"/>
    <xsd:import namespace="4e47112c-55e5-4d87-b35d-79e596036e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45195d-0402-4561-91d6-fad97d760b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47bde53e-b0a2-4e98-8550-8a152603f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47112c-55e5-4d87-b35d-79e596036eb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b7c682cc-33cd-40ab-8bfc-09a3a49d63b9}" ma:internalName="TaxCatchAll" ma:showField="CatchAllData" ma:web="4e47112c-55e5-4d87-b35d-79e596036e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46A3C2-4B54-413D-8C27-17731F2BCB53}">
  <ds:schemaRefs>
    <ds:schemaRef ds:uri="3445195d-0402-4561-91d6-fad97d760b90"/>
    <ds:schemaRef ds:uri="4e47112c-55e5-4d87-b35d-79e596036eb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83975D9-63BD-47B2-B0FB-84D03020E5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F0BA2-F4F2-46E4-AB38-70E65A5766DC}">
  <ds:schemaRefs>
    <ds:schemaRef ds:uri="3445195d-0402-4561-91d6-fad97d760b90"/>
    <ds:schemaRef ds:uri="4e47112c-55e5-4d87-b35d-79e596036eb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114</Slides>
  <Notes>24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114</vt:i4>
      </vt:variant>
    </vt:vector>
  </HeadingPairs>
  <TitlesOfParts>
    <vt:vector size="120" baseType="lpstr">
      <vt:lpstr>1_Office Theme</vt:lpstr>
      <vt:lpstr>Default Theme</vt:lpstr>
      <vt:lpstr>1_PwC Slide Master</vt:lpstr>
      <vt:lpstr>PwC Slide Master</vt:lpstr>
      <vt:lpstr>2_PwC Slide Master</vt:lpstr>
      <vt:lpstr>3_PwC Slide Master</vt:lpstr>
      <vt:lpstr>PowerPoint Presentation</vt:lpstr>
      <vt:lpstr>PowerPoint Presentation</vt:lpstr>
      <vt:lpstr>PowerPoint Presentation</vt:lpstr>
      <vt:lpstr>PowerPoint Presentation</vt:lpstr>
      <vt:lpstr>Agenda</vt:lpstr>
      <vt:lpstr>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在Discovery階段聚焦，PwC主要三個關鍵轉換點</vt:lpstr>
      <vt:lpstr>制定策略建議與行動計畫，PwC協助實現CRM Discovery Phase目標</vt:lpstr>
      <vt:lpstr>PwC 將主導制定一個從快速成果到長期成功的執行計劃</vt:lpstr>
      <vt:lpstr>A-1 訪談洞察：全面評估關鍵業務，規劃未來策略執行方向</vt:lpstr>
      <vt:lpstr>A-1 公司未來發展願景與策略目標對齊執行方式</vt:lpstr>
      <vt:lpstr>A-1 從準備到確認，業務單位訪談作業規劃</vt:lpstr>
      <vt:lpstr>Timeline</vt:lpstr>
      <vt:lpstr>Timeline</vt:lpstr>
      <vt:lpstr>Timeline</vt:lpstr>
      <vt:lpstr>Timeline</vt:lpstr>
      <vt:lpstr>Gantt Chart</vt:lpstr>
      <vt:lpstr>Gantt chart</vt:lpstr>
      <vt:lpstr>Gantt chart</vt:lpstr>
      <vt:lpstr>Gantt 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Process</vt:lpstr>
      <vt:lpstr>Process</vt:lpstr>
      <vt:lpstr>Process</vt:lpstr>
      <vt:lpstr>Process</vt:lpstr>
      <vt:lpstr>Process</vt:lpstr>
      <vt:lpstr>全球環境動態資料轉換與應用實例：從一則情資到缺藥風險預警</vt:lpstr>
      <vt:lpstr>系統上線後的每日運作機制</vt:lpstr>
      <vt:lpstr>PowerPoint Presentation</vt:lpstr>
      <vt:lpstr>Process</vt:lpstr>
      <vt:lpstr>Process</vt:lpstr>
      <vt:lpstr>Process</vt:lpstr>
      <vt:lpstr>Four segments</vt:lpstr>
      <vt:lpstr>Four segments</vt:lpstr>
      <vt:lpstr>Four segments</vt:lpstr>
      <vt:lpstr>藥品短缺監控模型與風險燈號-雙模型優勢說明 本案將以「藥品短缺預測模型」與「重大短缺風險規則庫」建立兩道防線，第一道防線係以過往 貴署之資料進行短缺因子萃取，第二道防線係以過往 貴署資深同仁業務經驗/作業規範建立短缺防線。</vt:lpstr>
      <vt:lpstr>本案執行策略：先打底、快驗證、可交付、可發展 以資料基礎建設為起點，導入務實可用之 AI 應用，於專案期程內完成具驗證價值之藥品供應智慧監測 POC 雛形，並預留後續研究成果銜接與正式系統擴充空間。</vt:lpstr>
      <vt:lpstr>PowerPoint Presentation</vt:lpstr>
      <vt:lpstr>附件7 外部藥品資料庫擴充可行性評估(1/3)</vt:lpstr>
      <vt:lpstr>附件7 外部藥品資料庫擴充可行性評估(2/3) </vt:lpstr>
      <vt:lpstr>Table slide sample</vt:lpstr>
      <vt:lpstr>Table slide sample </vt:lpstr>
      <vt:lpstr>Table slide sample   </vt:lpstr>
      <vt:lpstr>Table slide sample    </vt:lpstr>
      <vt:lpstr>Short case studies</vt:lpstr>
      <vt:lpstr>Brand table 1</vt:lpstr>
      <vt:lpstr>PowerPoint Presentation</vt:lpstr>
      <vt:lpstr>PowerPoint Presentation</vt:lpstr>
      <vt:lpstr>One column chart </vt:lpstr>
      <vt:lpstr>Three images three content</vt:lpstr>
      <vt:lpstr>Graphs</vt:lpstr>
      <vt:lpstr>Graphs</vt:lpstr>
      <vt:lpstr>Charts</vt:lpstr>
      <vt:lpstr>Chart and two content</vt:lpstr>
      <vt:lpstr>Graphs</vt:lpstr>
      <vt:lpstr>Graphs</vt:lpstr>
      <vt:lpstr>Donut chart</vt:lpstr>
      <vt:lpstr>PowerPoint Presentation</vt:lpstr>
      <vt:lpstr>Text and large stat  lorem ipsum dolor sit amet, consectetuer adipiscing elit </vt:lpstr>
      <vt:lpstr>Text and large stat lorem ipsum dolor sit amet, consectetuer adipiscing elit </vt:lpstr>
      <vt:lpstr>Process</vt:lpstr>
      <vt:lpstr>Process</vt:lpstr>
      <vt:lpstr>PwC 顧問團隊 – Leadership</vt:lpstr>
      <vt:lpstr>Intro title</vt:lpstr>
      <vt:lpstr>Intro title</vt:lpstr>
      <vt:lpstr>Intro title</vt:lpstr>
      <vt:lpstr>CV—one person</vt:lpstr>
      <vt:lpstr>CV—one person</vt:lpstr>
      <vt:lpstr>CV—one person</vt:lpstr>
      <vt:lpstr>CV—two people</vt:lpstr>
      <vt:lpstr>CV—two people</vt:lpstr>
      <vt:lpstr>Bios—two people</vt:lpstr>
      <vt:lpstr>Bios—two people</vt:lpstr>
      <vt:lpstr>Bios—three people</vt:lpstr>
      <vt:lpstr>Bios—three people</vt:lpstr>
      <vt:lpstr>Bios—four people</vt:lpstr>
      <vt:lpstr>Bios—four people</vt:lpstr>
      <vt:lpstr>Four team images</vt:lpstr>
      <vt:lpstr>Four team images stacked</vt:lpstr>
      <vt:lpstr>Team chart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2026-08-13T06:16:32Z</dcterms:created>
  <dcterms:modified xsi:type="dcterms:W3CDTF">2026-08-28T08:56:35Z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0x01010057CEFDBAE80C59469568A37FF2AD9E46</vt:lpwstr>
  </property>
  <property fmtid="{D5CDD505-2E9C-101B-9397-08002B2CF9AE}" pid="3" name="MediaServiceImageTags">
    <vt:lpwstr/>
  </property>
</Properties>
</file>