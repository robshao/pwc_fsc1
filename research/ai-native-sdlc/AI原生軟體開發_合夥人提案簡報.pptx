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www.infoq.com/news/2025/09/dora-state-of-ai-in-dev-2025" TargetMode="External"/><Relationship Id="rId6" Type="http://schemas.openxmlformats.org/officeDocument/2006/relationships/hyperlink" Target="https://finance.yahoo.com/news/jpmorgan-engineers-efficiency-jumps-much-190410471.html" TargetMode="External"/><Relationship Id="rId7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8" Type="http://schemas.openxmlformats.org/officeDocument/2006/relationships/hyperlink" Target="https://amp.claimsjournal.com/news/national/2025/11/17/334094.htm" TargetMode="External"/><Relationship Id="rId9" Type="http://schemas.openxmlformats.org/officeDocument/2006/relationships/hyperlink" Target="https://www.mckinsey.com/capabilities/tech-and-ai/our-insights/the-top-trends-in-tech" TargetMode="External"/><Relationship Id="rId10" Type="http://schemas.openxmlformats.org/officeDocument/2006/relationships/hyperlink" Target="https://www.allenandgledhill.com/sg/publication/articles/29565/mas-publishes-information-paper-on-ai-model-risk-management" TargetMode="External"/><Relationship Id="rId11" Type="http://schemas.openxmlformats.org/officeDocument/2006/relationships/hyperlink" Target="https://www.leeandli.com/TW/Newsletters/7525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內部｜請 Sam 決定：是否以本提案接觸首批保險客戶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建議：同意以「診斷＋一個用例試點」接觸 1–2 家保險公司；第 12 頁示範完成後再對外。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請您決定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1992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① 是否同意以本提案接觸首批客戶（候選名單：[待填]）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② 附錄 C 對客戶是否保留同業公司名稱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③ 指派 IT 同仁完成第 12 頁示範畫面（目標日期：[待填]）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推案前要先確認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1992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・獨立性：候選客戶若為 PwC 審計客戶，先經 Risk &amp; Quality 確認（狀態：尚未檢查）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・責任範圍：上線由客戶指定的人授權；AI 產出的責任歸屬寫進合約，條文待 Legal 確認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・示範：畫面完成前，提案不對外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規模與資源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1992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・準備度診斷約 4–6 週＋一個用例試點約 6–8 週（第 15 頁）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・人力配置與報價：[待填]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・IT 團隊：示範準備，以及試點期間的技術支援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4320124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預期會被問的問題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703320" y="4320124"/>
            <a:ext cx="8055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建議回答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693199"/>
            <a:ext cx="32552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跟國際顧問的方案比，我們贏在哪？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4693199"/>
            <a:ext cx="80558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在地法規與可稽核關卡綁在一起，並從客戶的一個真實需求開始（第 16 頁；同業見附錄 C）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69770"/>
            <a:ext cx="3255264" cy="542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寫的程式出事，責任算誰的？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703320" y="5269770"/>
            <a:ext cx="8055864" cy="542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能不能上線由客戶指定的人授權，誰核准都查得到（第 10 頁）；合約責任範圍待 Legal 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846341"/>
            <a:ext cx="32552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怎麼證明有效？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703320" y="5846341"/>
            <a:ext cx="80558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試點前雙方講好指標與合格線，達標才擴大，未達標就停（第 15 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一頁看懂：從一個用例開始，證明 AI 開發更快也可稽核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6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9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自己已經用這套流程開發；台灣保險法規對應到每個關卡；從貴公司的一個真實需求開始，不必全面轉型。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12、16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5–7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8–12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開發者與技術團隊的 AI 使用率已達八至九成；但 DORA 2025 指出，交付速度提升，穩定度仍下降。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開發者的信任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46%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不信任 AI 產出的準確度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約 30%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很少或不信任 AI 寫的程式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放大組織原有的優點與缺點；架構鬆耦合、回饋快的團隊才受益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2024、2025；JPMorgan（公司自述）；Deloitte Insights 2025；PwC 保險高階主管調查。完整連結見附錄 F。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2024 模型估計：AI 採用率每增加 25%，穩定度 −7.2%、速度 −1.5%。保險業公開具名案例仍少，保險公司仍有先行機會；顧問業者已推出相關方案（附錄 C）。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協作開發流程與產出範本〉v3，並參考業界公開的 AI 原生 SDLC 框架（附錄 F）。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10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15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844781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844781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24847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624847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404914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404914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184980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5184980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204535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659283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659283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9520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12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10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現場示範補上（第 12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新聞稿（84%、46%）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1384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36042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90%、約 30%、速度與穩定度、放大器）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658243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InfoQ，DORA 2025 State of AI-assisted Software Development 整理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8044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Yahoo Finance，JPMorgan 工程師使用寫程式助手效率提升至多 20%，2025-03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302646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Deloitte Insights，AI and bank software development，2025（Citi 3 萬名開發者）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624847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Claims Journal，PwC 保險高階主管調查（57%），2025-11-17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947049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McKinsey，Technology Trends Outlook 2026（代理式軟體開發列為新趨勢）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26925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Allen &amp; Gledhill，MAS 發布 AI 模型風險管理資訊文件（2024-12-05）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59145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理律法律事務所，保險業作業委外新辦法（2025-12-31 施行）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913653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壽險／產險公會，保險業運用人工智慧系統自律規範（2025-04-10 備查）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35854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金管會，金融業運用人工智慧（AI）指引，2024-06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55805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