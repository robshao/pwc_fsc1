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74" r:id="rId5"/>
    <p:sldMasterId id="2147483677" r:id="rId6"/>
    <p:sldMasterId id="2147483752" r:id="rId7"/>
    <p:sldMasterId id="2147483828" r:id="rId8"/>
    <p:sldMasterId id="2147483916" r:id="rId9"/>
  </p:sldMasterIdLst>
  <p:notesMasterIdLst>
    <p:notesMasterId r:id="rId124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5F48-5DE5-14CF-FD55-8C71A0CF0FD8}" v="3" dt="2026-08-28T03:28:32.066"/>
    <p1510:client id="{15D06E23-814D-4FB8-96A8-0FFE2568AE7B}" v="63" dt="2026-08-28T08:56:32.5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Relationship Id="rId129" Type="http://schemas.microsoft.com/office/2016/11/relationships/changesInfo" Target="changesInfos/changesInfo1.xml"/><Relationship Id="rId1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TJ Wang (TW)" userId="18033001-5856-41bf-97cd-f021b2ea7695" providerId="ADAL" clId="{86509E4E-F890-43B6-97AB-BA7419744C2D}"/>
    <pc:docChg chg="undo custSel addSld delSld modSld sldOrd delMainMaster modMainMaster addSection delSection modSection">
      <pc:chgData name="Tony TJ Wang (TW)" userId="18033001-5856-41bf-97cd-f021b2ea7695" providerId="ADAL" clId="{86509E4E-F890-43B6-97AB-BA7419744C2D}" dt="2026-08-28T08:56:32.543" v="594"/>
      <pc:docMkLst>
        <pc:docMk/>
      </pc:docMkLst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1607610444" sldId="256"/>
        </pc:sldMkLst>
      </pc:sldChg>
      <pc:sldChg chg="addSp new mod">
        <pc:chgData name="Tony TJ Wang (TW)" userId="18033001-5856-41bf-97cd-f021b2ea7695" providerId="ADAL" clId="{86509E4E-F890-43B6-97AB-BA7419744C2D}" dt="2026-08-13T08:26:10.078" v="26" actId="22"/>
        <pc:sldMkLst>
          <pc:docMk/>
          <pc:sldMk cId="4171859083" sldId="257"/>
        </pc:sldMkLst>
        <pc:picChg chg="add">
          <ac:chgData name="Tony TJ Wang (TW)" userId="18033001-5856-41bf-97cd-f021b2ea7695" providerId="ADAL" clId="{86509E4E-F890-43B6-97AB-BA7419744C2D}" dt="2026-08-13T08:26:10.078" v="26" actId="22"/>
          <ac:picMkLst>
            <pc:docMk/>
            <pc:sldMk cId="4171859083" sldId="257"/>
            <ac:picMk id="3" creationId="{EC1DED65-A97B-2E45-E83A-4778C0D9ADC1}"/>
          </ac:picMkLst>
        </pc:picChg>
      </pc:sldChg>
      <pc:sldChg chg="addSp delSp modSp mod">
        <pc:chgData name="Tony TJ Wang (TW)" userId="18033001-5856-41bf-97cd-f021b2ea7695" providerId="ADAL" clId="{86509E4E-F890-43B6-97AB-BA7419744C2D}" dt="2026-08-28T08:56:31.825" v="591" actId="1076"/>
        <pc:sldMkLst>
          <pc:docMk/>
          <pc:sldMk cId="2420393673" sldId="272"/>
        </pc:sldMkLst>
        <pc:picChg chg="add mod">
          <ac:chgData name="Tony TJ Wang (TW)" userId="18033001-5856-41bf-97cd-f021b2ea7695" providerId="ADAL" clId="{86509E4E-F890-43B6-97AB-BA7419744C2D}" dt="2026-08-28T08:56:31.825" v="591" actId="1076"/>
          <ac:picMkLst>
            <pc:docMk/>
            <pc:sldMk cId="2420393673" sldId="272"/>
            <ac:picMk id="5" creationId="{23EC51DD-9D24-701E-2C38-1BABBB089B81}"/>
          </ac:picMkLst>
        </pc:picChg>
      </pc:sldChg>
      <pc:sldChg chg="ord">
        <pc:chgData name="Tony TJ Wang (TW)" userId="18033001-5856-41bf-97cd-f021b2ea7695" providerId="ADAL" clId="{86509E4E-F890-43B6-97AB-BA7419744C2D}" dt="2026-08-26T07:18:53.925" v="287"/>
        <pc:sldMkLst>
          <pc:docMk/>
          <pc:sldMk cId="4069544170" sldId="289"/>
        </pc:sldMkLst>
      </pc:sldChg>
      <pc:sldChg chg="addSp delSp modSp new mod ord">
        <pc:chgData name="Tony TJ Wang (TW)" userId="18033001-5856-41bf-97cd-f021b2ea7695" providerId="ADAL" clId="{86509E4E-F890-43B6-97AB-BA7419744C2D}" dt="2026-08-26T08:40:20.622" v="556" actId="255"/>
        <pc:sldMkLst>
          <pc:docMk/>
          <pc:sldMk cId="2599464912" sldId="296"/>
        </pc:sldMkLst>
        <pc:spChg chg="add mod">
          <ac:chgData name="Tony TJ Wang (TW)" userId="18033001-5856-41bf-97cd-f021b2ea7695" providerId="ADAL" clId="{86509E4E-F890-43B6-97AB-BA7419744C2D}" dt="2026-08-26T08:40:12.736" v="552" actId="1076"/>
          <ac:spMkLst>
            <pc:docMk/>
            <pc:sldMk cId="2599464912" sldId="296"/>
            <ac:spMk id="3" creationId="{699D2354-99A8-0B65-8271-5F3C9B2AE63C}"/>
          </ac:spMkLst>
        </pc:spChg>
        <pc:spChg chg="add mod">
          <ac:chgData name="Tony TJ Wang (TW)" userId="18033001-5856-41bf-97cd-f021b2ea7695" providerId="ADAL" clId="{86509E4E-F890-43B6-97AB-BA7419744C2D}" dt="2026-08-26T08:40:14.745" v="553" actId="1076"/>
          <ac:spMkLst>
            <pc:docMk/>
            <pc:sldMk cId="2599464912" sldId="296"/>
            <ac:spMk id="5" creationId="{82CAD90D-E01E-8658-C010-750747A1866D}"/>
          </ac:spMkLst>
        </pc:spChg>
        <pc:spChg chg="add mod">
          <ac:chgData name="Tony TJ Wang (TW)" userId="18033001-5856-41bf-97cd-f021b2ea7695" providerId="ADAL" clId="{86509E4E-F890-43B6-97AB-BA7419744C2D}" dt="2026-08-26T08:40:20.622" v="556" actId="255"/>
          <ac:spMkLst>
            <pc:docMk/>
            <pc:sldMk cId="2599464912" sldId="296"/>
            <ac:spMk id="8" creationId="{B181DE30-50A2-082B-CEF4-18CD5B21EDD5}"/>
          </ac:spMkLst>
        </pc:spChg>
        <pc:picChg chg="add mod">
          <ac:chgData name="Tony TJ Wang (TW)" userId="18033001-5856-41bf-97cd-f021b2ea7695" providerId="ADAL" clId="{86509E4E-F890-43B6-97AB-BA7419744C2D}" dt="2026-08-26T08:39:40.237" v="539" actId="1076"/>
          <ac:picMkLst>
            <pc:docMk/>
            <pc:sldMk cId="2599464912" sldId="296"/>
            <ac:picMk id="7" creationId="{C1178097-20D2-CF88-6BF5-A0D7A81F423D}"/>
          </ac:picMkLst>
        </pc:picChg>
      </pc:sldChg>
      <pc:sldChg chg="addSp delSp modSp add mod ord">
        <pc:chgData name="Tony TJ Wang (TW)" userId="18033001-5856-41bf-97cd-f021b2ea7695" providerId="ADAL" clId="{86509E4E-F890-43B6-97AB-BA7419744C2D}" dt="2026-08-26T08:40:50.577" v="566" actId="1076"/>
        <pc:sldMkLst>
          <pc:docMk/>
          <pc:sldMk cId="106630151" sldId="297"/>
        </pc:sldMkLst>
        <pc:spChg chg="add mod">
          <ac:chgData name="Tony TJ Wang (TW)" userId="18033001-5856-41bf-97cd-f021b2ea7695" providerId="ADAL" clId="{86509E4E-F890-43B6-97AB-BA7419744C2D}" dt="2026-08-26T08:40:50.577" v="566" actId="1076"/>
          <ac:spMkLst>
            <pc:docMk/>
            <pc:sldMk cId="106630151" sldId="297"/>
            <ac:spMk id="5" creationId="{FA068CB2-23AF-6FCE-7A50-CFDF4DCD3FE4}"/>
          </ac:spMkLst>
        </pc:spChg>
        <pc:picChg chg="add mod">
          <ac:chgData name="Tony TJ Wang (TW)" userId="18033001-5856-41bf-97cd-f021b2ea7695" providerId="ADAL" clId="{86509E4E-F890-43B6-97AB-BA7419744C2D}" dt="2026-08-26T08:40:37.943" v="560" actId="1076"/>
          <ac:picMkLst>
            <pc:docMk/>
            <pc:sldMk cId="106630151" sldId="297"/>
            <ac:picMk id="3" creationId="{77441DA9-BD51-D469-063C-F2B197A6FACF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26T08:40:43.914" v="562" actId="1076"/>
        <pc:sldMkLst>
          <pc:docMk/>
          <pc:sldMk cId="2554360611" sldId="299"/>
        </pc:sldMkLst>
        <pc:spChg chg="add mod">
          <ac:chgData name="Tony TJ Wang (TW)" userId="18033001-5856-41bf-97cd-f021b2ea7695" providerId="ADAL" clId="{86509E4E-F890-43B6-97AB-BA7419744C2D}" dt="2026-08-26T08:40:41.294" v="561" actId="1076"/>
          <ac:spMkLst>
            <pc:docMk/>
            <pc:sldMk cId="2554360611" sldId="299"/>
            <ac:spMk id="9" creationId="{E6E1ADB4-38E1-10F2-0F7C-DB46EEAA8488}"/>
          </ac:spMkLst>
        </pc:spChg>
        <pc:spChg chg="add mod">
          <ac:chgData name="Tony TJ Wang (TW)" userId="18033001-5856-41bf-97cd-f021b2ea7695" providerId="ADAL" clId="{86509E4E-F890-43B6-97AB-BA7419744C2D}" dt="2026-08-26T08:40:43.914" v="562" actId="1076"/>
          <ac:spMkLst>
            <pc:docMk/>
            <pc:sldMk cId="2554360611" sldId="299"/>
            <ac:spMk id="11" creationId="{975761DE-5B44-1383-F92A-065EDC92E756}"/>
          </ac:spMkLst>
        </pc:spChg>
        <pc:picChg chg="add mod">
          <ac:chgData name="Tony TJ Wang (TW)" userId="18033001-5856-41bf-97cd-f021b2ea7695" providerId="ADAL" clId="{86509E4E-F890-43B6-97AB-BA7419744C2D}" dt="2026-08-26T08:33:04.428" v="503" actId="1076"/>
          <ac:picMkLst>
            <pc:docMk/>
            <pc:sldMk cId="2554360611" sldId="299"/>
            <ac:picMk id="5" creationId="{293E2457-47C0-6017-1FA6-55408733CB32}"/>
          </ac:picMkLst>
        </pc:picChg>
        <pc:picChg chg="add mod">
          <ac:chgData name="Tony TJ Wang (TW)" userId="18033001-5856-41bf-97cd-f021b2ea7695" providerId="ADAL" clId="{86509E4E-F890-43B6-97AB-BA7419744C2D}" dt="2026-08-26T08:33:00.695" v="501" actId="1076"/>
          <ac:picMkLst>
            <pc:docMk/>
            <pc:sldMk cId="2554360611" sldId="299"/>
            <ac:picMk id="8" creationId="{C7EBA735-B78C-2D41-2D87-F29DEB7BEB39}"/>
          </ac:picMkLst>
        </pc:pic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21359538" sldId="30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44019484" sldId="301"/>
        </pc:sldMkLst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514704115" sldId="302"/>
        </pc:sldMkLst>
        <pc:picChg chg="add mod">
          <ac:chgData name="Tony TJ Wang (TW)" userId="18033001-5856-41bf-97cd-f021b2ea7695" providerId="ADAL" clId="{86509E4E-F890-43B6-97AB-BA7419744C2D}" dt="2026-08-26T07:41:00.343" v="395" actId="1076"/>
          <ac:picMkLst>
            <pc:docMk/>
            <pc:sldMk cId="2514704115" sldId="302"/>
            <ac:picMk id="8" creationId="{D55881AE-99AA-9CF5-6ACB-22F1023CE548}"/>
          </ac:picMkLst>
        </pc:picChg>
        <pc:picChg chg="add mod">
          <ac:chgData name="Tony TJ Wang (TW)" userId="18033001-5856-41bf-97cd-f021b2ea7695" providerId="ADAL" clId="{86509E4E-F890-43B6-97AB-BA7419744C2D}" dt="2026-08-26T07:41:04.905" v="397" actId="1076"/>
          <ac:picMkLst>
            <pc:docMk/>
            <pc:sldMk cId="2514704115" sldId="302"/>
            <ac:picMk id="10" creationId="{E06E8876-7662-E0DB-9807-C866C62E715D}"/>
          </ac:picMkLst>
        </pc:picChg>
      </pc:sldChg>
      <pc:sldChg chg="addSp delSp modSp new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60654132" sldId="303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2" creationId="{FFC61194-AA99-E57E-DA3E-2C31C77FA50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60654132" sldId="303"/>
            <ac:spMk id="3" creationId="{37DD5E59-9F8C-3409-2221-C1C12AA72571}"/>
          </ac:spMkLst>
        </pc:spChg>
        <pc:picChg chg="add mod">
          <ac:chgData name="Tony TJ Wang (TW)" userId="18033001-5856-41bf-97cd-f021b2ea7695" providerId="ADAL" clId="{86509E4E-F890-43B6-97AB-BA7419744C2D}" dt="2026-08-26T07:41:16.282" v="402" actId="1076"/>
          <ac:picMkLst>
            <pc:docMk/>
            <pc:sldMk cId="360654132" sldId="303"/>
            <ac:picMk id="6" creationId="{B639B532-BDF9-36FD-8483-EECA3E104FF1}"/>
          </ac:picMkLst>
        </pc:picChg>
      </pc:sldChg>
      <pc:sldChg chg="addSp delSp modSp add mod">
        <pc:chgData name="Tony TJ Wang (TW)" userId="18033001-5856-41bf-97cd-f021b2ea7695" providerId="ADAL" clId="{86509E4E-F890-43B6-97AB-BA7419744C2D}" dt="2026-08-26T09:01:17.332" v="590" actId="1076"/>
        <pc:sldMkLst>
          <pc:docMk/>
          <pc:sldMk cId="741598415" sldId="304"/>
        </pc:sldMkLst>
        <pc:spChg chg="mod">
          <ac:chgData name="Tony TJ Wang (TW)" userId="18033001-5856-41bf-97cd-f021b2ea7695" providerId="ADAL" clId="{86509E4E-F890-43B6-97AB-BA7419744C2D}" dt="2026-08-26T09:01:16.082" v="589" actId="1076"/>
          <ac:spMkLst>
            <pc:docMk/>
            <pc:sldMk cId="741598415" sldId="304"/>
            <ac:spMk id="7" creationId="{5C1C04AE-6023-888A-7864-8A3DD60FC73E}"/>
          </ac:spMkLst>
        </pc:spChg>
        <pc:spChg chg="add mod">
          <ac:chgData name="Tony TJ Wang (TW)" userId="18033001-5856-41bf-97cd-f021b2ea7695" providerId="ADAL" clId="{86509E4E-F890-43B6-97AB-BA7419744C2D}" dt="2026-08-26T08:39:22.172" v="535" actId="14100"/>
          <ac:spMkLst>
            <pc:docMk/>
            <pc:sldMk cId="741598415" sldId="304"/>
            <ac:spMk id="8" creationId="{EE2A7D4C-2416-2A1F-AFC4-788F5196D71B}"/>
          </ac:spMkLst>
        </pc:spChg>
        <pc:picChg chg="add mod modCrop">
          <ac:chgData name="Tony TJ Wang (TW)" userId="18033001-5856-41bf-97cd-f021b2ea7695" providerId="ADAL" clId="{86509E4E-F890-43B6-97AB-BA7419744C2D}" dt="2026-08-26T09:01:14.187" v="588" actId="1076"/>
          <ac:picMkLst>
            <pc:docMk/>
            <pc:sldMk cId="741598415" sldId="304"/>
            <ac:picMk id="11" creationId="{799B8E4A-159A-36C8-121D-86218BD82181}"/>
          </ac:picMkLst>
        </pc:picChg>
        <pc:picChg chg="add mod modCrop">
          <ac:chgData name="Tony TJ Wang (TW)" userId="18033001-5856-41bf-97cd-f021b2ea7695" providerId="ADAL" clId="{86509E4E-F890-43B6-97AB-BA7419744C2D}" dt="2026-08-26T09:01:17.332" v="590" actId="1076"/>
          <ac:picMkLst>
            <pc:docMk/>
            <pc:sldMk cId="741598415" sldId="304"/>
            <ac:picMk id="13" creationId="{23AC456D-1263-5706-8781-9C497F98A738}"/>
          </ac:picMkLst>
        </pc:picChg>
      </pc:sldChg>
      <pc:sldChg chg="addSp new mod">
        <pc:chgData name="Tony TJ Wang (TW)" userId="18033001-5856-41bf-97cd-f021b2ea7695" providerId="ADAL" clId="{86509E4E-F890-43B6-97AB-BA7419744C2D}" dt="2026-08-13T08:01:47.483" v="3" actId="22"/>
        <pc:sldMkLst>
          <pc:docMk/>
          <pc:sldMk cId="678161449" sldId="4119"/>
        </pc:sldMkLst>
        <pc:picChg chg="add">
          <ac:chgData name="Tony TJ Wang (TW)" userId="18033001-5856-41bf-97cd-f021b2ea7695" providerId="ADAL" clId="{86509E4E-F890-43B6-97AB-BA7419744C2D}" dt="2026-08-13T08:01:47.483" v="3" actId="22"/>
          <ac:picMkLst>
            <pc:docMk/>
            <pc:sldMk cId="678161449" sldId="4119"/>
            <ac:picMk id="3" creationId="{CC6B2FF3-1D5E-89E5-5953-142FA194390B}"/>
          </ac:picMkLst>
        </pc:picChg>
      </pc:sldChg>
      <pc:sldChg chg="addSp modSp new mod">
        <pc:chgData name="Tony TJ Wang (TW)" userId="18033001-5856-41bf-97cd-f021b2ea7695" providerId="ADAL" clId="{86509E4E-F890-43B6-97AB-BA7419744C2D}" dt="2026-08-13T08:05:56.981" v="8" actId="1076"/>
        <pc:sldMkLst>
          <pc:docMk/>
          <pc:sldMk cId="3708291182" sldId="4121"/>
        </pc:sldMkLst>
        <pc:picChg chg="add mod">
          <ac:chgData name="Tony TJ Wang (TW)" userId="18033001-5856-41bf-97cd-f021b2ea7695" providerId="ADAL" clId="{86509E4E-F890-43B6-97AB-BA7419744C2D}" dt="2026-08-13T08:05:56.981" v="8" actId="1076"/>
          <ac:picMkLst>
            <pc:docMk/>
            <pc:sldMk cId="3708291182" sldId="4121"/>
            <ac:picMk id="3" creationId="{7629E256-9BA1-CC61-6CF6-F32EE6FE4842}"/>
          </ac:picMkLst>
        </pc:picChg>
      </pc:sldChg>
      <pc:sldChg chg="addSp delSp modSp new mod ord">
        <pc:chgData name="Tony TJ Wang (TW)" userId="18033001-5856-41bf-97cd-f021b2ea7695" providerId="ADAL" clId="{86509E4E-F890-43B6-97AB-BA7419744C2D}" dt="2026-08-13T08:14:18.955" v="20" actId="22"/>
        <pc:sldMkLst>
          <pc:docMk/>
          <pc:sldMk cId="2246093613" sldId="4122"/>
        </pc:sldMkLst>
        <pc:picChg chg="add mod">
          <ac:chgData name="Tony TJ Wang (TW)" userId="18033001-5856-41bf-97cd-f021b2ea7695" providerId="ADAL" clId="{86509E4E-F890-43B6-97AB-BA7419744C2D}" dt="2026-08-13T08:12:37.928" v="14" actId="1076"/>
          <ac:picMkLst>
            <pc:docMk/>
            <pc:sldMk cId="2246093613" sldId="4122"/>
            <ac:picMk id="3" creationId="{76B8456D-67EC-335A-05C8-91D0ACFD1628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338497899" sldId="214747161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3385829111" sldId="2147471611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4266216018" sldId="2147471612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1984436587" sldId="2147471618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77337181" sldId="2147471622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089504799" sldId="214747162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1521235129" sldId="2147471626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806025323" sldId="214747162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4250702178" sldId="2147471632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237972989" sldId="2147471633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91331744" sldId="2147471634"/>
        </pc:sldMkLst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119080904" sldId="2147471635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2" creationId="{AAAB61BE-CAA7-BC81-B2A4-1E350EAF62FA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3" creationId="{17D14F5D-29BE-1BDE-AE7C-30F43A7B797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119080904" sldId="2147471635"/>
            <ac:spMk id="4" creationId="{48E04D8A-0D68-C063-D5ED-17DAC77F4BCA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467171543" sldId="2147471636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2" creationId="{C961C7A9-8040-8A66-E380-CDB63F8EC85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3" creationId="{ED1FD4D1-E983-FC7D-989F-B3CD09A45412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467171543" sldId="2147471636"/>
            <ac:spMk id="4" creationId="{5B0659AF-30A6-74C6-3B06-D0F40A8E5A51}"/>
          </ac:spMkLst>
        </pc:spChg>
      </pc:sldChg>
      <pc:sldChg chg="modSp add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3574416562" sldId="2147471637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2" creationId="{EA30E22E-10B1-AE8F-677F-A3BC8AD36FA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3" creationId="{0AC8CD98-B1E4-94FC-E3DE-5F967851D07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3574416562" sldId="2147471637"/>
            <ac:spMk id="4" creationId="{43F0CE76-E751-EDB4-F8D9-45DD6B20AD53}"/>
          </ac:spMkLst>
        </pc:spChg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4132854497" sldId="2147471638"/>
        </pc:sldMkLst>
      </pc:sldChg>
      <pc:sldChg chg="addSp delSp 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2055900988" sldId="2147471642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3" creationId="{3CFAF4F7-DD04-E73B-31AC-AA786DD2A3E7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4" creationId="{1F8AC684-621F-56AE-B411-537B5B509B2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2055900988" sldId="2147471642"/>
            <ac:spMk id="13" creationId="{7E0A3E8B-36B3-3088-6BF4-F751E1A28501}"/>
          </ac:spMkLst>
        </pc:spChg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597535416" sldId="2147471647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785920302" sldId="2147471648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120340878" sldId="2147471649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982551857" sldId="2147471650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2948209876" sldId="2147471651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74290052" sldId="2147471652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79908558" sldId="2147471653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3799494147" sldId="2147471654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884221787" sldId="2147471655"/>
        </pc:sldMkLst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2935639352" sldId="2147471656"/>
        </pc:sldMkLst>
      </pc:sldChg>
      <pc:sldChg chg="add ord">
        <pc:chgData name="Tony TJ Wang (TW)" userId="18033001-5856-41bf-97cd-f021b2ea7695" providerId="ADAL" clId="{86509E4E-F890-43B6-97AB-BA7419744C2D}" dt="2026-08-26T07:18:53.925" v="287"/>
        <pc:sldMkLst>
          <pc:docMk/>
          <pc:sldMk cId="1447439805" sldId="2147471657"/>
        </pc:sldMkLst>
      </pc:sldChg>
      <pc:sldChg chg="add ord">
        <pc:chgData name="Tony TJ Wang (TW)" userId="18033001-5856-41bf-97cd-f021b2ea7695" providerId="ADAL" clId="{86509E4E-F890-43B6-97AB-BA7419744C2D}" dt="2026-08-26T07:24:04.996" v="302"/>
        <pc:sldMkLst>
          <pc:docMk/>
          <pc:sldMk cId="4008478433" sldId="2147471664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149247235" sldId="2147471665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1885898768" sldId="2147471666"/>
        </pc:sldMkLst>
      </pc:sldChg>
      <pc:sldChg chg="add del">
        <pc:chgData name="Tony TJ Wang (TW)" userId="18033001-5856-41bf-97cd-f021b2ea7695" providerId="ADAL" clId="{86509E4E-F890-43B6-97AB-BA7419744C2D}" dt="2026-08-26T07:24:54.747" v="310"/>
        <pc:sldMkLst>
          <pc:docMk/>
          <pc:sldMk cId="3086659854" sldId="2147471667"/>
        </pc:sldMkLst>
      </pc:sldChg>
      <pc:sldChg chg="add ord">
        <pc:chgData name="Tony TJ Wang (TW)" userId="18033001-5856-41bf-97cd-f021b2ea7695" providerId="ADAL" clId="{86509E4E-F890-43B6-97AB-BA7419744C2D}" dt="2026-08-26T07:25:11.809" v="313"/>
        <pc:sldMkLst>
          <pc:docMk/>
          <pc:sldMk cId="3071817210" sldId="2147471671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2330717037" sldId="2147471672"/>
        </pc:sldMkLst>
      </pc:sldChg>
      <pc:sldChg chg="add ord">
        <pc:chgData name="Tony TJ Wang (TW)" userId="18033001-5856-41bf-97cd-f021b2ea7695" providerId="ADAL" clId="{86509E4E-F890-43B6-97AB-BA7419744C2D}" dt="2026-08-26T07:25:32.066" v="316"/>
        <pc:sldMkLst>
          <pc:docMk/>
          <pc:sldMk cId="800678970" sldId="2147471673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4004244919" sldId="2147471689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520692316" sldId="2147471690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2250428090" sldId="2147471694"/>
        </pc:sldMkLst>
      </pc:sldChg>
      <pc:sldChg chg="add">
        <pc:chgData name="Tony TJ Wang (TW)" userId="18033001-5856-41bf-97cd-f021b2ea7695" providerId="ADAL" clId="{86509E4E-F890-43B6-97AB-BA7419744C2D}" dt="2026-08-26T07:26:09.183" v="319"/>
        <pc:sldMkLst>
          <pc:docMk/>
          <pc:sldMk cId="3429173059" sldId="2147471695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556327753" sldId="2147471697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2966213305" sldId="2147471698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3311238796" sldId="2147471703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18129924" sldId="2147471704"/>
        </pc:sldMkLst>
      </pc:sldChg>
      <pc:sldChg chg="add">
        <pc:chgData name="Tony TJ Wang (TW)" userId="18033001-5856-41bf-97cd-f021b2ea7695" providerId="ADAL" clId="{86509E4E-F890-43B6-97AB-BA7419744C2D}" dt="2026-08-26T07:25:46.812" v="317"/>
        <pc:sldMkLst>
          <pc:docMk/>
          <pc:sldMk cId="1224167629" sldId="2147471705"/>
        </pc:sldMkLst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554073569" sldId="2147471722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554073569" sldId="2147471722"/>
            <ac:spMk id="14" creationId="{3BD44A5F-D0AA-BF1E-6829-92E7E607B553}"/>
          </ac:spMkLst>
        </pc:spChg>
      </pc:sldChg>
      <pc:sldChg chg="modSp add del mod">
        <pc:chgData name="Tony TJ Wang (TW)" userId="18033001-5856-41bf-97cd-f021b2ea7695" providerId="ADAL" clId="{86509E4E-F890-43B6-97AB-BA7419744C2D}" dt="2026-08-26T07:21:00.545" v="299"/>
        <pc:sldMkLst>
          <pc:docMk/>
          <pc:sldMk cId="3929345242" sldId="2147471723"/>
        </pc:sldMkLst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7" creationId="{A63A297D-2F35-7812-303A-16AD896A5B3A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1" creationId="{00C68E4D-21AB-08CD-419F-8429E0F0DB56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2" creationId="{E9BB387C-D24E-5C83-0468-18A25461E280}"/>
          </ac:spMkLst>
        </pc:spChg>
        <pc:spChg chg="mod">
          <ac:chgData name="Tony TJ Wang (TW)" userId="18033001-5856-41bf-97cd-f021b2ea7695" providerId="ADAL" clId="{86509E4E-F890-43B6-97AB-BA7419744C2D}" dt="2026-08-26T07:20:53.899" v="298"/>
          <ac:spMkLst>
            <pc:docMk/>
            <pc:sldMk cId="3929345242" sldId="2147471723"/>
            <ac:spMk id="83" creationId="{C772BD97-777E-8670-8416-8547A807F60F}"/>
          </ac:spMkLst>
        </pc:spChg>
      </pc:sldChg>
      <pc:sldChg chg="add">
        <pc:chgData name="Tony TJ Wang (TW)" userId="18033001-5856-41bf-97cd-f021b2ea7695" providerId="ADAL" clId="{86509E4E-F890-43B6-97AB-BA7419744C2D}" dt="2026-08-26T07:28:41.008" v="324"/>
        <pc:sldMkLst>
          <pc:docMk/>
          <pc:sldMk cId="17382343" sldId="2147471724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1821783111" sldId="2147471725"/>
        </pc:sldMkLst>
      </pc:sldChg>
      <pc:sldChg chg="add">
        <pc:chgData name="Tony TJ Wang (TW)" userId="18033001-5856-41bf-97cd-f021b2ea7695" providerId="ADAL" clId="{86509E4E-F890-43B6-97AB-BA7419744C2D}" dt="2026-08-26T07:31:13.567" v="328"/>
        <pc:sldMkLst>
          <pc:docMk/>
          <pc:sldMk cId="32533317" sldId="2147471726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2676554576" sldId="2147471727"/>
        </pc:sldMkLst>
      </pc:sldChg>
      <pc:sldChg chg="add ord">
        <pc:chgData name="Tony TJ Wang (TW)" userId="18033001-5856-41bf-97cd-f021b2ea7695" providerId="ADAL" clId="{86509E4E-F890-43B6-97AB-BA7419744C2D}" dt="2026-08-26T07:37:31.476" v="352"/>
        <pc:sldMkLst>
          <pc:docMk/>
          <pc:sldMk cId="3986693228" sldId="2147471728"/>
        </pc:sldMkLst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42471186" sldId="2147471729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2" creationId="{581566A1-460A-B6C8-7897-25EBDE7DA346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3" creationId="{AE48430D-5555-2028-9FEB-4564DF5DCC45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42471186" sldId="2147471729"/>
            <ac:spMk id="6" creationId="{F7F50117-E101-A398-85D0-5678B16A31D8}"/>
          </ac:spMkLst>
        </pc:spChg>
      </pc:sldChg>
      <pc:sldChg chg="modSp add mod or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216800107" sldId="2147471730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3" creationId="{094D05D2-F793-ECE9-3DE3-ECAC4E0FB80E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6" creationId="{816C4870-D1A1-9A10-A8ED-313BEFC96E11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216800107" sldId="2147471730"/>
            <ac:spMk id="7" creationId="{C45343BF-FFF9-675A-6730-32F05149995A}"/>
          </ac:spMkLst>
        </pc:spChg>
      </pc:sldChg>
      <pc:sldChg chg="addSp delSp modSp add del mod modClrScheme chgLayout">
        <pc:chgData name="Tony TJ Wang (TW)" userId="18033001-5856-41bf-97cd-f021b2ea7695" providerId="ADAL" clId="{86509E4E-F890-43B6-97AB-BA7419744C2D}" dt="2026-08-28T08:56:32.543" v="594"/>
        <pc:sldMkLst>
          <pc:docMk/>
          <pc:sldMk cId="1812243640" sldId="2147471758"/>
        </pc:sldMkLst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2" creationId="{3E6E3BE0-C2C0-A042-24DF-086F26D33FBC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3" creationId="{09EF78B3-D5DB-E432-D9FF-6795C54E7044}"/>
          </ac:spMkLst>
        </pc:spChg>
        <pc:spChg chg="mod ord">
          <ac:chgData name="Tony TJ Wang (TW)" userId="18033001-5856-41bf-97cd-f021b2ea7695" providerId="ADAL" clId="{86509E4E-F890-43B6-97AB-BA7419744C2D}" dt="2026-08-28T08:56:32.543" v="594"/>
          <ac:spMkLst>
            <pc:docMk/>
            <pc:sldMk cId="1812243640" sldId="2147471758"/>
            <ac:spMk id="4" creationId="{9D55DBD4-9962-EEBB-075E-1B36BC34A2AE}"/>
          </ac:spMkLst>
        </pc:spChg>
        <pc:picChg chg="add mod">
          <ac:chgData name="Tony TJ Wang (TW)" userId="18033001-5856-41bf-97cd-f021b2ea7695" providerId="ADAL" clId="{86509E4E-F890-43B6-97AB-BA7419744C2D}" dt="2026-08-26T07:40:21.548" v="384" actId="1076"/>
          <ac:picMkLst>
            <pc:docMk/>
            <pc:sldMk cId="1812243640" sldId="2147471758"/>
            <ac:picMk id="9" creationId="{0EABAE12-ABF6-8964-8620-D2FFB418A2D6}"/>
          </ac:picMkLst>
        </pc:picChg>
        <pc:picChg chg="add mod">
          <ac:chgData name="Tony TJ Wang (TW)" userId="18033001-5856-41bf-97cd-f021b2ea7695" providerId="ADAL" clId="{86509E4E-F890-43B6-97AB-BA7419744C2D}" dt="2026-08-26T07:40:26.519" v="387" actId="1076"/>
          <ac:picMkLst>
            <pc:docMk/>
            <pc:sldMk cId="1812243640" sldId="2147471758"/>
            <ac:picMk id="11" creationId="{A2D57C02-2453-5D13-1ACE-C5C0E1D082D1}"/>
          </ac:picMkLst>
        </pc:picChg>
      </pc:sldChg>
      <pc:sldChg chg="add ord setBg">
        <pc:chgData name="Tony TJ Wang (TW)" userId="18033001-5856-41bf-97cd-f021b2ea7695" providerId="ADAL" clId="{86509E4E-F890-43B6-97AB-BA7419744C2D}" dt="2026-08-26T07:18:53.925" v="287"/>
        <pc:sldMkLst>
          <pc:docMk/>
          <pc:sldMk cId="1842812038" sldId="2147471765"/>
        </pc:sldMkLst>
      </pc:sldChg>
      <pc:sldChg chg="ord">
        <pc:chgData name="Tony TJ Wang (TW)" userId="18033001-5856-41bf-97cd-f021b2ea7695" providerId="ADAL" clId="{86509E4E-F890-43B6-97AB-BA7419744C2D}" dt="2026-08-26T07:36:28.665" v="347"/>
        <pc:sldMkLst>
          <pc:docMk/>
          <pc:sldMk cId="215186150" sldId="2147471831"/>
        </pc:sldMkLst>
      </pc:sldChg>
      <pc:sldChg chg="delSp mod ord modNotesTx">
        <pc:chgData name="Tony TJ Wang (TW)" userId="18033001-5856-41bf-97cd-f021b2ea7695" providerId="ADAL" clId="{86509E4E-F890-43B6-97AB-BA7419744C2D}" dt="2026-08-26T07:16:10.085" v="280" actId="20577"/>
        <pc:sldMkLst>
          <pc:docMk/>
          <pc:sldMk cId="3693095151" sldId="2147483644"/>
        </pc:sldMkLst>
      </pc:sldChg>
      <pc:sldChg chg="ord">
        <pc:chgData name="Tony TJ Wang (TW)" userId="18033001-5856-41bf-97cd-f021b2ea7695" providerId="ADAL" clId="{86509E4E-F890-43B6-97AB-BA7419744C2D}" dt="2026-08-26T07:33:40.478" v="341"/>
        <pc:sldMkLst>
          <pc:docMk/>
          <pc:sldMk cId="1652456660" sldId="2147483645"/>
        </pc:sldMkLst>
      </pc:sldChg>
      <pc:sldChg chg="ord">
        <pc:chgData name="Tony TJ Wang (TW)" userId="18033001-5856-41bf-97cd-f021b2ea7695" providerId="ADAL" clId="{86509E4E-F890-43B6-97AB-BA7419744C2D}" dt="2026-08-26T07:33:16.815" v="337"/>
        <pc:sldMkLst>
          <pc:docMk/>
          <pc:sldMk cId="2351879941" sldId="2147483647"/>
        </pc:sldMkLst>
      </pc:sldChg>
      <pc:sldMasterChg chg="delSldLayout">
        <pc:chgData name="Tony TJ Wang (TW)" userId="18033001-5856-41bf-97cd-f021b2ea7695" providerId="ADAL" clId="{86509E4E-F890-43B6-97AB-BA7419744C2D}" dt="2026-08-26T07:24:47.954" v="307" actId="47"/>
        <pc:sldMasterMkLst>
          <pc:docMk/>
          <pc:sldMasterMk cId="358941851" sldId="2147483752"/>
        </pc:sldMasterMkLst>
      </pc:sldMasterChg>
      <pc:sldMasterChg chg="delSldLayout modSldLayout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3950966955" sldId="2147483916"/>
        </pc:sldMasterMkLst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47413589" sldId="214748398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47413589" sldId="2147483980"/>
              <ac:spMk id="5" creationId="{98AB6ED3-C5F6-877C-DAED-BEF7F30459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89345167" sldId="214748398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3" creationId="{DFD90212-F74C-9DC9-0056-4F5DDF0194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5" creationId="{98AB6ED3-C5F6-877C-DAED-BEF7F30459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89345167" sldId="2147483981"/>
              <ac:spMk id="6" creationId="{5E0745CB-2FF7-A852-6865-A8F426EE120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63929705" sldId="214748398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3" creationId="{75979435-2CA0-F566-8195-3E80CC2D618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63929705" sldId="2147483982"/>
              <ac:spMk id="7" creationId="{3A2C4AA3-8599-3431-5E25-2E68E7DB9FC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11330401" sldId="214748398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11330401" sldId="2147483983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51454211" sldId="214748398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51454211" sldId="2147483984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73329092" sldId="214748398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4" creationId="{83F37CB8-4B0C-85FD-979D-0EFBFDE2A1F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5" creationId="{C8EC9C41-CB60-9C3F-4A21-4DCCF3B440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73329092" sldId="2147483985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32537693" sldId="214748398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6" creationId="{8A3789D3-8936-6361-B279-04482E5DA0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32537693" sldId="2147483986"/>
              <ac:spMk id="7" creationId="{D2CF944E-CA0D-78C4-2738-7FF65A3C61D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6376902" sldId="214748398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5" creationId="{14843C2F-D12F-B2E4-1020-42BB1F404EE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6" creationId="{78D8C702-FC4B-D3F7-8D51-D2B3DFBA1C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6376902" sldId="2147483987"/>
              <ac:spMk id="8" creationId="{2074E594-75BC-BB21-5CB5-2ECACC5760F1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2331590" sldId="214748398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2" creationId="{B4539E65-4ABC-F7FC-FCE0-B29255497D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3" creationId="{B2BDD4AC-270A-4483-7315-655B46AA98C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4" creationId="{50A2C7B7-9D29-E058-E1D5-11CACA1525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7" creationId="{F14AAF1B-63A7-87FB-CF3E-274298F4B36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8" creationId="{06EDDF0F-F4F8-2669-FD63-410B84DD24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0" creationId="{8BF9F556-4510-F7DD-B333-C401D75BD7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2331590" sldId="2147483988"/>
              <ac:spMk id="16" creationId="{AFBC73D5-BBD4-6DEA-ABD4-C7C99DE36B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87811106" sldId="214748398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5" creationId="{7518CD4E-B949-EF88-4945-7E36C001572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87811106" sldId="2147483989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220726195" sldId="214748399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20726195" sldId="2147483990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76535555" sldId="214748399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76535555" sldId="2147483991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25261477" sldId="214748399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2" creationId="{3BE7552A-3D06-4BDA-8BCC-BB2CCD97B45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6" creationId="{14885F81-E071-1548-5442-718A5D2785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25261477" sldId="2147483992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604783140" sldId="214748399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3" creationId="{9D3BCDA1-5DA8-C359-F2B1-BC10C80366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4" creationId="{9E03C5ED-E0DF-61C8-7A95-440C9FF7F1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6" creationId="{E38019E0-279D-A4EC-36F3-E0B1A717FCF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7" creationId="{B8872EE6-00EE-7E3B-FF0A-4031AD0A1F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604783140" sldId="2147483993"/>
              <ac:spMk id="8" creationId="{239A05D4-BAD9-49A7-3229-41686BA7F45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92594306" sldId="214748399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3" creationId="{65C0038A-3A68-0DB9-64FC-6F889D75D3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6" creationId="{97BC8435-1364-314D-C920-74E9DEDB1E4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92594306" sldId="2147483994"/>
              <ac:spMk id="7" creationId="{D73A66C0-F670-A68E-E8AB-864BA888682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0198183" sldId="214748399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4" creationId="{EE189DEE-6989-9A74-BDE8-CA73B91086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7" creationId="{6DE5500C-FE6E-579B-63C3-09F6ADCF90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0198183" sldId="2147483995"/>
              <ac:spMk id="8" creationId="{DD78BEAF-F2F8-DC26-B864-8F818213806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079323" sldId="214748399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3" creationId="{8D3D9662-5F2D-57D9-7407-78275144A6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6" creationId="{CE0852A2-F289-0299-38DA-54988A9CF4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7" creationId="{D73A66C0-F670-A68E-E8AB-864BA88868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079323" sldId="2147483996"/>
              <ac:spMk id="8" creationId="{417BEBC1-805D-DD3E-7FB7-E733D35B8E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8924780" sldId="214748399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2" creationId="{18D36A14-ADD8-5266-1DE1-0BDFE2DFE3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3" creationId="{0EEDD237-2AD5-3154-E113-01E98DC0986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8" creationId="{C3079065-EEA7-BD3F-374F-2BD4FA17413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3" creationId="{D9EB10B1-191A-630B-CAE5-F7CB250CA41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8924780" sldId="2147483997"/>
              <ac:spMk id="16" creationId="{FB735FB7-5411-F2F1-D974-F773B1B8360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1254178586" sldId="214748399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8" creationId="{09A13E53-F775-A736-E17E-0D3BA9C73A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254178586" sldId="2147483998"/>
              <ac:spMk id="10" creationId="{8379B048-01BA-296A-05B7-D40EDFD3726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26260199" sldId="214748399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5" creationId="{51C9977E-07C7-6A42-E691-FD4699CEC98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7" creationId="{090265C7-5AAC-0489-DEB2-CECC63DAC28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26260199" sldId="2147483999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041626689" sldId="214748400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4" creationId="{A5CBFC34-8CB2-CC41-3972-5FC87B9BDC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7" creationId="{9F37A09F-4048-050A-FDB3-83EC9C3725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041626689" sldId="2147484000"/>
              <ac:spMk id="8" creationId="{E24C1953-6774-4962-D21C-79F931E8AF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519284577" sldId="214748400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3" creationId="{FB51044C-932D-8FC3-B3AB-1F32819D3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4" creationId="{81241698-5CD8-C604-8076-E2C7174471A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5" creationId="{A24DD9E3-0BCC-FF96-2B5A-1C600C721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6" creationId="{09364D4B-08FC-0F72-14EE-FFE49CBE3E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8" creationId="{37630663-0430-1D7C-EBF0-D28C79961CF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519284577" sldId="2147484001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10666384" sldId="214748400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3" creationId="{DF56AB70-B001-F407-DDA0-8274B08150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5" creationId="{BFFD3C8C-DE95-11CF-E112-F1CDEBBBAF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7" creationId="{BB0E27A5-BC84-EBC4-82C5-E8CF838E43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10666384" sldId="2147484002"/>
              <ac:spMk id="11" creationId="{0161467A-7063-86D7-24E8-072DC8FE58E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276174915" sldId="214748400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3" creationId="{60C2534F-0DED-9179-1BA0-BA7BBA63E4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5" creationId="{C21211E5-4A9D-2EA5-349A-BFEBB51D88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1" creationId="{0161467A-7063-86D7-24E8-072DC8FE58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76174915" sldId="2147484003"/>
              <ac:spMk id="12" creationId="{F42546D2-619E-D256-A62A-62019DAA477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68187545" sldId="214748400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2" creationId="{E62847D5-ADA8-3259-2549-281D1A6D552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3" creationId="{91E3B5C0-2252-2AC3-B6AC-A233A36FBD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5" creationId="{3634351F-B70F-FAD9-F7BB-519E4552F5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6" creationId="{CA843832-4448-8151-AB96-D139EF4338B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7" creationId="{51EE832E-3DC6-D6FD-08F2-B144435DFC4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8" creationId="{AF6631A4-F894-4AFF-B75F-0AABD9BAEA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9" creationId="{BF7E05F9-3B71-A92F-C27D-3EA7295545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0" creationId="{5436620D-30A8-EA32-EBA9-0FB0D98A3A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3" creationId="{FCDEC8E4-3556-9DFF-F8E0-3E599203F3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68187545" sldId="2147484004"/>
              <ac:spMk id="14" creationId="{08EEADAB-1623-2FF8-2487-6AA4F7EC3587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64438517" sldId="214748400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5" creationId="{A03E9A5D-D94B-2C14-C57F-8CEEA73EB9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9" creationId="{489906B8-D3A9-4BCE-6015-ACFE378C72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0" creationId="{FE0E6B83-F5A0-569B-4BAB-B7F61D7D08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64438517" sldId="2147484005"/>
              <ac:spMk id="11" creationId="{46DFEB0B-173F-2B4F-16A8-263FCC6CEC2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85248937" sldId="214748400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4" creationId="{B015D90A-43B1-2686-2FB5-24977CABC77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5" creationId="{1C2027B2-3AF9-ACB0-EFBF-E307D2CA34F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7" creationId="{305BD07F-9015-08E7-A1B9-CEE3998C38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8" creationId="{96E79EC7-3C5A-2B86-5F55-4E1518901C1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85248937" sldId="2147484006"/>
              <ac:spMk id="17" creationId="{281D6954-23FD-DBC4-8238-AE64FBE579A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75404505" sldId="214748400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3" creationId="{BE946374-FA30-CA90-8DA8-4D3D9C8D95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4" creationId="{E9C1A15D-9D72-ADF5-F762-A0FCDB4299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5" creationId="{F894016E-E9A2-621D-7E7E-4C60EA7D14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7" creationId="{B7BD091D-1A71-D98C-9FBE-055914E89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8" creationId="{6B0989A2-BAE8-DBCB-9B68-2A6A9EEEC5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75404505" sldId="2147484007"/>
              <ac:spMk id="9" creationId="{6B661239-E68D-0808-F96A-FE85956F113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80867760" sldId="214748400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4" creationId="{943EE09F-88BE-B892-E588-CE1A64CF45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7" creationId="{89862BAD-5A88-900F-A59B-68B96AB4149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80867760" sldId="2147484008"/>
              <ac:spMk id="8" creationId="{0DA847B6-5ED7-CD22-AC77-BE2F874194B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33767521" sldId="214748400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3" creationId="{6955500F-3808-9CA2-1F44-A6416457143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5" creationId="{97546331-F0CB-B769-2ED0-10C215328D5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6" creationId="{E6F2E23D-BB9F-B34F-EC85-66F73AA73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9" creationId="{7809C51E-8610-C513-8EEC-D5CB091B65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0" creationId="{DFE232A4-E7EE-98E3-AD8F-428E48A336B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33767521" sldId="2147484009"/>
              <ac:spMk id="11" creationId="{A39229A9-9F4B-8863-1C67-62C2859D9BE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540457667" sldId="214748401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3" creationId="{3279AEC2-3D38-AA3C-D9ED-F56066F0252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4" creationId="{2B415381-8D1E-8A6F-693B-DB90EB881D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6" creationId="{1F2E443D-FB19-EC91-F034-92383A4D9EA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8" creationId="{9D560317-BC9E-E5E9-EC4B-BE83B3CA15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0" creationId="{8E8D28FD-FF5F-398A-38AD-0E9B9DE0EC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2" creationId="{E2C8463D-8B6E-9FF2-1B5C-72452E9273E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3" creationId="{39DE996C-A166-458A-310E-FEBC9C52A7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4" creationId="{134591D3-6AC4-CADD-BA45-1311233200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540457667" sldId="2147484010"/>
              <ac:spMk id="16" creationId="{33601CD4-0BCA-521B-0F56-3E84B8C91F7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23573422" sldId="214748401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3" creationId="{E67D3849-C8CD-8658-1466-0AC905A329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5" creationId="{C3E8CA74-2A20-C79E-AB93-415F841BF9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7" creationId="{45FB2FC1-37EA-E80B-8E2C-5BB79F82C54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1" creationId="{F4A2F6DA-84DB-C19E-4C0E-907410D65A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2" creationId="{91E96ECE-0D5F-0C73-B9DA-305E820717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23573422" sldId="2147484011"/>
              <ac:spMk id="13" creationId="{3FB0C79D-C35F-8072-C668-9D9D7A937399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6360593" sldId="214748401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5" creationId="{90658801-9D03-6822-31B7-920A8C4C5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1" creationId="{E8465518-586C-3585-5D66-F8C5F7841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2" creationId="{32A0F579-2C59-6C73-6CB2-7D28A65E2EE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6360593" sldId="2147484012"/>
              <ac:spMk id="13" creationId="{6C860A8A-DDDD-D41D-7D92-718D7B4F0FA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13042700" sldId="214748401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3" creationId="{4BD5BA45-6FFD-0692-0F0F-E110F28E680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4" creationId="{14B2DDC5-30CC-4253-DAE0-02B6367366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5" creationId="{6A0EF6EA-3F57-5496-E0F3-4864ED1104A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6" creationId="{D986D8FF-CF64-064A-9F64-6F1DDA4C97E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7" creationId="{BC4F89F3-153E-1F6B-8CFE-E1D4D68749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13042700" sldId="2147484013"/>
              <ac:spMk id="12" creationId="{32898A4C-932E-23E9-DC30-A54F1747D7D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26993151" sldId="214748401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7" creationId="{AB18F79E-2EEB-FEB6-9FD2-CF00E69E399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0" creationId="{B50CDAE4-0C34-CA3B-8150-C653F96325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1" creationId="{32934F70-692D-5369-94C8-0030A3CD43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2" creationId="{75F0D866-D99D-B922-92B9-43D8C80FC3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26993151" sldId="2147484014"/>
              <ac:spMk id="14" creationId="{28C2AC20-FA64-9BFB-4B6C-CC4DC765CF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75771468" sldId="214748401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3" creationId="{34BACFA0-1865-CA7A-660A-9F840AA5ED5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4" creationId="{35EB01E0-E6A4-D360-2FD4-9B71B2DE0DC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7" creationId="{5AAE7EEF-B347-4D56-A6AE-448368A5BED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9" creationId="{BCCFAC37-C331-299A-576E-FB4D9E873F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0" creationId="{4626FCF7-D9DB-AA92-E09A-63795E0A9BF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1" creationId="{3EAED7B3-1E01-DB3C-A9C0-C02BF6D0CA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2" creationId="{1DF4DD5F-AF74-EA4E-244D-3B8BF6C634D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75771468" sldId="2147484015"/>
              <ac:spMk id="13" creationId="{663492E0-8524-F0F0-654F-078445BB721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1893358" sldId="214748401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3" creationId="{FDAB432F-854F-42B3-F530-13E74D7AAA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5" creationId="{357B41B5-877C-16C0-86C3-0049A6AEFD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6" creationId="{3B9F6906-FD55-4ECF-BC68-21EDA9D4716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7" creationId="{AF5BE851-36FB-AE1C-238B-97C05E05B1A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8" creationId="{C3EBFD86-34DE-5EF4-510C-8C6F417E64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1893358" sldId="2147484016"/>
              <ac:spMk id="9" creationId="{87ADAD20-05B4-05C7-E934-6F9C1436EB7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856306695" sldId="214748401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3" creationId="{15B11690-3DC6-7B4C-5196-E388A51146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7" creationId="{DF7CA4CE-E47A-514D-5828-6AA4EAEAA5D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9" creationId="{408A6C4D-3F5E-1CC8-64FD-F01177BD1E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0" creationId="{BE81782A-2131-81EC-B274-273228A022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1" creationId="{1C7B2FA3-BB01-C042-C3E2-CE1E30B4DC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2" creationId="{5817751D-AEF1-E60E-A99F-8E78DF21FF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856306695" sldId="2147484017"/>
              <ac:spMk id="14" creationId="{AC495E7E-4FB5-532A-2A69-899751FD4B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69354394" sldId="214748401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5" creationId="{7A4C48D2-B18D-75C7-0C7E-1D9DB13960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6" creationId="{D9EBCD51-8DA2-A863-38B9-4D39E92CBCD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7" creationId="{EDE25965-5FF0-06E1-006B-1D9AEC33DC6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1" creationId="{F248317B-0C78-D1D7-C7AA-97B940FCDF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3" creationId="{9E1EEBC7-B3D2-0C33-A1E4-86D938D57B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4" creationId="{DE61D85C-E065-C899-A314-61A9747899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6" creationId="{2AC1B240-8DE4-93F4-7F67-7A0D12BFCB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69354394" sldId="2147484018"/>
              <ac:spMk id="17" creationId="{26AF7A0A-28F9-E71C-DA0E-449F854A8D7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36100002" sldId="214748401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3" creationId="{9C3E4A20-48E1-6B96-207C-2A01DD8E9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9" creationId="{404392E8-8FC9-D8AC-538E-69F5A15C16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0" creationId="{E1769020-22C9-8DED-D532-40F11F2D33C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1" creationId="{5F5E5E69-4FFF-DFC2-659C-7E55787A02F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2" creationId="{FEE2C3B1-D32B-2DC8-8154-D81D14148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3" creationId="{E4143737-9FAE-4BEB-0906-D059D53A4E5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4" creationId="{5FAA5E52-06C6-50C6-842F-09B2897EBA2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5" creationId="{BE4E3AAB-764D-686D-74DE-DD6CA156031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8" creationId="{E50EC622-9E3E-7826-5B6E-3F05131728C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36100002" sldId="2147484019"/>
              <ac:spMk id="19" creationId="{87CC549C-7C7A-4C05-D6A7-8187C41504D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93728460" sldId="214748402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3" creationId="{15361E65-8489-022E-9A46-0B36035A11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5" creationId="{6F60ED92-61BC-58F9-6255-C99E6BFB73B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6" creationId="{4903BE73-FFB9-9122-4626-1B97EB913FE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8" creationId="{A4F26F45-080E-2E94-7AE8-D48A53D6BB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1" creationId="{42EA7D05-D7C0-FDE4-0EBC-5FC872946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4" creationId="{73B30585-2E0B-0145-792D-87F4CBF909B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7" creationId="{CF1ADCBF-761E-4BC8-95AF-5ED8A304B9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93728460" sldId="2147484020"/>
              <ac:spMk id="18" creationId="{FD1333CB-59A1-E4BE-4739-1CA1A660FB0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24589199" sldId="214748402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0" creationId="{B1E147C2-A10D-59C4-CC48-6D69F1DA61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1" creationId="{A86AE55E-C7BC-EC71-C728-F72A80B86C8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2" creationId="{F55CDC6F-9090-45B3-C7DF-1D1A5E390D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3" creationId="{CB40FF7B-D30A-160F-9C8B-1003AE57EE9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4" creationId="{97083C73-43EE-6C29-DF37-8BDBD14592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5" creationId="{FAAF6896-CE8D-11B6-CDB6-B5581B467D8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24589199" sldId="2147484021"/>
              <ac:spMk id="19" creationId="{EE952CC9-7B70-01FB-582B-30F68D4C37F3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21476042" sldId="214748402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2" creationId="{F7150835-224A-C855-A540-11B95474A7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3" creationId="{9FC01FB3-8B1A-6F97-AB07-F4AF0F675F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4" creationId="{1C018B1A-B52B-AC9A-63B1-F00217B38E4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5" creationId="{2E9AFACD-CF24-6CBE-B881-BC672575304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0" creationId="{83A6C828-337E-DF3F-E796-CD513517E4D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1" creationId="{5039018F-04C9-76F6-FBBC-358D2F0A10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2" creationId="{F0641CF8-17DD-D58B-57D0-93029446040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3" creationId="{F8C87661-3C9C-724E-425D-6BFB684FAA5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4" creationId="{C1CA5D93-F653-F2C0-8751-8A90F765D49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21476042" sldId="2147484022"/>
              <ac:spMk id="15" creationId="{59DA2641-90BA-C589-4AC5-93DB0472E74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47986740" sldId="214748402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3" creationId="{7953C0A1-993D-3C98-C331-16749B76A8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5" creationId="{15441E1C-321B-0C48-3C86-6A2676A09A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7" creationId="{1BE33546-5281-3759-9C24-7C92D3AB81E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8" creationId="{CD8F01FB-26C3-D412-CD60-13931D0A16A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0" creationId="{52D6BCE3-5DC0-F54B-0BF2-1E8CB838F9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2" creationId="{3544A30F-D4EB-D59A-37AC-6229A950B4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3" creationId="{CC17F671-8B9C-F9FE-AEDA-9A8FBDDADA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4" creationId="{ECE30FE5-2A66-1ECD-730E-80C2B769357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5" creationId="{067701D3-6751-E230-8414-4D83FACD190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47986740" sldId="2147484023"/>
              <ac:spMk id="17" creationId="{9919F7E4-902E-17BD-9A23-BEC353B5408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55202269" sldId="214748402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5" creationId="{CA070464-B6E7-0612-AE11-56A546D97B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7" creationId="{D2B9EA5E-E423-D219-6037-CCB61AE3B50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55202269" sldId="2147484024"/>
              <ac:spMk id="8" creationId="{C901CE32-26BB-268E-2590-66DB5ADDFD9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944750512" sldId="214748402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4" creationId="{D4716BEF-8A35-16AB-2612-D5ADC74B28F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7" creationId="{AE32291E-24B4-2FB8-4B35-A439686DB95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8" creationId="{61A378F0-4CD0-C4E0-D2F7-5959B577E15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944750512" sldId="2147484025"/>
              <ac:spMk id="9" creationId="{60655EE7-5FC0-8DDF-88F0-21ECCBD7D31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92330433" sldId="214748402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3" creationId="{0617E1E3-DEC2-78E7-9998-E4FF637CE3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7" creationId="{7DFE5ED4-420E-CADB-A68A-A7D42128079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8" creationId="{961284F9-299F-5762-4D10-4246CB963F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9" creationId="{F7339CEB-91F9-B7FD-86D6-A4C114DA300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3" creationId="{743AD5A7-567D-9EC7-BECB-71D2480F249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92330433" sldId="2147484026"/>
              <ac:spMk id="17" creationId="{0D1BEFAC-D99F-7020-6110-CD8460311AF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892095817" sldId="214748402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3" creationId="{420F89DA-180E-8B5A-DBF0-E46D4BE19FF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5" creationId="{94CDF16A-3F0F-40AD-25BD-32F2F4A17D0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7" creationId="{E1340CD9-3B8A-B030-B8FC-EAD510678C8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892095817" sldId="2147484027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85228471" sldId="214748402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3" creationId="{746CDA39-33E4-3C95-FE9D-6263CE3649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5" creationId="{A3CBD27D-46ED-F893-79F1-23481FEA9E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7" creationId="{8206B60F-A556-76A5-2FBC-4C736F4B16C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85228471" sldId="2147484028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435470971" sldId="214748402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3" creationId="{B31972B4-0D39-C3FB-E17F-DC8EC7D118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5" creationId="{51A77249-98B8-FACA-4ACE-60FB5325B0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7" creationId="{3427FF8A-B4F7-3F6B-6AC3-2F7EC1DCAAD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435470971" sldId="2147484029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78859763" sldId="214748403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3" creationId="{F2C136D6-EB53-8EAB-067D-F21D72B54E2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4" creationId="{748F1255-B234-8F3E-2E95-66C55731FF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8" creationId="{694593D8-AEB6-3CA5-7E3B-6BA6D552DB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9" creationId="{C1E67C1D-7D69-01C7-F212-8FD6EC41D5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78859763" sldId="2147484030"/>
              <ac:spMk id="16" creationId="{FCE2EE15-D090-23D5-91E1-84A48D697B3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40448089" sldId="214748403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3" creationId="{CAF96854-0B82-0332-CB0D-B653A0471D6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4" creationId="{629E8A37-B7AE-34F5-AC2C-2C3307E4530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5" creationId="{83E901E5-0C0F-02C2-6E8B-66E81BE06A9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40448089" sldId="2147484031"/>
              <ac:spMk id="10" creationId="{BD055151-7117-866F-6824-F774A7F56F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6205060" sldId="214748403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3" creationId="{20FA2383-F769-2E5D-64C9-71C8F2AC634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4" creationId="{4619E784-11F4-A104-BB77-5E8F8D397AE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5" creationId="{BF37CFFA-3D80-3409-C50E-D2A382F261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7" creationId="{01119A16-4429-1C3B-93F5-9356F9F7EC6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6205060" sldId="2147484032"/>
              <ac:spMk id="8" creationId="{AEA67855-93A6-BD43-750C-42D579FD028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4615349" sldId="214748403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3" creationId="{460FE9E2-DC3E-0EAB-DFB7-B3E4A12323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4" creationId="{665F8295-3C5A-A1AE-F43F-1FA6D8B2F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5" creationId="{30A1C61F-1977-8EC5-355B-66B6908EB5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8" creationId="{AEA67855-93A6-BD43-750C-42D579FD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4615349" sldId="2147484033"/>
              <ac:spMk id="10" creationId="{C8FF515D-AF08-494F-FFD1-C5F2FEFB42C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9990551" sldId="214748403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4" creationId="{DBB20E5E-A5D8-1921-9B3B-F7258AF1BEC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7" creationId="{9B293083-8587-219C-C524-D809D6A866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9990551" sldId="2147484034"/>
              <ac:spMk id="9" creationId="{5AC9A00F-F989-8AFC-7652-904E0B2E41F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140662361" sldId="214748403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2" creationId="{3D01A1D7-A824-48A0-3E0C-4A7C86CA63A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3" creationId="{226E3B15-3502-F478-0302-DCABA0B41AD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4" creationId="{BE8A4846-D27E-80FC-9B7E-3CE63CD42E9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7" creationId="{D88750FF-80B0-EEE6-F89F-A76248A4F83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8" creationId="{6949215D-624C-7D6A-5688-62477C18FAD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140662361" sldId="2147484035"/>
              <ac:spMk id="9" creationId="{5E9F5B4A-B723-2879-D7EE-D016027E28B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89000832" sldId="214748403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3" creationId="{77299292-477B-B167-FA09-34ABA37250D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4" creationId="{33096CD5-F472-2FF7-8821-A2FC9AB7EE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5" creationId="{6D1E7B3D-67E9-63CB-5191-3A7FBCE6F8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7" creationId="{0A56C71D-1695-AE64-7C05-4DD0750A3DD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8" creationId="{3EB5F658-B8CE-7FB5-990E-79F690D1E1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9" creationId="{1EABDFC4-9BD0-55BC-2846-2FA45EAB535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13" creationId="{099A4469-274E-EB1F-F85D-D95E959AA14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0" creationId="{750FAC0A-93E6-9A08-7990-0346002AB7C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1" creationId="{C66DD72C-97BB-14F2-361C-2441F75A43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89000832" sldId="2147484036"/>
              <ac:spMk id="22" creationId="{D806524E-A06F-7FE8-9CD5-2244991C1E3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55840572" sldId="214748403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3" creationId="{56F6B0ED-8AF6-B2AA-E6DF-421FC9028A7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4" creationId="{505126B4-5061-ACE1-29DB-F4E4B930507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6" creationId="{A318CA9E-32E8-938F-0187-CE5990310D1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55840572" sldId="2147484037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169211990" sldId="214748403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3" creationId="{F83831A1-36E4-05EF-6AB7-93A548B9DE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4" creationId="{E2A3DA15-4C69-255A-358A-480458D2DFE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6" creationId="{B39A73BF-92D5-1C5F-A374-82FF2405936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169211990" sldId="2147484038"/>
              <ac:spMk id="7" creationId="{F61931EA-4F62-CD08-4165-33E08640450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31930664" sldId="214748403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0" creationId="{BCA5BD2F-F935-E22A-B6DD-EB0D8C3A47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8" creationId="{2F01FD17-7652-99C0-4EF4-C1ABF553BD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31930664" sldId="2147484039"/>
              <ac:spMk id="24" creationId="{C5905E4E-9C03-893D-2D65-9DF29B1CD2BF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46862171" sldId="214748404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3" creationId="{2DEADD9F-C4DB-21BA-6151-16846D00A1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3" creationId="{DEBB524E-5A84-8775-0998-D7CE79E36D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4" creationId="{0FB583A4-A0D5-B473-CEAF-7EDB869751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46862171" sldId="2147484040"/>
              <ac:spMk id="15" creationId="{FF63D470-D7BD-0CB6-AB02-AD298B18C3E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78240619" sldId="214748404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3" creationId="{B7CEDE5A-24B5-302A-F9C9-38D8A4ED15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8" creationId="{07C7F8D0-E3EF-7617-C2AE-022970D36D3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9" creationId="{850DA203-9211-4FDA-05C5-46A210422A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0" creationId="{1E8B33F3-7C1D-479F-3B92-0DE073C2E4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1" creationId="{11C89EB2-461C-D9DB-DBF2-EA17EA40A6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2" creationId="{ADB98D30-AF89-AE84-76DB-5252AE8FD14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3" creationId="{B4612D97-4010-1226-69CD-B037A384C2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6" creationId="{44F1DDBE-5AF8-4AE5-035D-1455CB11941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7" creationId="{0506503A-B70F-E2C2-7E96-19228D38F73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78240619" sldId="2147484041"/>
              <ac:spMk id="18" creationId="{099901CA-C5DD-EA1C-B029-123F8C580614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64832958" sldId="214748404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4" creationId="{B3172550-E933-8167-0222-DD1326B01A6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64832958" sldId="2147484042"/>
              <ac:spMk id="8" creationId="{40478187-E2B9-385E-A350-C3EAF7AF28E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36006913" sldId="214748404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2" creationId="{51A35449-0894-A02C-8F55-DCFAB1AE42A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8" creationId="{EAA4954E-F516-8DC7-20A3-B649BF25576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9" creationId="{B8FE92CD-7709-9DB8-6AAE-AA80F06744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0" creationId="{A2951703-E32B-EAF8-80B8-BAFE647F1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36006913" sldId="2147484043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659824360" sldId="214748404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2" creationId="{DA84C67F-7F12-B485-C133-367619428FB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3" creationId="{C4995FEB-FD4F-B089-F6E6-2920F4574A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7" creationId="{EB8C9608-59D0-BF46-B719-9598B6A020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659824360" sldId="2147484044"/>
              <ac:spMk id="18" creationId="{83B437C6-3E7C-2B00-379C-58EBBE522843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3209243924" sldId="214748404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2" creationId="{9049CDF5-8A8F-79F6-E93E-E0A712397C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209243924" sldId="2147484045"/>
              <ac:spMk id="6" creationId="{D15FEAD4-DFB9-ED08-EBEE-A4E5DE31E318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12562369" sldId="214748404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4" creationId="{F688FCD4-650D-9754-A431-CE452572FB6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12562369" sldId="2147484046"/>
              <ac:spMk id="5" creationId="{E49962D1-3866-8382-AE37-FC366FF574B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805645843" sldId="214748404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805645843" sldId="2147484047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52709834" sldId="214748404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52709834" sldId="2147484048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037703116" sldId="214748404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037703116" sldId="2147484049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187924719" sldId="214748405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2" creationId="{5AEF2F32-23D2-85EF-3071-5C6939DCE4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5" creationId="{0978934B-5525-9236-62EF-C2B06F0BCC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187924719" sldId="2147484050"/>
              <ac:spMk id="8" creationId="{569CAC8B-F77D-45CC-57A9-E9AE5795949C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564835213" sldId="214748405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4" creationId="{04760CE5-544A-F30C-8082-D31FCC54B7F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564835213" sldId="2147484051"/>
              <ac:spMk id="7" creationId="{B125B3EF-B02C-F8B5-CF3D-C9F9193AA5B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302775034" sldId="214748405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6" creationId="{FD227041-E9DC-98BB-04D1-2512170C5B3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7" creationId="{B46EC276-3627-6ED3-ACC7-6D690C9922B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9" creationId="{0FCB0834-B748-0F65-C02A-23EC83C03DC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0" creationId="{E54573B6-45C7-9732-9BBF-56F180D537C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2" creationId="{EE5F59E5-3BCA-20EA-D3B3-B0654D078B1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302775034" sldId="2147484052"/>
              <ac:spMk id="13" creationId="{DCC591AE-859C-530C-6837-BFB4DC8D4B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001593926" sldId="214748405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3" creationId="{CB190286-B276-0735-9C4A-0DC61C6219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4" creationId="{3A411CC0-34B1-721C-48C1-951AB61EFAD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5" creationId="{EA9401E2-0EFA-96DF-8425-7291F355E20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6" creationId="{DB73B279-0425-58C9-A443-09B373446F8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8" creationId="{76A09CFC-44F1-8A22-B3B7-445685852BA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9" creationId="{2CACCC0E-C26E-1C78-409B-A8BCA62C74C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0" creationId="{BAEBEC96-AF62-8CE5-7B36-0F816681A92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001593926" sldId="2147484053"/>
              <ac:spMk id="11" creationId="{B65C518D-AE96-1571-E3A5-E43E3AFB3140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01841326" sldId="214748405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0" creationId="{97537C81-8D77-5257-7438-91D290209EF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01841326" sldId="2147484054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348469268" sldId="214748405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9" creationId="{B9101461-B876-7D7A-B834-0387E08CC08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348469268" sldId="2147484055"/>
              <ac:spMk id="12" creationId="{09220BB3-7853-D956-8C4C-B3FD3887561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626013445" sldId="214748405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2" creationId="{D69F3CA5-5DA4-19BC-80CC-97F86033399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4" creationId="{9475B69A-CAC3-88B9-5B3E-2AF1362EFDB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6" creationId="{07859335-E39D-1388-375F-FAA342F28B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8" creationId="{567C69A2-1E84-3664-3630-A99E3EFC57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9" creationId="{68638270-30F0-9936-C8A6-BAB685488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0" creationId="{D3DF84AC-B16C-674A-06A0-5BECA0C9A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3" creationId="{3F004F4B-1B56-27E3-B963-18B1CAE0CC0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7" creationId="{CD839F68-5525-1FC6-7F47-6058F961EBE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626013445" sldId="2147484056"/>
              <ac:spMk id="19" creationId="{AEC3DEC0-C14C-0D3D-E77D-C65F7FA1089D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768180181" sldId="214748405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3" creationId="{19FAEB4F-DBB7-31DF-438C-7C91DAD4D93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0" creationId="{ED98C7A9-0033-A08C-5C2C-6910B5E66D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1" creationId="{CCD0D2FD-01B8-FE51-DDAB-0CD8DD4EC5C1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2" creationId="{09220BB3-7853-D956-8C4C-B3FD3887561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3" creationId="{53D0DB1F-A6EA-AECF-A117-E753C44395E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768180181" sldId="2147484057"/>
              <ac:spMk id="14" creationId="{24AE2FE3-6FA3-4900-16ED-D0812C6C0D0E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460688216" sldId="2147484058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5" creationId="{D7563439-724C-2457-DE6C-1D6DFEC7B42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9" creationId="{FB0240B5-53DE-E0D1-1D5B-AFBA09737C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5" creationId="{9183E717-A409-A034-5344-1947E3F9836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6" creationId="{25C242D0-2328-C358-F50B-AFCBA027902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7" creationId="{491F5A2B-72AD-5B1E-1630-FEB88892F6B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460688216" sldId="2147484058"/>
              <ac:spMk id="19" creationId="{72F79ED0-1F83-0104-4637-7DB4EA70741A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939735079" sldId="2147484059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2" creationId="{5307EEEF-16DC-51E8-05EA-1F6E66B8AB3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3" creationId="{1CE233FD-F166-12B7-E028-644C10A7A4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5" creationId="{BE205ACB-F0DD-E11C-8562-1A67F4F828C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6" creationId="{62EEDF93-D482-938D-D6D4-B8B66CA7643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8" creationId="{6D9BE817-73F1-BA98-D196-7E3B7737E8E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9" creationId="{AA220CD4-7D0B-916C-42A1-97C04399E70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5" creationId="{32429DBE-FCD7-24A1-1559-A263A915F0E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6" creationId="{65A86A6E-D0EF-949C-8C67-0573A2ABD8E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7" creationId="{B030D65C-F831-C537-C0CD-5D2246DC4DB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939735079" sldId="2147484059"/>
              <ac:spMk id="18" creationId="{37E69513-40FB-5D75-6BE6-82A63FAB8F4B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3799584600" sldId="2147484060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44" creationId="{3B81DD67-9485-2892-F206-E91C7ED5040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0" creationId="{709A4940-D1BB-7013-F2FE-DACDC2AAE6B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51" creationId="{D9A72C90-D9E8-D491-3497-24DB531EE6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0" creationId="{718DD6F0-5DCD-0835-B530-18A8F025BEB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3" creationId="{DD510472-5924-8787-2C9E-08AC89F6299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64" creationId="{93B5743B-317B-CC4D-E4AF-4C26D13928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0" creationId="{8D5DB854-0C4A-401B-87E8-5CAEA904F35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3" creationId="{DE2714AF-4313-7AA1-D7CD-E39C0A1F07D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7" creationId="{92567D26-CC94-BD45-CF55-A29A4E477FF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3799584600" sldId="2147484060"/>
              <ac:spMk id="79" creationId="{9D4D08CE-4663-A5B8-3FEA-01A045F65D3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4063764346" sldId="2147484061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4" creationId="{8DEF9E9E-37B4-DAB9-8C1D-1576E02EB06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5" creationId="{F0A5006C-1C3A-4674-032E-590F9BDB859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6" creationId="{B40D576B-0FB8-2293-FB69-1C5178F9E41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7" creationId="{F61931EA-4F62-CD08-4165-33E086404500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8" creationId="{B20CC769-A58F-89B1-9B4D-4242345AA6F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6" creationId="{8C582E75-9A43-D86C-AB0D-17BB800A571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19" creationId="{DED57F60-7B48-DB96-E422-6BF4821C028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1" creationId="{3EC6947C-841E-3FA9-114B-E3D478A0F9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2" creationId="{4E2EFFE0-4881-5E4A-962D-11FF92C9F8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063764346" sldId="2147484061"/>
              <ac:spMk id="24" creationId="{C5905E4E-9C03-893D-2D65-9DF29B1CD2BF}"/>
            </ac:spMkLst>
          </pc:spChg>
        </pc:sldLayoutChg>
        <pc:sldLayoutChg chg="modSp mod ord">
          <pc:chgData name="Tony TJ Wang (TW)" userId="18033001-5856-41bf-97cd-f021b2ea7695" providerId="ADAL" clId="{86509E4E-F890-43B6-97AB-BA7419744C2D}" dt="2026-08-28T08:56:32.464" v="592"/>
          <pc:sldLayoutMkLst>
            <pc:docMk/>
            <pc:sldMasterMk cId="3950966955" sldId="2147483916"/>
            <pc:sldLayoutMk cId="4226902619" sldId="2147484062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2" creationId="{B2A87585-ED95-8AF2-4595-9E941DC9E8A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3" creationId="{79626A07-2517-5726-4FDD-0AC9D929909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5" creationId="{06046AFA-0660-1D2A-C174-4EABDBEAAA0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6" creationId="{73FDB890-3693-B329-5A7C-C65A3B124F7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4226902619" sldId="2147484062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783506434" sldId="2147484063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2" creationId="{6125A049-51AB-8CE0-1E82-0861CFA1A20A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3" creationId="{370151B8-84D5-0F32-8BA4-AF23D992BD36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5" creationId="{09F1385C-E183-4949-1E52-945BDAAEC82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6" creationId="{DCC47810-5636-CCFE-D491-CAD999BC70C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783506434" sldId="2147484063"/>
              <ac:spMk id="10" creationId="{1E8B33F3-7C1D-479F-3B92-0DE073C2E4F5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2708900" sldId="2147484064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3" creationId="{E6D39F23-E441-3514-2A4F-F9CCA291192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6" creationId="{C4FF4641-ED6B-EA6B-E1D6-5913E5D1C4A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7" creationId="{FE222EB9-6543-2E06-6048-C32D6D58FBC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8" creationId="{738BD24F-B7A9-6A5E-4B91-293E35C9624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9" creationId="{3EA62964-C972-788F-A145-641910913B5F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0" creationId="{12157443-656C-E355-D086-838984BEEC1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5" creationId="{5DB5F46A-D65E-8319-07D3-423E64224A7D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2708900" sldId="2147484064"/>
              <ac:spMk id="16" creationId="{7F220BC4-6918-5D08-690A-5DF19E0F696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476880310" sldId="2147484065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2" creationId="{22E4AAB0-21A6-A5E6-8408-219CAA2653A4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4" creationId="{C70956B3-9491-9C33-FC6E-9462B54246F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1" creationId="{D54FC496-336B-9871-8C69-A6D0113CD123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3" creationId="{2CE54221-5DBA-0D99-431D-6AD1DF6DC08C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4" creationId="{D7CBDAE4-87B4-6E80-BB22-1E1B55D4682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476880310" sldId="2147484065"/>
              <ac:spMk id="15" creationId="{D63D7C9D-0E4E-53F0-D6B2-88D086096256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2139574710" sldId="2147484066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2" creationId="{E87E41F5-DD37-DB45-FC81-6078FAA3574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3" creationId="{4C6EFB28-C390-D7A6-7D24-D312EAB5467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6" creationId="{B0DF1CAE-AD0F-3704-E516-EFF052A2880B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2139574710" sldId="2147484066"/>
              <ac:spMk id="9" creationId="{0FCB0834-B748-0F65-C02A-23EC83C03DC2}"/>
            </ac:spMkLst>
          </pc:spChg>
        </pc:sldLayoutChg>
        <pc:sldLayoutChg chg="modSp del mod ord">
          <pc:chgData name="Tony TJ Wang (TW)" userId="18033001-5856-41bf-97cd-f021b2ea7695" providerId="ADAL" clId="{86509E4E-F890-43B6-97AB-BA7419744C2D}" dt="2026-08-28T08:56:32.496" v="593"/>
          <pc:sldLayoutMkLst>
            <pc:docMk/>
            <pc:sldMasterMk cId="3950966955" sldId="2147483916"/>
            <pc:sldLayoutMk cId="1759736171" sldId="2147484067"/>
          </pc:sldLayoutMkLst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2" creationId="{5ECC09D1-D416-9CC2-AE0F-767B5D629195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3" creationId="{2BA4CE36-EFF2-1254-C89C-04B58ADD5437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4" creationId="{E57B29C1-93EA-1886-CD27-23CE023225D9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6" creationId="{D15FEAD4-DFB9-ED08-EBEE-A4E5DE31E31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7" creationId="{888EBCEF-BA40-9584-6AE5-C7A98252EEB8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8" creationId="{5EF96802-B1ED-64D7-1B0C-B613133475BE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0" creationId="{3278752C-0CAC-0916-7122-97587E9A4F72}"/>
            </ac:spMkLst>
          </pc:spChg>
          <pc:spChg chg="mod">
            <ac:chgData name="Tony TJ Wang (TW)" userId="18033001-5856-41bf-97cd-f021b2ea7695" providerId="ADAL" clId="{86509E4E-F890-43B6-97AB-BA7419744C2D}" dt="2026-08-28T08:56:32.464" v="592"/>
            <ac:spMkLst>
              <pc:docMk/>
              <pc:sldMasterMk cId="3950966955" sldId="2147483916"/>
              <pc:sldLayoutMk cId="1759736171" sldId="2147484067"/>
              <ac:spMk id="11" creationId="{D02DDEC1-56EC-AEEF-00A6-506612D9AEAE}"/>
            </ac:spMkLst>
          </pc:spChg>
        </pc:sldLayoutChg>
      </pc:sldMasterChg>
      <pc:sldMasterChg chg="del sldLayoutOrd">
        <pc:chgData name="Tony TJ Wang (TW)" userId="18033001-5856-41bf-97cd-f021b2ea7695" providerId="ADAL" clId="{86509E4E-F890-43B6-97AB-BA7419744C2D}" dt="2026-08-28T08:56:32.496" v="593"/>
        <pc:sldMasterMkLst>
          <pc:docMk/>
          <pc:sldMasterMk cId="4279153857" sldId="2147483979"/>
        </pc:sldMasterMkLst>
      </pc:sldMasterChg>
    </pc:docChg>
  </pc:docChgLst>
  <pc:docChgLst>
    <pc:chgData name="Charlene Tsai (TW)" userId="68b0f2d0-7915-4c79-b8c7-c12efc493c51" providerId="ADAL" clId="{0A7DE034-796F-4C2D-AE47-9095C649598E}"/>
    <pc:docChg chg="undo custSel addSld delSld modSld sldOrd addSection delSection modSection">
      <pc:chgData name="Charlene Tsai (TW)" userId="68b0f2d0-7915-4c79-b8c7-c12efc493c51" providerId="ADAL" clId="{0A7DE034-796F-4C2D-AE47-9095C649598E}" dt="2026-08-13T08:42:14.023" v="81" actId="207"/>
      <pc:docMkLst>
        <pc:docMk/>
      </pc:docMkLst>
      <pc:sldChg chg="add">
        <pc:chgData name="Charlene Tsai (TW)" userId="68b0f2d0-7915-4c79-b8c7-c12efc493c51" providerId="ADAL" clId="{0A7DE034-796F-4C2D-AE47-9095C649598E}" dt="2026-08-13T08:20:30.789" v="49"/>
        <pc:sldMkLst>
          <pc:docMk/>
          <pc:sldMk cId="1607610444" sldId="25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71000337" sldId="25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236025896" sldId="25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448374888" sldId="26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977424334" sldId="26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625510049" sldId="26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680653814" sldId="263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13310017" sldId="26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57538159" sldId="265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662060182" sldId="266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552041981" sldId="267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283832621" sldId="268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399921275" sldId="26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00775308" sldId="270"/>
        </pc:sldMkLst>
      </pc:sldChg>
      <pc:sldChg chg="modSp add mod">
        <pc:chgData name="Charlene Tsai (TW)" userId="68b0f2d0-7915-4c79-b8c7-c12efc493c51" providerId="ADAL" clId="{0A7DE034-796F-4C2D-AE47-9095C649598E}" dt="2026-08-13T08:42:02.561" v="80" actId="207"/>
        <pc:sldMkLst>
          <pc:docMk/>
          <pc:sldMk cId="272960212" sldId="271"/>
        </pc:sldMkLst>
        <pc:spChg chg="mod">
          <ac:chgData name="Charlene Tsai (TW)" userId="68b0f2d0-7915-4c79-b8c7-c12efc493c51" providerId="ADAL" clId="{0A7DE034-796F-4C2D-AE47-9095C649598E}" dt="2026-08-13T08:42:02.561" v="80" actId="207"/>
          <ac:spMkLst>
            <pc:docMk/>
            <pc:sldMk cId="272960212" sldId="271"/>
            <ac:spMk id="3" creationId="{541DBE09-1AFC-C842-B6EC-B78EC10A12EB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420393673" sldId="272"/>
        </pc:sldMkLst>
      </pc:sldChg>
      <pc:sldChg chg="modSp add">
        <pc:chgData name="Charlene Tsai (TW)" userId="68b0f2d0-7915-4c79-b8c7-c12efc493c51" providerId="ADAL" clId="{0A7DE034-796F-4C2D-AE47-9095C649598E}" dt="2026-08-13T08:42:14.023" v="81" actId="207"/>
        <pc:sldMkLst>
          <pc:docMk/>
          <pc:sldMk cId="1015997899" sldId="273"/>
        </pc:sldMkLst>
        <pc:spChg chg="mod">
          <ac:chgData name="Charlene Tsai (TW)" userId="68b0f2d0-7915-4c79-b8c7-c12efc493c51" providerId="ADAL" clId="{0A7DE034-796F-4C2D-AE47-9095C649598E}" dt="2026-08-13T08:42:14.023" v="81" actId="207"/>
          <ac:spMkLst>
            <pc:docMk/>
            <pc:sldMk cId="1015997899" sldId="273"/>
            <ac:spMk id="9217" creationId="{104A2E4A-87E2-024E-8666-D1692700680D}"/>
          </ac:spMkLst>
        </pc:spChg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1756676771" sldId="27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86133829" sldId="27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627087772" sldId="276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991716889" sldId="277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461893677" sldId="278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26896675" sldId="279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044310491" sldId="280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021729379" sldId="281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822418120" sldId="282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3768249001" sldId="283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894294223" sldId="284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2702774237" sldId="285"/>
        </pc:sldMkLst>
      </pc:sldChg>
      <pc:sldChg chg="add">
        <pc:chgData name="Charlene Tsai (TW)" userId="68b0f2d0-7915-4c79-b8c7-c12efc493c51" providerId="ADAL" clId="{0A7DE034-796F-4C2D-AE47-9095C649598E}" dt="2026-08-13T08:28:59.445" v="61"/>
        <pc:sldMkLst>
          <pc:docMk/>
          <pc:sldMk cId="1429845718" sldId="286"/>
        </pc:sldMkLst>
      </pc:sldChg>
      <pc:sldChg chg="add del">
        <pc:chgData name="Charlene Tsai (TW)" userId="68b0f2d0-7915-4c79-b8c7-c12efc493c51" providerId="ADAL" clId="{0A7DE034-796F-4C2D-AE47-9095C649598E}" dt="2026-08-13T08:38:45.628" v="67"/>
        <pc:sldMkLst>
          <pc:docMk/>
          <pc:sldMk cId="1508368365" sldId="287"/>
        </pc:sldMkLst>
      </pc:sldChg>
      <pc:sldChg chg="add">
        <pc:chgData name="Charlene Tsai (TW)" userId="68b0f2d0-7915-4c79-b8c7-c12efc493c51" providerId="ADAL" clId="{0A7DE034-796F-4C2D-AE47-9095C649598E}" dt="2026-08-13T08:40:08.748" v="73"/>
        <pc:sldMkLst>
          <pc:docMk/>
          <pc:sldMk cId="977793746" sldId="288"/>
        </pc:sldMkLst>
      </pc:sldChg>
      <pc:sldChg chg="add ord">
        <pc:chgData name="Charlene Tsai (TW)" userId="68b0f2d0-7915-4c79-b8c7-c12efc493c51" providerId="ADAL" clId="{0A7DE034-796F-4C2D-AE47-9095C649598E}" dt="2026-08-13T08:40:21.830" v="76"/>
        <pc:sldMkLst>
          <pc:docMk/>
          <pc:sldMk cId="4069544170" sldId="289"/>
        </pc:sldMkLst>
      </pc:sldChg>
      <pc:sldChg chg="add ord">
        <pc:chgData name="Charlene Tsai (TW)" userId="68b0f2d0-7915-4c79-b8c7-c12efc493c51" providerId="ADAL" clId="{0A7DE034-796F-4C2D-AE47-9095C649598E}" dt="2026-08-13T08:39:38.404" v="70"/>
        <pc:sldMkLst>
          <pc:docMk/>
          <pc:sldMk cId="2290726905" sldId="290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1474795709" sldId="291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0" sldId="292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79893034" sldId="293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423802687" sldId="294"/>
        </pc:sldMkLst>
      </pc:sldChg>
      <pc:sldChg chg="add ord">
        <pc:chgData name="Charlene Tsai (TW)" userId="68b0f2d0-7915-4c79-b8c7-c12efc493c51" providerId="ADAL" clId="{0A7DE034-796F-4C2D-AE47-9095C649598E}" dt="2026-08-13T08:41:44.708" v="79"/>
        <pc:sldMkLst>
          <pc:docMk/>
          <pc:sldMk cId="866047460" sldId="295"/>
        </pc:sldMkLst>
      </pc:sldChg>
      <pc:sldChg chg="ord">
        <pc:chgData name="Charlene Tsai (TW)" userId="68b0f2d0-7915-4c79-b8c7-c12efc493c51" providerId="ADAL" clId="{0A7DE034-796F-4C2D-AE47-9095C649598E}" dt="2026-08-13T08:17:43.831" v="32"/>
        <pc:sldMkLst>
          <pc:docMk/>
          <pc:sldMk cId="3708291182" sldId="4121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375783746" sldId="2147471719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3770756490" sldId="2147471720"/>
        </pc:sldMkLst>
      </pc:sldChg>
      <pc:sldChg chg="add">
        <pc:chgData name="Charlene Tsai (TW)" userId="68b0f2d0-7915-4c79-b8c7-c12efc493c51" providerId="ADAL" clId="{0A7DE034-796F-4C2D-AE47-9095C649598E}" dt="2026-08-13T08:26:55.931" v="52"/>
        <pc:sldMkLst>
          <pc:docMk/>
          <pc:sldMk cId="2992608161" sldId="2147471721"/>
        </pc:sldMkLst>
      </pc:sldChg>
      <pc:sldChg chg="add">
        <pc:chgData name="Charlene Tsai (TW)" userId="68b0f2d0-7915-4c79-b8c7-c12efc493c51" providerId="ADAL" clId="{0A7DE034-796F-4C2D-AE47-9095C649598E}" dt="2026-08-13T08:19:26.254" v="44"/>
        <pc:sldMkLst>
          <pc:docMk/>
          <pc:sldMk cId="215186150" sldId="2147471831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1160389668" sldId="2147483632"/>
        </pc:sldMkLst>
      </pc:sldChg>
      <pc:sldChg chg="add">
        <pc:chgData name="Charlene Tsai (TW)" userId="68b0f2d0-7915-4c79-b8c7-c12efc493c51" providerId="ADAL" clId="{0A7DE034-796F-4C2D-AE47-9095C649598E}" dt="2026-08-13T08:20:00.740" v="46"/>
        <pc:sldMkLst>
          <pc:docMk/>
          <pc:sldMk cId="4193839879" sldId="2147483633"/>
        </pc:sldMkLst>
      </pc:sldChg>
      <pc:sldChg chg="add ord">
        <pc:chgData name="Charlene Tsai (TW)" userId="68b0f2d0-7915-4c79-b8c7-c12efc493c51" providerId="ADAL" clId="{0A7DE034-796F-4C2D-AE47-9095C649598E}" dt="2026-08-13T08:17:55.357" v="36"/>
        <pc:sldMkLst>
          <pc:docMk/>
          <pc:sldMk cId="3693095151" sldId="2147483644"/>
        </pc:sldMkLst>
      </pc:sldChg>
      <pc:sldChg chg="add">
        <pc:chgData name="Charlene Tsai (TW)" userId="68b0f2d0-7915-4c79-b8c7-c12efc493c51" providerId="ADAL" clId="{0A7DE034-796F-4C2D-AE47-9095C649598E}" dt="2026-08-13T08:19:33.136" v="45"/>
        <pc:sldMkLst>
          <pc:docMk/>
          <pc:sldMk cId="1652456660" sldId="2147483645"/>
        </pc:sldMkLst>
      </pc:sldChg>
      <pc:sldChg chg="add del">
        <pc:chgData name="Charlene Tsai (TW)" userId="68b0f2d0-7915-4c79-b8c7-c12efc493c51" providerId="ADAL" clId="{0A7DE034-796F-4C2D-AE47-9095C649598E}" dt="2026-08-13T08:19:11.646" v="43"/>
        <pc:sldMkLst>
          <pc:docMk/>
          <pc:sldMk cId="2351879941" sldId="2147483647"/>
        </pc:sldMkLst>
      </pc:sldChg>
      <pc:sldMasterChg chg="delSldLayout">
        <pc:chgData name="Charlene Tsai (TW)" userId="68b0f2d0-7915-4c79-b8c7-c12efc493c51" providerId="ADAL" clId="{0A7DE034-796F-4C2D-AE47-9095C649598E}" dt="2026-08-13T08:17:22.071" v="24" actId="47"/>
        <pc:sldMasterMkLst>
          <pc:docMk/>
          <pc:sldMasterMk cId="627376471" sldId="2147483672"/>
        </pc:sldMasterMkLst>
      </pc:sldMasterChg>
    </pc:docChg>
  </pc:docChgLst>
  <pc:docChgLst>
    <pc:chgData name="Tony TJ Wang (TW)" userId="S::tony.tj.wang@pwc.com::18033001-5856-41bf-97cd-f021b2ea7695" providerId="AD" clId="Web-{01385F48-5DE5-14CF-FD55-8C71A0CF0FD8}"/>
    <pc:docChg chg="modSld">
      <pc:chgData name="Tony TJ Wang (TW)" userId="S::tony.tj.wang@pwc.com::18033001-5856-41bf-97cd-f021b2ea7695" providerId="AD" clId="Web-{01385F48-5DE5-14CF-FD55-8C71A0CF0FD8}" dt="2026-08-28T03:28:32.066" v="2" actId="20577"/>
      <pc:docMkLst>
        <pc:docMk/>
      </pc:docMkLst>
      <pc:sldChg chg="modSp">
        <pc:chgData name="Tony TJ Wang (TW)" userId="S::tony.tj.wang@pwc.com::18033001-5856-41bf-97cd-f021b2ea7695" providerId="AD" clId="Web-{01385F48-5DE5-14CF-FD55-8C71A0CF0FD8}" dt="2026-08-28T03:28:32.066" v="2" actId="20577"/>
        <pc:sldMkLst>
          <pc:docMk/>
          <pc:sldMk cId="106630151" sldId="297"/>
        </pc:sldMkLst>
        <pc:spChg chg="mod">
          <ac:chgData name="Tony TJ Wang (TW)" userId="S::tony.tj.wang@pwc.com::18033001-5856-41bf-97cd-f021b2ea7695" providerId="AD" clId="Web-{01385F48-5DE5-14CF-FD55-8C71A0CF0FD8}" dt="2026-08-28T03:28:32.066" v="2" actId="20577"/>
          <ac:spMkLst>
            <pc:docMk/>
            <pc:sldMk cId="106630151" sldId="297"/>
            <ac:spMk id="5" creationId="{FA068CB2-23AF-6FCE-7A50-CFDF4DCD3FE4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513348-FCAA-44C2-BC77-1D93D3828209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92AE7-3EEB-4206-9110-6E986C15B1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839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jpeg"/><Relationship Id="rId3" Type="http://schemas.openxmlformats.org/officeDocument/2006/relationships/image" Target="../media/image2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6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8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5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9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51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3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3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32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4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77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2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7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4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06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574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 b="1" noProof="0">
                <a:ea typeface="微軟正黑體" panose="020B0604030504040204" pitchFamily="34" charset="-120"/>
              </a:rPr>
              <a:t>藥品供應</a:t>
            </a:r>
            <a:r>
              <a:rPr lang="en-US" altLang="zh-TW" b="1" noProof="0">
                <a:ea typeface="微軟正黑體" panose="020B0604030504040204" pitchFamily="34" charset="-120"/>
              </a:rPr>
              <a:t>AI</a:t>
            </a:r>
            <a:r>
              <a:rPr lang="zh-TW" altLang="en-US" b="1" noProof="0">
                <a:ea typeface="微軟正黑體" panose="020B0604030504040204" pitchFamily="34" charset="-120"/>
              </a:rPr>
              <a:t>智慧監測系統建置及資料歸類</a:t>
            </a:r>
            <a:endParaRPr lang="en-US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2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 1">
  <p:cSld name="Content and Image 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419a44a17_0_521"/>
          <p:cNvSpPr txBox="1">
            <a:spLocks noGrp="1"/>
          </p:cNvSpPr>
          <p:nvPr>
            <p:ph type="body" idx="1"/>
          </p:nvPr>
        </p:nvSpPr>
        <p:spPr>
          <a:xfrm>
            <a:off x="442913" y="2103439"/>
            <a:ext cx="5318100" cy="40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048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667"/>
              </a:spcBef>
              <a:spcAft>
                <a:spcPts val="667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0" name="Google Shape;410;g11419a44a17_0_521"/>
          <p:cNvSpPr txBox="1">
            <a:spLocks noGrp="1"/>
          </p:cNvSpPr>
          <p:nvPr>
            <p:ph type="title"/>
          </p:nvPr>
        </p:nvSpPr>
        <p:spPr>
          <a:xfrm>
            <a:off x="442913" y="432000"/>
            <a:ext cx="5318100" cy="13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1" name="Google Shape;411;g11419a44a17_0_521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g11419a44a17_0_521"/>
          <p:cNvSpPr txBox="1">
            <a:spLocks noGrp="1"/>
          </p:cNvSpPr>
          <p:nvPr>
            <p:ph type="dt" idx="10"/>
          </p:nvPr>
        </p:nvSpPr>
        <p:spPr>
          <a:xfrm>
            <a:off x="9984296" y="6355080"/>
            <a:ext cx="17649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70543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6867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bi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67" y="400337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227041-E9DC-98BB-04D1-2512170C5B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48993" y="369719"/>
            <a:ext cx="5674707" cy="3002132"/>
          </a:xfrm>
        </p:spPr>
        <p:txBody>
          <a:bodyPr/>
          <a:lstStyle>
            <a:lvl2pPr>
              <a:defRPr sz="1600"/>
            </a:lvl2pPr>
          </a:lstStyle>
          <a:p>
            <a:pPr lvl="1"/>
            <a:r>
              <a:rPr lang="en-GB"/>
              <a:t>Second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6EC276-3627-6ED3-ACC7-6D690C9922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83549" y="5139323"/>
            <a:ext cx="3723271" cy="800100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54573B6-45C7-9732-9BBF-56F180D537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8607" y="4151313"/>
            <a:ext cx="1454150" cy="17875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E5F59E5-3BCA-20EA-D3B3-B0654D078B1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C591AE-859C-530C-6837-BFB4DC8D4B9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14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_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190286-B276-0735-9C4A-0DC61C621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9401E2-0EFA-96DF-8425-7291F355E20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7487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ACCC0E-C26E-1C78-409B-A8BCA62C74C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227668" y="1921687"/>
            <a:ext cx="3238917" cy="3992563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AEBEC96-AF62-8CE5-7B36-0F816681A92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080458" y="1921687"/>
            <a:ext cx="3238917" cy="2047291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A411CC0-34B1-721C-48C1-951AB61EF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77200" y="4522183"/>
            <a:ext cx="1285875" cy="142557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6A09CFC-44F1-8A22-B3B7-445685852B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71038" y="5045453"/>
            <a:ext cx="2252662" cy="926722"/>
          </a:xfrm>
        </p:spPr>
        <p:txBody>
          <a:bodyPr anchor="b" anchorCtr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65C518D-AE96-1571-E3A5-E43E3AFB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09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One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22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4002088"/>
            <a:ext cx="1812697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537C81-8D77-5257-7438-91D290209EF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259949" y="1922690"/>
            <a:ext cx="2782075" cy="3525610"/>
          </a:xfrm>
        </p:spPr>
        <p:txBody>
          <a:bodyPr/>
          <a:lstStyle/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18350" y="1923975"/>
            <a:ext cx="4705350" cy="35243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6026069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V-Two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8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6163" y="399891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918" y="192843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BA4CE36-EFF2-1254-C89C-04B58ADD5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1756" y="1926394"/>
            <a:ext cx="1800225" cy="1938338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88EBCEF-BA40-9584-6AE5-C7A98252EE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1756" y="4003373"/>
            <a:ext cx="1800225" cy="19399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B9101461-B876-7D7A-B834-0387E08CC08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62686" y="1923975"/>
            <a:ext cx="3276935" cy="3992563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3267673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Three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6435" y="1926393"/>
            <a:ext cx="1815590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29005" y="4002088"/>
            <a:ext cx="1813020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9220BB3-7853-D956-8C4C-B3FD388756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2923" y="3484563"/>
            <a:ext cx="2779851" cy="2487612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ED98C7A9-0033-A08C-5C2C-6910B5E66D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20272" y="1926393"/>
            <a:ext cx="1800225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0D2FD-01B8-FE51-DDAB-0CD8DD4EC5C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0067" y="4002088"/>
            <a:ext cx="1821208" cy="19700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53D0DB1F-A6EA-AECF-A117-E753C44395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1616" y="1926393"/>
            <a:ext cx="1822084" cy="1962981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4AE2FE3-6FA3-4900-16ED-D0812C6C0D0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0001616" y="3998913"/>
            <a:ext cx="1822084" cy="19732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FAEB4F-DBB7-31DF-438C-7C91DAD4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000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os-Four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CC09D1-D416-9CC2-AE0F-767B5D62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63439-724C-2457-DE6C-1D6DFEC7B4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6769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F96802-B1ED-64D7-1B0C-B613133475B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4878" y="3489910"/>
            <a:ext cx="2778478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FB0240B5-53DE-E0D1-1D5B-AFBA09737C3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59001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9183E717-A409-A034-5344-1947E3F983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59001" y="3482975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25C242D0-2328-C358-F50B-AFCBA027902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3728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491F5A2B-72AD-5B1E-1630-FEB88892F6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53727" y="3489910"/>
            <a:ext cx="2783024" cy="248226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0FD4528-E035-DDBD-ED86-A241F5FEC8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7566" y="1926394"/>
            <a:ext cx="1335254" cy="1445456"/>
          </a:xfrm>
          <a:solidFill>
            <a:srgbClr val="EEEFF1"/>
          </a:solidFill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72F79ED0-1F83-0104-4637-7DB4EA70741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9043105" y="3489910"/>
            <a:ext cx="2780595" cy="247533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</p:spTree>
    <p:extLst>
      <p:ext uri="{BB962C8B-B14F-4D97-AF65-F5344CB8AC3E}">
        <p14:creationId xmlns:p14="http://schemas.microsoft.com/office/powerpoint/2010/main" val="20140184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61883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6882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51881" y="1926067"/>
            <a:ext cx="2696610" cy="2403473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5B69A-CAC3-88B9-5B3E-2AF1362EFD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F3CA5-5DA4-19BC-80CC-97F86033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67C69A2-1E84-3664-3630-A99E3EFC5736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68300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8638270-30F0-9936-C8A6-BAB685488848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58699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3DF84AC-B16C-674A-06A0-5BECA0C9A0E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156882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F004F4B-1B56-27E3-B963-18B1CAE0CC0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051881" y="4518025"/>
            <a:ext cx="2703886" cy="15621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</p:txBody>
      </p:sp>
    </p:spTree>
    <p:extLst>
      <p:ext uri="{BB962C8B-B14F-4D97-AF65-F5344CB8AC3E}">
        <p14:creationId xmlns:p14="http://schemas.microsoft.com/office/powerpoint/2010/main" val="1107083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576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5576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50438" y="14111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50438" y="3489078"/>
            <a:ext cx="2696610" cy="1927865"/>
          </a:xfrm>
          <a:solidFill>
            <a:schemeClr val="bg1">
              <a:lumMod val="85000"/>
            </a:schemeClr>
          </a:solidFill>
        </p:spPr>
        <p:txBody>
          <a:bodyPr tIns="36576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E233FD-F166-12B7-E028-644C10A7A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07EEEF-16DC-51E8-05EA-1F6E66B8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8364238-EEEC-3531-E9AD-360B61A33D4B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3257550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65A86A6E-D0EF-949C-8C67-0573A2ABD8E5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257550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B030D65C-F831-C537-C0CD-5D2246DC4DB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047263" y="1406525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8" name="Content Placeholder 12">
            <a:extLst>
              <a:ext uri="{FF2B5EF4-FFF2-40B4-BE49-F238E27FC236}">
                <a16:creationId xmlns:a16="http://schemas.microsoft.com/office/drawing/2014/main" id="{37E69513-40FB-5D75-6BE6-82A63FAB8F4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9047263" y="3480652"/>
            <a:ext cx="2784475" cy="19653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770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A6F20-3183-89C9-54E7-E4ACDCA1BD19}"/>
              </a:ext>
            </a:extLst>
          </p:cNvPr>
          <p:cNvCxnSpPr/>
          <p:nvPr userDrawn="1"/>
        </p:nvCxnSpPr>
        <p:spPr>
          <a:xfrm>
            <a:off x="2850147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EB207-28DC-549F-C2B0-58055E671FC9}"/>
              </a:ext>
            </a:extLst>
          </p:cNvPr>
          <p:cNvCxnSpPr/>
          <p:nvPr userDrawn="1"/>
        </p:nvCxnSpPr>
        <p:spPr>
          <a:xfrm>
            <a:off x="582181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47F83-D89B-6628-15F9-FAC5866A9E4E}"/>
              </a:ext>
            </a:extLst>
          </p:cNvPr>
          <p:cNvCxnSpPr/>
          <p:nvPr userDrawn="1"/>
        </p:nvCxnSpPr>
        <p:spPr>
          <a:xfrm>
            <a:off x="8835145" y="1406450"/>
            <a:ext cx="0" cy="4738597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3B81DD67-9485-2892-F206-E91C7ED504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2502" y="1406525"/>
            <a:ext cx="2093372" cy="19399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5" name="Picture Placeholder 43">
            <a:extLst>
              <a:ext uri="{FF2B5EF4-FFF2-40B4-BE49-F238E27FC236}">
                <a16:creationId xmlns:a16="http://schemas.microsoft.com/office/drawing/2014/main" id="{A75F1099-E20F-F9CE-1544-216F25D4B7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6664" y="1856615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6" name="Picture Placeholder 43">
            <a:extLst>
              <a:ext uri="{FF2B5EF4-FFF2-40B4-BE49-F238E27FC236}">
                <a16:creationId xmlns:a16="http://schemas.microsoft.com/office/drawing/2014/main" id="{54C049AD-B670-6FA8-478A-42246603A7A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53717" y="2952825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49" name="Picture Placeholder 43">
            <a:extLst>
              <a:ext uri="{FF2B5EF4-FFF2-40B4-BE49-F238E27FC236}">
                <a16:creationId xmlns:a16="http://schemas.microsoft.com/office/drawing/2014/main" id="{DFCCFE31-D96A-03E7-8B0C-7C81DAE880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53717" y="37757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0" name="Picture Placeholder 43">
            <a:extLst>
              <a:ext uri="{FF2B5EF4-FFF2-40B4-BE49-F238E27FC236}">
                <a16:creationId xmlns:a16="http://schemas.microsoft.com/office/drawing/2014/main" id="{709A4940-D1BB-7013-F2FE-DACDC2AAE6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53717" y="458854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1" name="Picture Placeholder 43">
            <a:extLst>
              <a:ext uri="{FF2B5EF4-FFF2-40B4-BE49-F238E27FC236}">
                <a16:creationId xmlns:a16="http://schemas.microsoft.com/office/drawing/2014/main" id="{D9A72C90-D9E8-D491-3497-24DB531EE61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53717" y="5402188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E0196963-74D4-62E4-DBA4-A28466BE510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3290" y="3484562"/>
            <a:ext cx="2093368" cy="245427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4" name="Content Placeholder 52">
            <a:extLst>
              <a:ext uri="{FF2B5EF4-FFF2-40B4-BE49-F238E27FC236}">
                <a16:creationId xmlns:a16="http://schemas.microsoft.com/office/drawing/2014/main" id="{46FE757E-B05C-D13A-2993-3097F76DD88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7167" y="1849501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5" name="Content Placeholder 52">
            <a:extLst>
              <a:ext uri="{FF2B5EF4-FFF2-40B4-BE49-F238E27FC236}">
                <a16:creationId xmlns:a16="http://schemas.microsoft.com/office/drawing/2014/main" id="{3CDDB1B6-64C0-315A-3605-A92DFB8E06C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98965" y="295598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6" name="Content Placeholder 52">
            <a:extLst>
              <a:ext uri="{FF2B5EF4-FFF2-40B4-BE49-F238E27FC236}">
                <a16:creationId xmlns:a16="http://schemas.microsoft.com/office/drawing/2014/main" id="{6C7C3849-49F9-942D-717C-41E2CBE8704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98965" y="3771791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7" name="Content Placeholder 52">
            <a:extLst>
              <a:ext uri="{FF2B5EF4-FFF2-40B4-BE49-F238E27FC236}">
                <a16:creationId xmlns:a16="http://schemas.microsoft.com/office/drawing/2014/main" id="{D54496E2-99F7-2A6B-0035-0EA0460E2E2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98965" y="4587594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8" name="Content Placeholder 52">
            <a:extLst>
              <a:ext uri="{FF2B5EF4-FFF2-40B4-BE49-F238E27FC236}">
                <a16:creationId xmlns:a16="http://schemas.microsoft.com/office/drawing/2014/main" id="{2010DB3D-EBE2-2E5B-0D78-F29E12395AE7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798965" y="5399049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59" name="Picture Placeholder 43">
            <a:extLst>
              <a:ext uri="{FF2B5EF4-FFF2-40B4-BE49-F238E27FC236}">
                <a16:creationId xmlns:a16="http://schemas.microsoft.com/office/drawing/2014/main" id="{2B2BB839-9B2F-0F73-5CB1-3ADFE293FE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941073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0" name="Picture Placeholder 43">
            <a:extLst>
              <a:ext uri="{FF2B5EF4-FFF2-40B4-BE49-F238E27FC236}">
                <a16:creationId xmlns:a16="http://schemas.microsoft.com/office/drawing/2014/main" id="{718DD6F0-5DCD-0835-B530-18A8F025BEB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948126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1" name="Picture Placeholder 43">
            <a:extLst>
              <a:ext uri="{FF2B5EF4-FFF2-40B4-BE49-F238E27FC236}">
                <a16:creationId xmlns:a16="http://schemas.microsoft.com/office/drawing/2014/main" id="{4C142BCC-188D-696E-44E7-6A710E9A2A2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48126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2" name="Picture Placeholder 43">
            <a:extLst>
              <a:ext uri="{FF2B5EF4-FFF2-40B4-BE49-F238E27FC236}">
                <a16:creationId xmlns:a16="http://schemas.microsoft.com/office/drawing/2014/main" id="{F1318988-B64A-06EE-187B-DC71BA9F29C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948126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3" name="Picture Placeholder 43">
            <a:extLst>
              <a:ext uri="{FF2B5EF4-FFF2-40B4-BE49-F238E27FC236}">
                <a16:creationId xmlns:a16="http://schemas.microsoft.com/office/drawing/2014/main" id="{DD510472-5924-8787-2C9E-08AC89F629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948126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64" name="Content Placeholder 52">
            <a:extLst>
              <a:ext uri="{FF2B5EF4-FFF2-40B4-BE49-F238E27FC236}">
                <a16:creationId xmlns:a16="http://schemas.microsoft.com/office/drawing/2014/main" id="{93B5743B-317B-CC4D-E4AF-4C26D1392848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951576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5" name="Content Placeholder 52">
            <a:extLst>
              <a:ext uri="{FF2B5EF4-FFF2-40B4-BE49-F238E27FC236}">
                <a16:creationId xmlns:a16="http://schemas.microsoft.com/office/drawing/2014/main" id="{2DE2C93E-A220-A125-AB00-7242BE79F93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793374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6" name="Content Placeholder 52">
            <a:extLst>
              <a:ext uri="{FF2B5EF4-FFF2-40B4-BE49-F238E27FC236}">
                <a16:creationId xmlns:a16="http://schemas.microsoft.com/office/drawing/2014/main" id="{130A4148-657E-CA2A-AD39-C1C60B47A2E2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6793374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7" name="Content Placeholder 52">
            <a:extLst>
              <a:ext uri="{FF2B5EF4-FFF2-40B4-BE49-F238E27FC236}">
                <a16:creationId xmlns:a16="http://schemas.microsoft.com/office/drawing/2014/main" id="{3B8B5468-901B-7B82-D8D3-DF6F47B26B3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793374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8" name="Content Placeholder 52">
            <a:extLst>
              <a:ext uri="{FF2B5EF4-FFF2-40B4-BE49-F238E27FC236}">
                <a16:creationId xmlns:a16="http://schemas.microsoft.com/office/drawing/2014/main" id="{43B694E8-3A07-E3A2-9F3F-697F039D904F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793374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69" name="Picture Placeholder 43">
            <a:extLst>
              <a:ext uri="{FF2B5EF4-FFF2-40B4-BE49-F238E27FC236}">
                <a16:creationId xmlns:a16="http://schemas.microsoft.com/office/drawing/2014/main" id="{E19D1C64-222F-0744-20C8-0662359E691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33778" y="1863729"/>
            <a:ext cx="903806" cy="894672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0" name="Picture Placeholder 43">
            <a:extLst>
              <a:ext uri="{FF2B5EF4-FFF2-40B4-BE49-F238E27FC236}">
                <a16:creationId xmlns:a16="http://schemas.microsoft.com/office/drawing/2014/main" id="{8D5DB854-0C4A-401B-87E8-5CAEA904F3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940831" y="2959939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1" name="Picture Placeholder 43">
            <a:extLst>
              <a:ext uri="{FF2B5EF4-FFF2-40B4-BE49-F238E27FC236}">
                <a16:creationId xmlns:a16="http://schemas.microsoft.com/office/drawing/2014/main" id="{BB0B7C6F-E2B7-F7E6-056F-E3FF400CB9C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940831" y="37828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2" name="Picture Placeholder 43">
            <a:extLst>
              <a:ext uri="{FF2B5EF4-FFF2-40B4-BE49-F238E27FC236}">
                <a16:creationId xmlns:a16="http://schemas.microsoft.com/office/drawing/2014/main" id="{77751A25-C2A3-B5B4-8FBB-127A6616BD87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40831" y="459566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3" name="Picture Placeholder 43">
            <a:extLst>
              <a:ext uri="{FF2B5EF4-FFF2-40B4-BE49-F238E27FC236}">
                <a16:creationId xmlns:a16="http://schemas.microsoft.com/office/drawing/2014/main" id="{DE2714AF-4313-7AA1-D7CD-E39C0A1F07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940831" y="5409302"/>
            <a:ext cx="764249" cy="720001"/>
          </a:xfrm>
        </p:spPr>
        <p:txBody>
          <a:bodyPr/>
          <a:lstStyle/>
          <a:p>
            <a:r>
              <a:rPr lang="zh-TW" altLang="en-US"/>
              <a:t>按一下圖示以新增圖片</a:t>
            </a:r>
            <a:endParaRPr lang="en-GB"/>
          </a:p>
        </p:txBody>
      </p:sp>
      <p:sp>
        <p:nvSpPr>
          <p:cNvPr id="74" name="Content Placeholder 52">
            <a:extLst>
              <a:ext uri="{FF2B5EF4-FFF2-40B4-BE49-F238E27FC236}">
                <a16:creationId xmlns:a16="http://schemas.microsoft.com/office/drawing/2014/main" id="{B8073BB6-ACFE-F384-C36D-E495A757AB9C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944281" y="1856615"/>
            <a:ext cx="1744790" cy="91745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5" name="Content Placeholder 52">
            <a:extLst>
              <a:ext uri="{FF2B5EF4-FFF2-40B4-BE49-F238E27FC236}">
                <a16:creationId xmlns:a16="http://schemas.microsoft.com/office/drawing/2014/main" id="{1A1F259C-8EB0-5D96-40FD-D099944BF34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786079" y="2963102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6" name="Content Placeholder 52">
            <a:extLst>
              <a:ext uri="{FF2B5EF4-FFF2-40B4-BE49-F238E27FC236}">
                <a16:creationId xmlns:a16="http://schemas.microsoft.com/office/drawing/2014/main" id="{D3C41004-FFC5-4EB9-1545-D7B24B936B2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786079" y="3778905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7" name="Content Placeholder 52">
            <a:extLst>
              <a:ext uri="{FF2B5EF4-FFF2-40B4-BE49-F238E27FC236}">
                <a16:creationId xmlns:a16="http://schemas.microsoft.com/office/drawing/2014/main" id="{92567D26-CC94-BD45-CF55-A29A4E477FFB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786079" y="4594708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8" name="Content Placeholder 52">
            <a:extLst>
              <a:ext uri="{FF2B5EF4-FFF2-40B4-BE49-F238E27FC236}">
                <a16:creationId xmlns:a16="http://schemas.microsoft.com/office/drawing/2014/main" id="{B6E43B1D-4477-345E-4E27-069457E30EB1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9786079" y="5406163"/>
            <a:ext cx="1923963" cy="7136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/>
            </a:lvl2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</p:txBody>
      </p:sp>
      <p:sp>
        <p:nvSpPr>
          <p:cNvPr id="79" name="Content Placeholder 52">
            <a:extLst>
              <a:ext uri="{FF2B5EF4-FFF2-40B4-BE49-F238E27FC236}">
                <a16:creationId xmlns:a16="http://schemas.microsoft.com/office/drawing/2014/main" id="{9D4D08CE-4663-A5B8-3FEA-01A045F65D32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295371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0" name="Content Placeholder 52">
            <a:extLst>
              <a:ext uri="{FF2B5EF4-FFF2-40B4-BE49-F238E27FC236}">
                <a16:creationId xmlns:a16="http://schemas.microsoft.com/office/drawing/2014/main" id="{CD74F49C-4668-965D-013F-EA197AFED4F2}"/>
              </a:ext>
            </a:extLst>
          </p:cNvPr>
          <p:cNvSpPr>
            <a:spLocks noGrp="1"/>
          </p:cNvSpPr>
          <p:nvPr>
            <p:ph sz="quarter" idx="43"/>
          </p:nvPr>
        </p:nvSpPr>
        <p:spPr>
          <a:xfrm>
            <a:off x="5939624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1" name="Content Placeholder 52">
            <a:extLst>
              <a:ext uri="{FF2B5EF4-FFF2-40B4-BE49-F238E27FC236}">
                <a16:creationId xmlns:a16="http://schemas.microsoft.com/office/drawing/2014/main" id="{58583576-3574-8BBB-274A-DDAF2CF9A77B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8933778" y="1411474"/>
            <a:ext cx="2741786" cy="321198"/>
          </a:xfrm>
        </p:spPr>
        <p:txBody>
          <a:bodyPr/>
          <a:lstStyle>
            <a:lvl1pPr>
              <a:spcAft>
                <a:spcPts val="400"/>
              </a:spcAft>
              <a:defRPr sz="1800" b="0">
                <a:latin typeface="+mj-lt"/>
              </a:defRPr>
            </a:lvl1pPr>
            <a:lvl3pPr marL="0" indent="0">
              <a:buNone/>
              <a:defRPr/>
            </a:lvl3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8A9746-3FB8-5A95-9B1B-4D051BFC4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783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495320"/>
            <a:ext cx="3719076" cy="2451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125A049-51AB-8CE0-1E82-0861CFA1A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690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908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6D39F23-E441-3514-2A4F-F9CCA2911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51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9013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0956B3-9491-9C33-FC6E-9462B5424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E4AAB0-21A6-A5E6-8408-219CAA26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E54221-5DBA-0D99-431D-6AD1DF6DC08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01639" y="3998913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D7CBDAE4-87B4-6E80-BB22-1E1B55D4682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39454" y="4002088"/>
            <a:ext cx="3309588" cy="19452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D63D7C9D-0E4E-53F0-D6B2-88D0860962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085215" y="1428751"/>
            <a:ext cx="3716812" cy="4515434"/>
          </a:xfrm>
          <a:solidFill>
            <a:srgbClr val="FFF5ED"/>
          </a:solidFill>
        </p:spPr>
        <p:txBody>
          <a:bodyPr lIns="144000" tIns="144000" rIns="144000" bIns="14400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737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18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339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736188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120932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3232766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308132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93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387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0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2552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893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959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04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 altLang="zh-TW"/>
              <a:t>Click icon to add picture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568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08151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82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1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33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360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2899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76547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626539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0513332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2128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4102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266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3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132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96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485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24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_Pattern header">
  <p:cSld name="3__Pattern header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E60FBB-185D-5471-C883-29B405E9CE6C}"/>
              </a:ext>
            </a:extLst>
          </p:cNvPr>
          <p:cNvSpPr/>
          <p:nvPr userDrawn="1"/>
        </p:nvSpPr>
        <p:spPr>
          <a:xfrm>
            <a:off x="175491" y="203200"/>
            <a:ext cx="12016509" cy="8347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303" name="Google Shape;303;p38"/>
          <p:cNvSpPr txBox="1">
            <a:spLocks noGrp="1"/>
          </p:cNvSpPr>
          <p:nvPr>
            <p:ph type="sldNum" idx="12"/>
          </p:nvPr>
        </p:nvSpPr>
        <p:spPr>
          <a:xfrm>
            <a:off x="9984296" y="6492240"/>
            <a:ext cx="176479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+mj-lt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/>
          </p:nvPr>
        </p:nvSpPr>
        <p:spPr>
          <a:xfrm>
            <a:off x="350982" y="228600"/>
            <a:ext cx="11306176" cy="809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144000" bIns="0" anchor="ctr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Georgia"/>
              <a:buNone/>
              <a:defRPr sz="26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6C5FE1-B0EA-4EA3-D4D0-ACC429C182B9}"/>
              </a:ext>
            </a:extLst>
          </p:cNvPr>
          <p:cNvSpPr/>
          <p:nvPr userDrawn="1"/>
        </p:nvSpPr>
        <p:spPr>
          <a:xfrm>
            <a:off x="0" y="203200"/>
            <a:ext cx="175491" cy="9360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C395B4-7E1E-1353-4300-A9471B8F8D9F}"/>
              </a:ext>
            </a:extLst>
          </p:cNvPr>
          <p:cNvSpPr/>
          <p:nvPr userDrawn="1"/>
        </p:nvSpPr>
        <p:spPr>
          <a:xfrm>
            <a:off x="0" y="1037979"/>
            <a:ext cx="175491" cy="536400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TW" altLang="en-US" sz="16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B98618-9E17-2A29-9EC7-43375AF5A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38004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6D7607-D1F4-F3D5-F6A1-ADA8066F7D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1" y="6080125"/>
            <a:ext cx="4718050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8300" y="6080125"/>
            <a:ext cx="4684447" cy="409575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FD90212-F74C-9DC9-0056-4F5DDF019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470" y="1935032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D16F40-FE44-DE37-84EC-E0DE6B931A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299" y="368300"/>
            <a:ext cx="1234800" cy="60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7973"/>
            <a:ext cx="4711700" cy="129844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368300"/>
            <a:ext cx="5663406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39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8300"/>
            <a:ext cx="5665786" cy="300196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4009671"/>
            <a:ext cx="4711700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516736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367776"/>
            <a:ext cx="5665786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4709938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9728434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6"/>
            <a:ext cx="6624637" cy="5604399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4009671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60601549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2917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77" y="3459958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459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9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35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5537" y="5029715"/>
            <a:ext cx="5641182" cy="990083"/>
          </a:xfrm>
        </p:spPr>
        <p:txBody>
          <a:bodyPr/>
          <a:lstStyle>
            <a:lvl1pPr>
              <a:defRPr sz="13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8" y="6501384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9899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892267"/>
            <a:ext cx="3746501" cy="1962058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55663"/>
            <a:ext cx="3746501" cy="3016512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n-lt"/>
              </a:defRPr>
            </a:lvl1pPr>
            <a:lvl2pPr marL="166688" indent="0">
              <a:defRPr/>
            </a:lvl2pPr>
            <a:lvl3pPr marL="346075" indent="0">
              <a:buNone/>
              <a:defRPr/>
            </a:lvl3pPr>
            <a:lvl4pPr marL="512763" indent="0">
              <a:buNone/>
              <a:defRPr/>
            </a:lvl4pPr>
            <a:lvl5pPr marL="69215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59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199" y="6501384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283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886888"/>
            <a:ext cx="4671730" cy="1967437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61042"/>
            <a:ext cx="4671729" cy="3010070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1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4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5200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350" y="367777"/>
            <a:ext cx="5670349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351" y="1930138"/>
            <a:ext cx="5670349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501384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4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974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305" y="367777"/>
            <a:ext cx="6635395" cy="917574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6" y="1930138"/>
            <a:ext cx="6635394" cy="4042037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3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1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5144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46" y="373156"/>
            <a:ext cx="4274253" cy="142875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9646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8305" y="367777"/>
            <a:ext cx="6635395" cy="5604398"/>
          </a:xfrm>
        </p:spPr>
        <p:txBody>
          <a:bodyPr/>
          <a:lstStyle>
            <a:lvl1pPr marL="166688" indent="-16668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n-lt"/>
              </a:defRPr>
            </a:lvl1pPr>
            <a:lvl2pPr marL="346075" indent="-179388">
              <a:buFont typeface="Georgia" panose="02040502050405020303" pitchFamily="18" charset="0"/>
              <a:buChar char="–"/>
              <a:defRPr/>
            </a:lvl2pPr>
            <a:lvl3pPr marL="512763" indent="-166688">
              <a:defRPr/>
            </a:lvl3pPr>
            <a:lvl4pPr marL="692150" indent="-179388">
              <a:defRPr/>
            </a:lvl4pPr>
            <a:lvl5pPr marL="858838" indent="-166688"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6913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94" y="2699173"/>
            <a:ext cx="4182718" cy="2492990"/>
          </a:xfrm>
        </p:spPr>
        <p:txBody>
          <a:bodyPr wrap="square" anchor="b" anchorCtr="0">
            <a:spAutoFit/>
          </a:bodyPr>
          <a:lstStyle>
            <a:lvl1pPr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188180" y="772547"/>
            <a:ext cx="6635520" cy="3227953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zh-TW" altLang="en-US"/>
              <a:t>按一下圖示以新增表格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5C0038A-3A68-0DB9-64FC-6F889D75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2280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2001" y="368300"/>
            <a:ext cx="4711700" cy="3003550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/>
              <a:t>0,000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2A3DA15-4C69-255A-358A-480458D2D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31A1-36E4-05EF-6AB7-93A548B9DE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039225" y="3492500"/>
            <a:ext cx="2784475" cy="247967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899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373155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52188" y="373155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46692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52188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1217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252" y="3485833"/>
            <a:ext cx="2575470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8994" y="373290"/>
            <a:ext cx="2765424" cy="2777490"/>
          </a:xfrm>
          <a:prstGeom prst="rect">
            <a:avLst/>
          </a:prstGeom>
          <a:solidFill>
            <a:srgbClr val="FFE8D4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1235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0511" y="373290"/>
            <a:ext cx="2765424" cy="2777490"/>
          </a:xfrm>
          <a:prstGeom prst="rect">
            <a:avLst/>
          </a:prstGeo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2752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8994" y="3281527"/>
            <a:ext cx="2765424" cy="2777490"/>
          </a:xfrm>
          <a:prstGeom prst="rect">
            <a:avLst/>
          </a:prstGeom>
          <a:solidFill>
            <a:srgbClr val="FFCDA8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1235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0511" y="3281527"/>
            <a:ext cx="2765424" cy="2777490"/>
          </a:xfrm>
          <a:prstGeom prst="rect">
            <a:avLst/>
          </a:prstGeom>
          <a:solidFill>
            <a:srgbClr val="FFF5ED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202752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DEF9E9E-37B4-DAB9-8C1D-1576E02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670FEE5-9E0A-0502-9064-02C2958C24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9617" y="373290"/>
            <a:ext cx="2765424" cy="2777490"/>
          </a:xfrm>
          <a:prstGeom prst="rect">
            <a:avLst/>
          </a:prstGeom>
          <a:solidFill>
            <a:schemeClr val="accent2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47B6220-EA18-FCE3-B24E-B96EEBDB7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21858" y="2430690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20CC769-A58F-89B1-9B4D-4242345AA6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9617" y="3281527"/>
            <a:ext cx="2765424" cy="2777490"/>
          </a:xfrm>
          <a:prstGeom prst="rect">
            <a:avLst/>
          </a:prstGeom>
          <a:solidFill>
            <a:schemeClr val="accent3"/>
          </a:solidFill>
        </p:spPr>
        <p:txBody>
          <a:bodyPr lIns="274320" tIns="91440"/>
          <a:lstStyle>
            <a:lvl1pPr>
              <a:spcAft>
                <a:spcPts val="120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/>
              <a:t>0,000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1A5CE9CF-2B9A-9CCE-16EB-AF781F3473C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21858" y="5338927"/>
            <a:ext cx="2481263" cy="55245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n-lt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3243295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275202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9A13E53-F775-A736-E17E-0D3BA9C73A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8300" y="1924050"/>
            <a:ext cx="6638925" cy="40481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379B048-01BA-296A-05B7-D40EDFD3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7858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9CDF5-8A8F-79F6-E93E-E0A712397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4392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5576" y="1408288"/>
            <a:ext cx="5237163" cy="4510088"/>
          </a:xfrm>
        </p:spPr>
        <p:txBody>
          <a:bodyPr/>
          <a:lstStyle/>
          <a:p>
            <a:r>
              <a:rPr lang="zh-TW" altLang="en-US"/>
              <a:t>按一下圖示以新增圖表</a:t>
            </a:r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9626A07-2517-5726-4FDD-0AC9D9299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7585-ED95-8AF2-4595-9E941DC9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9026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4.xml"/><Relationship Id="rId3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88.xml"/><Relationship Id="rId2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BCCF403-77F5-E64B-B3A1-43CAED52C50B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Lato Light" panose="020F050202020403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FA0A0-434E-E340-A675-5E45B45DDFED}"/>
              </a:ext>
            </a:extLst>
          </p:cNvPr>
          <p:cNvSpPr txBox="1"/>
          <p:nvPr userDrawn="1"/>
        </p:nvSpPr>
        <p:spPr>
          <a:xfrm>
            <a:off x="11208878" y="453222"/>
            <a:ext cx="18915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 Medium" pitchFamily="2" charset="77"/>
              <a:cs typeface="Poppi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2737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172" rtl="0" eaLnBrk="1" latinLnBrk="0" hangingPunct="1">
        <a:lnSpc>
          <a:spcPct val="90000"/>
        </a:lnSpc>
        <a:spcBef>
          <a:spcPct val="0"/>
        </a:spcBef>
        <a:buNone/>
        <a:defRPr sz="3300" b="1" i="0" kern="1200">
          <a:solidFill>
            <a:schemeClr val="tx2"/>
          </a:solidFill>
          <a:latin typeface="Poppins" pitchFamily="2" charset="77"/>
          <a:ea typeface="+mj-ea"/>
          <a:cs typeface="+mj-cs"/>
        </a:defRPr>
      </a:lvl1pPr>
    </p:titleStyle>
    <p:bodyStyle>
      <a:lvl1pPr marL="0" indent="0" algn="l" defTabSz="9141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1pPr>
      <a:lvl2pPr marL="457086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2pPr>
      <a:lvl3pPr marL="914172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3pPr>
      <a:lvl4pPr marL="1371257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4pPr>
      <a:lvl5pPr marL="1828343" indent="0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Lato Light" panose="020F0502020204030203" pitchFamily="34" charset="0"/>
          <a:ea typeface="+mn-ea"/>
          <a:cs typeface="+mn-cs"/>
        </a:defRPr>
      </a:lvl5pPr>
      <a:lvl6pPr marL="2513972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7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3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9" indent="-228543" algn="l" defTabSz="91417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2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7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29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4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00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6" algn="l" defTabSz="91417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87DDA4-93F2-7A45-9BB3-0ED68A4AA170}"/>
              </a:ext>
            </a:extLst>
          </p:cNvPr>
          <p:cNvSpPr/>
          <p:nvPr userDrawn="1"/>
        </p:nvSpPr>
        <p:spPr>
          <a:xfrm>
            <a:off x="11154250" y="381000"/>
            <a:ext cx="277139" cy="27706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0" i="0">
              <a:latin typeface="Poppins Ligh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132A2-AB80-A845-8566-11C55587F84F}"/>
              </a:ext>
            </a:extLst>
          </p:cNvPr>
          <p:cNvSpPr txBox="1"/>
          <p:nvPr userDrawn="1"/>
        </p:nvSpPr>
        <p:spPr>
          <a:xfrm>
            <a:off x="11203853" y="442590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C2130A1F-96FE-9345-9E91-FD9BE4197128}" type="slidenum">
              <a:rPr lang="en-US" sz="1000" b="0" i="0" spc="0" smtClean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400" b="0" i="0" spc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6939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000" b="1" i="0" kern="120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 smtClean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dirty="0">
          <a:solidFill>
            <a:schemeClr val="tx1"/>
          </a:solidFill>
          <a:effectLst/>
          <a:latin typeface="Poppins Light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zh-TW" altLang="en-US"/>
              <a:t>藥品供應</a:t>
            </a:r>
            <a:r>
              <a:rPr lang="en-US" altLang="zh-TW"/>
              <a:t>AI</a:t>
            </a:r>
            <a:r>
              <a:rPr lang="zh-TW" altLang="en-US"/>
              <a:t>智慧監測系統建置及資料歸類</a:t>
            </a:r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96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6" r:id="rId16"/>
    <p:sldLayoutId id="2147483697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4068" r:id="rId29"/>
    <p:sldLayoutId id="2147484069" r:id="rId30"/>
    <p:sldLayoutId id="2147484070" r:id="rId31"/>
    <p:sldLayoutId id="2147484071" r:id="rId3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zh-TW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336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1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827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6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90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>
          <p15:clr>
            <a:srgbClr val="F26B43"/>
          </p15:clr>
        </p15:guide>
        <p15:guide id="3" pos="252">
          <p15:clr>
            <a:srgbClr val="F26B43"/>
          </p15:clr>
        </p15:guide>
        <p15:guide id="4" pos="7434">
          <p15:clr>
            <a:srgbClr val="F26B43"/>
          </p15:clr>
        </p15:guide>
        <p15:guide id="11" orient="horz" pos="4065">
          <p15:clr>
            <a:srgbClr val="F26B43"/>
          </p15:clr>
        </p15:guide>
        <p15:guide id="12" pos="786">
          <p15:clr>
            <a:srgbClr val="F26B43"/>
          </p15:clr>
        </p15:guide>
        <p15:guide id="13" pos="858">
          <p15:clr>
            <a:srgbClr val="F26B43"/>
          </p15:clr>
        </p15:guide>
        <p15:guide id="14" pos="1391">
          <p15:clr>
            <a:srgbClr val="F26B43"/>
          </p15:clr>
        </p15:guide>
        <p15:guide id="15" pos="1461">
          <p15:clr>
            <a:srgbClr val="F26B43"/>
          </p15:clr>
        </p15:guide>
        <p15:guide id="16" pos="1994">
          <p15:clr>
            <a:srgbClr val="F26B43"/>
          </p15:clr>
        </p15:guide>
        <p15:guide id="17" pos="2067">
          <p15:clr>
            <a:srgbClr val="F26B43"/>
          </p15:clr>
        </p15:guide>
        <p15:guide id="18" pos="2600">
          <p15:clr>
            <a:srgbClr val="F26B43"/>
          </p15:clr>
        </p15:guide>
        <p15:guide id="19" pos="2670">
          <p15:clr>
            <a:srgbClr val="F26B43"/>
          </p15:clr>
        </p15:guide>
        <p15:guide id="20" pos="3204">
          <p15:clr>
            <a:srgbClr val="F26B43"/>
          </p15:clr>
        </p15:guide>
        <p15:guide id="21" pos="3275">
          <p15:clr>
            <a:srgbClr val="F26B43"/>
          </p15:clr>
        </p15:guide>
        <p15:guide id="22" pos="3807">
          <p15:clr>
            <a:srgbClr val="F26B43"/>
          </p15:clr>
        </p15:guide>
        <p15:guide id="23" pos="3879">
          <p15:clr>
            <a:srgbClr val="F26B43"/>
          </p15:clr>
        </p15:guide>
        <p15:guide id="24" pos="4412">
          <p15:clr>
            <a:srgbClr val="F26B43"/>
          </p15:clr>
        </p15:guide>
        <p15:guide id="25" pos="5016">
          <p15:clr>
            <a:srgbClr val="F26B43"/>
          </p15:clr>
        </p15:guide>
        <p15:guide id="26" pos="4484">
          <p15:clr>
            <a:srgbClr val="F26B43"/>
          </p15:clr>
        </p15:guide>
        <p15:guide id="27" pos="5088">
          <p15:clr>
            <a:srgbClr val="F26B43"/>
          </p15:clr>
        </p15:guide>
        <p15:guide id="28" pos="5621">
          <p15:clr>
            <a:srgbClr val="F26B43"/>
          </p15:clr>
        </p15:guide>
        <p15:guide id="29" pos="5693">
          <p15:clr>
            <a:srgbClr val="F26B43"/>
          </p15:clr>
        </p15:guide>
        <p15:guide id="30" pos="6224">
          <p15:clr>
            <a:srgbClr val="F26B43"/>
          </p15:clr>
        </p15:guide>
        <p15:guide id="31" pos="6297">
          <p15:clr>
            <a:srgbClr val="F26B43"/>
          </p15:clr>
        </p15:guide>
        <p15:guide id="32" pos="6828">
          <p15:clr>
            <a:srgbClr val="F26B43"/>
          </p15:clr>
        </p15:guide>
        <p15:guide id="33" pos="6900">
          <p15:clr>
            <a:srgbClr val="F26B43"/>
          </p15:clr>
        </p15:guide>
        <p15:guide id="34" orient="horz" pos="506">
          <p15:clr>
            <a:srgbClr val="F26B43"/>
          </p15:clr>
        </p15:guide>
        <p15:guide id="35" orient="horz" pos="578">
          <p15:clr>
            <a:srgbClr val="F26B43"/>
          </p15:clr>
        </p15:guide>
        <p15:guide id="36" orient="horz" pos="830">
          <p15:clr>
            <a:srgbClr val="F26B43"/>
          </p15:clr>
        </p15:guide>
        <p15:guide id="37" orient="horz" pos="900">
          <p15:clr>
            <a:srgbClr val="F26B43"/>
          </p15:clr>
        </p15:guide>
        <p15:guide id="38" orient="horz" pos="1152">
          <p15:clr>
            <a:srgbClr val="F26B43"/>
          </p15:clr>
        </p15:guide>
        <p15:guide id="39" orient="horz" pos="1226">
          <p15:clr>
            <a:srgbClr val="F26B43"/>
          </p15:clr>
        </p15:guide>
        <p15:guide id="40" orient="horz" pos="1476">
          <p15:clr>
            <a:srgbClr val="F26B43"/>
          </p15:clr>
        </p15:guide>
        <p15:guide id="41" orient="horz" pos="1800">
          <p15:clr>
            <a:srgbClr val="F26B43"/>
          </p15:clr>
        </p15:guide>
        <p15:guide id="42" orient="horz" pos="1872">
          <p15:clr>
            <a:srgbClr val="F26B43"/>
          </p15:clr>
        </p15:guide>
        <p15:guide id="43" orient="horz" pos="2123">
          <p15:clr>
            <a:srgbClr val="F26B43"/>
          </p15:clr>
        </p15:guide>
        <p15:guide id="44" orient="horz" pos="2195">
          <p15:clr>
            <a:srgbClr val="F26B43"/>
          </p15:clr>
        </p15:guide>
        <p15:guide id="45" orient="horz" pos="2447">
          <p15:clr>
            <a:srgbClr val="F26B43"/>
          </p15:clr>
        </p15:guide>
        <p15:guide id="46" orient="horz" pos="2519">
          <p15:clr>
            <a:srgbClr val="F26B43"/>
          </p15:clr>
        </p15:guide>
        <p15:guide id="47" orient="horz" pos="2771">
          <p15:clr>
            <a:srgbClr val="F26B43"/>
          </p15:clr>
        </p15:guide>
        <p15:guide id="48" orient="horz" pos="2843">
          <p15:clr>
            <a:srgbClr val="F26B43"/>
          </p15:clr>
        </p15:guide>
        <p15:guide id="49" orient="horz" pos="3095">
          <p15:clr>
            <a:srgbClr val="F26B43"/>
          </p15:clr>
        </p15:guide>
        <p15:guide id="50" orient="horz" pos="3167">
          <p15:clr>
            <a:srgbClr val="F26B43"/>
          </p15:clr>
        </p15:guide>
        <p15:guide id="51" orient="horz" pos="3417">
          <p15:clr>
            <a:srgbClr val="F26B43"/>
          </p15:clr>
        </p15:guide>
        <p15:guide id="52" orient="horz" pos="3489">
          <p15:clr>
            <a:srgbClr val="F26B43"/>
          </p15:clr>
        </p15:guide>
        <p15:guide id="53" orient="horz" pos="3741">
          <p15:clr>
            <a:srgbClr val="F26B43"/>
          </p15:clr>
        </p15:guide>
        <p15:guide id="54" orient="horz" pos="3813">
          <p15:clr>
            <a:srgbClr val="F26B43"/>
          </p15:clr>
        </p15:guide>
        <p15:guide id="55" orient="horz" pos="1548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86" y="368301"/>
            <a:ext cx="11453114" cy="9271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299" y="1924050"/>
            <a:ext cx="6638925" cy="4048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109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68300" y="6491091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5491" y="6491091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66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  <p:sldLayoutId id="2147483928" r:id="rId12"/>
    <p:sldLayoutId id="2147483929" r:id="rId13"/>
    <p:sldLayoutId id="2147483930" r:id="rId14"/>
    <p:sldLayoutId id="2147483931" r:id="rId15"/>
    <p:sldLayoutId id="2147483975" r:id="rId16"/>
    <p:sldLayoutId id="2147483976" r:id="rId17"/>
    <p:sldLayoutId id="2147483977" r:id="rId18"/>
    <p:sldLayoutId id="2147483978" r:id="rId19"/>
    <p:sldLayoutId id="2147483998" r:id="rId20"/>
    <p:sldLayoutId id="2147484045" r:id="rId21"/>
    <p:sldLayoutId id="2147484062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10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Georgia" panose="02040502050405020303" pitchFamily="18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3" pos="232">
          <p15:clr>
            <a:srgbClr val="F26B43"/>
          </p15:clr>
        </p15:guide>
        <p15:guide id="4" pos="7448">
          <p15:clr>
            <a:srgbClr val="F26B43"/>
          </p15:clr>
        </p15:guide>
        <p15:guide id="11" orient="horz" pos="4088">
          <p15:clr>
            <a:srgbClr val="F26B43"/>
          </p15:clr>
        </p15:guide>
        <p15:guide id="12" pos="778">
          <p15:clr>
            <a:srgbClr val="F26B43"/>
          </p15:clr>
        </p15:guide>
        <p15:guide id="13" pos="840">
          <p15:clr>
            <a:srgbClr val="F26B43"/>
          </p15:clr>
        </p15:guide>
        <p15:guide id="14" pos="1378">
          <p15:clr>
            <a:srgbClr val="F26B43"/>
          </p15:clr>
        </p15:guide>
        <p15:guide id="15" pos="1446">
          <p15:clr>
            <a:srgbClr val="F26B43"/>
          </p15:clr>
        </p15:guide>
        <p15:guide id="16" pos="1986">
          <p15:clr>
            <a:srgbClr val="F26B43"/>
          </p15:clr>
        </p15:guide>
        <p15:guide id="17" pos="2052">
          <p15:clr>
            <a:srgbClr val="F26B43"/>
          </p15:clr>
        </p15:guide>
        <p15:guide id="18" pos="2592">
          <p15:clr>
            <a:srgbClr val="F26B43"/>
          </p15:clr>
        </p15:guide>
        <p15:guide id="19" pos="2662">
          <p15:clr>
            <a:srgbClr val="F26B43"/>
          </p15:clr>
        </p15:guide>
        <p15:guide id="20" pos="3200">
          <p15:clr>
            <a:srgbClr val="F26B43"/>
          </p15:clr>
        </p15:guide>
        <p15:guide id="21" pos="3266">
          <p15:clr>
            <a:srgbClr val="F26B43"/>
          </p15:clr>
        </p15:guide>
        <p15:guide id="22" pos="3806">
          <p15:clr>
            <a:srgbClr val="F26B43"/>
          </p15:clr>
        </p15:guide>
        <p15:guide id="23" pos="3874">
          <p15:clr>
            <a:srgbClr val="F26B43"/>
          </p15:clr>
        </p15:guide>
        <p15:guide id="24" pos="4414">
          <p15:clr>
            <a:srgbClr val="F26B43"/>
          </p15:clr>
        </p15:guide>
        <p15:guide id="25" pos="5018">
          <p15:clr>
            <a:srgbClr val="F26B43"/>
          </p15:clr>
        </p15:guide>
        <p15:guide id="26" pos="4480">
          <p15:clr>
            <a:srgbClr val="F26B43"/>
          </p15:clr>
        </p15:guide>
        <p15:guide id="27" pos="5086">
          <p15:clr>
            <a:srgbClr val="F26B43"/>
          </p15:clr>
        </p15:guide>
        <p15:guide id="28" pos="5626">
          <p15:clr>
            <a:srgbClr val="F26B43"/>
          </p15:clr>
        </p15:guide>
        <p15:guide id="29" pos="5694">
          <p15:clr>
            <a:srgbClr val="F26B43"/>
          </p15:clr>
        </p15:guide>
        <p15:guide id="30" pos="6232">
          <p15:clr>
            <a:srgbClr val="F26B43"/>
          </p15:clr>
        </p15:guide>
        <p15:guide id="31" pos="6300">
          <p15:clr>
            <a:srgbClr val="F26B43"/>
          </p15:clr>
        </p15:guide>
        <p15:guide id="32" pos="6840">
          <p15:clr>
            <a:srgbClr val="F26B43"/>
          </p15:clr>
        </p15:guide>
        <p15:guide id="33" pos="6908">
          <p15:clr>
            <a:srgbClr val="F26B43"/>
          </p15:clr>
        </p15:guide>
        <p15:guide id="34" orient="horz" pos="488">
          <p15:clr>
            <a:srgbClr val="F26B43"/>
          </p15:clr>
        </p15:guide>
        <p15:guide id="35" orient="horz" pos="560">
          <p15:clr>
            <a:srgbClr val="F26B43"/>
          </p15:clr>
        </p15:guide>
        <p15:guide id="36" orient="horz" pos="816">
          <p15:clr>
            <a:srgbClr val="F26B43"/>
          </p15:clr>
        </p15:guide>
        <p15:guide id="37" orient="horz" pos="886">
          <p15:clr>
            <a:srgbClr val="F26B43"/>
          </p15:clr>
        </p15:guide>
        <p15:guide id="38" orient="horz" pos="1144">
          <p15:clr>
            <a:srgbClr val="F26B43"/>
          </p15:clr>
        </p15:guide>
        <p15:guide id="39" orient="horz" pos="1212">
          <p15:clr>
            <a:srgbClr val="F26B43"/>
          </p15:clr>
        </p15:guide>
        <p15:guide id="40" orient="horz" pos="1472">
          <p15:clr>
            <a:srgbClr val="F26B43"/>
          </p15:clr>
        </p15:guide>
        <p15:guide id="41" orient="horz" pos="1798">
          <p15:clr>
            <a:srgbClr val="F26B43"/>
          </p15:clr>
        </p15:guide>
        <p15:guide id="42" orient="horz" pos="1864">
          <p15:clr>
            <a:srgbClr val="F26B43"/>
          </p15:clr>
        </p15:guide>
        <p15:guide id="43" orient="horz" pos="2124">
          <p15:clr>
            <a:srgbClr val="F26B43"/>
          </p15:clr>
        </p15:guide>
        <p15:guide id="44" orient="horz" pos="2194">
          <p15:clr>
            <a:srgbClr val="F26B43"/>
          </p15:clr>
        </p15:guide>
        <p15:guide id="45" orient="horz" pos="2450">
          <p15:clr>
            <a:srgbClr val="F26B43"/>
          </p15:clr>
        </p15:guide>
        <p15:guide id="46" orient="horz" pos="2520">
          <p15:clr>
            <a:srgbClr val="F26B43"/>
          </p15:clr>
        </p15:guide>
        <p15:guide id="47" orient="horz" pos="2778">
          <p15:clr>
            <a:srgbClr val="F26B43"/>
          </p15:clr>
        </p15:guide>
        <p15:guide id="48" orient="horz" pos="2846">
          <p15:clr>
            <a:srgbClr val="F26B43"/>
          </p15:clr>
        </p15:guide>
        <p15:guide id="49" orient="horz" pos="3104">
          <p15:clr>
            <a:srgbClr val="F26B43"/>
          </p15:clr>
        </p15:guide>
        <p15:guide id="50" orient="horz" pos="3174">
          <p15:clr>
            <a:srgbClr val="F26B43"/>
          </p15:clr>
        </p15:guide>
        <p15:guide id="51" orient="horz" pos="3432">
          <p15:clr>
            <a:srgbClr val="F26B43"/>
          </p15:clr>
        </p15:guide>
        <p15:guide id="52" orient="horz" pos="3498">
          <p15:clr>
            <a:srgbClr val="F26B43"/>
          </p15:clr>
        </p15:guide>
        <p15:guide id="53" orient="horz" pos="3762">
          <p15:clr>
            <a:srgbClr val="F26B43"/>
          </p15:clr>
        </p15:guide>
        <p15:guide id="54" orient="horz" pos="3830">
          <p15:clr>
            <a:srgbClr val="F26B43"/>
          </p15:clr>
        </p15:guide>
        <p15:guide id="55" orient="horz" pos="15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800">
                <a:latin typeface="Georgia"/>
                <a:ea typeface="微軟正黑體"/>
              </a:rPr>
              <a:t>AI Agent 協作開發流程：</a:t>
            </a:r>
          </a:p>
          <a:p>
            <a:r>
              <a:rPr sz="2800">
                <a:latin typeface="Georgia"/>
                <a:ea typeface="微軟正黑體"/>
              </a:rPr>
              <a:t>內部會議精簡版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latin typeface="Arial"/>
                <a:ea typeface="微軟正黑體"/>
              </a:rPr>
              <a:t>FSC1 內部會議｜為什麼要做成產品｜2026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一頁看懂：把 Rex 的開發流程做成可以重複提供的服務，先在自己的案例跑通，再帶客戶做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內部會議精簡版｜以 Rex《AI Agent 協作開發流程與產出範本》v3 為基礎｜AI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11480" y="1600200"/>
            <a:ext cx="548640" cy="5486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25880"/>
            <a:ext cx="173736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做什麼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325880"/>
            <a:ext cx="4480560" cy="1143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以 Rex v3 的五個階段為骨架，加上指定核准人的關卡、每階段的交接檔案，以及上線後的回饋，把直線流程變成循環。</a:t>
            </a:r>
          </a:p>
        </p:txBody>
      </p:sp>
      <p:sp>
        <p:nvSpPr>
          <p:cNvPr id="10" name="Oval 9"/>
          <p:cNvSpPr/>
          <p:nvPr/>
        </p:nvSpPr>
        <p:spPr>
          <a:xfrm>
            <a:off x="411480" y="2926079"/>
            <a:ext cx="548640" cy="5486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651760"/>
            <a:ext cx="173736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為什麼做成產品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651760"/>
            <a:ext cx="4480560" cy="1143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只接專案，營收要靠多請人才能成長；同業也已經把保險顧問服務做成產品。把流程整理成工具包，每做一個案子都留下可以重複使用的東西。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4251959"/>
            <a:ext cx="548640" cy="548640"/>
          </a:xfrm>
          <a:prstGeom prst="ellipse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微軟正黑體"/>
              </a:rP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977639"/>
            <a:ext cx="173736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D5108"/>
                </a:solidFill>
                <a:latin typeface="Arial"/>
                <a:ea typeface="微軟正黑體"/>
              </a:rPr>
              <a:t>怎麼開始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977639"/>
            <a:ext cx="4480560" cy="11430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用一個案例走完五個階段，同時產出工具包第一版、五頁案例頁和第 3 集影片的示範畫面。對外主推「陪你做一個試點」。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1325880"/>
            <a:ext cx="420624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今天要決定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828800"/>
            <a:ext cx="4206240" cy="34747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64592" bIns="16459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1　</a:t>
            </a: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五頁案例頁用哪一個專案（IT 團隊的真實專案，或理賠進度自助查詢示範）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2　</a:t>
            </a: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需求分析由 BA、IT、AI 怎麼分工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3　</a:t>
            </a: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工具包第一版：三份範本＋一條規範技能＋上線閘門</a:t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4　</a:t>
            </a:r>
            <a:r>
              <a:rPr sz="1250" b="0">
                <a:solidFill>
                  <a:srgbClr val="000000"/>
                </a:solidFill>
                <a:latin typeface="Arial"/>
                <a:ea typeface="微軟正黑體"/>
              </a:rPr>
              <a:t>誰錄五個階段的畫面、什麼時候錄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486400"/>
            <a:ext cx="9144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486400"/>
            <a:ext cx="11292840" cy="5029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一句話：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AI 讓每一步更快、每一步都有紀錄；要不要做、能不能上線由指定的人決定。我們把這套做法做成工具包和服務。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為什麼要做成產品：只接專案會卡在人力，同業已經在做，而這套流程本來就適合產品化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內部會議精簡版｜以 Rex《AI Agent 協作開發流程與產出範本》v3 為基礎｜AI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5577840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三個理由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5577840" cy="1042415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1　只接專案，成長卡在人力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服務靠人力，毛利偏低；多賺一塊錢就要多請一個人。文章舉例：SaaS 新創估值約為年營收 6–8 倍，專案型服務只有 1–2 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816352"/>
            <a:ext cx="5577840" cy="1042415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2　同業已經在做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Deloitte 有保險業 AI 導入藍圖與預建代理，Capgemini 有核心系統 AI 工具組，Deloitte、KPMG 把 IFRS 17 做成加速器。客戶會拿這些來比較。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913631"/>
            <a:ext cx="5577840" cy="1042415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D5108"/>
                </a:solidFill>
                <a:latin typeface="Arial"/>
                <a:ea typeface="微軟正黑體"/>
              </a:rPr>
              <a:t>3　這套流程本來就適合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開發工作多半是「常發生、規則清楚」的活動，例如欄位清單、測試案例、文件。文章指出這類活動最適合做成產品。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577840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  <a:ea typeface="微軟正黑體"/>
              </a:rPr>
              <a:t>我們有沒有條件：產品化需要的三種能力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19072"/>
            <a:ext cx="1197864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719072"/>
            <a:ext cx="2112264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已經有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719072"/>
            <a:ext cx="2157984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微軟正黑體"/>
              </a:rPr>
              <a:t>還要補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84831"/>
            <a:ext cx="1197864" cy="9509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領域專業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60" y="2084831"/>
            <a:ext cx="2112264" cy="9509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保險流程、法規、核心系統、IFRS 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084831"/>
            <a:ext cx="2157984" cy="9509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寫成技能與檢查清單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72384"/>
            <a:ext cx="1197864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自有數據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3072384"/>
            <a:ext cx="2112264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研究、簡報、影片腳本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3072384"/>
            <a:ext cx="2157984" cy="9509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範本、規範規則庫、專案紀錄，要從案例累積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59935"/>
            <a:ext cx="1197864" cy="9509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技術平台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059935"/>
            <a:ext cx="2112264" cy="9509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IT 團隊已在用 AI 協作開發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4059935"/>
            <a:ext cx="2157984" cy="95097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工具包第一版（範本、技能、閘門）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074920"/>
            <a:ext cx="91440" cy="804672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11292840" cy="804672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提醒：</a:t>
            </a: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產品化常要花好幾年，而且是從一個客製專案長出來的（文章案例從 2013 年的專案到 2015 年才成為產品）。同業也有把軟體產品賣掉的例子，維護成本不低。所以先做「陪你做」的試點和工具包，不直接做軟體。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94360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來源：Sawhney, MIT Sloan Management Review, 2024；同業資料見 research/productization/保險顧問產品化服務盤點.md（業者自述，未經獨立驗證）。估值倍數為文章所述。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從直線變循環：Rex 的五個階段放進循環，每一步交出檔案、由指定的人核准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內部會議精簡版｜以 Rex《AI Agent 協作開發流程與產出範本》v3 為基礎｜AI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4997475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4892040"/>
            <a:ext cx="4997475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圖：Anthropic 手冊圖 2（同 AI 原生 SDLC 簡報第 6 頁）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83275" y="1280160"/>
            <a:ext cx="1243584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v3 階段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3435" y="1280160"/>
            <a:ext cx="2379586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交出的檔案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79597" y="1280160"/>
            <a:ext cx="2379586" cy="329184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誰核准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3275" y="1645919"/>
            <a:ext cx="12435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需求分析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63435" y="1645919"/>
            <a:ext cx="2379586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需求說明、Prototype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9597" y="1645919"/>
            <a:ext cx="2379586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① 產品負責人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83275" y="2157984"/>
            <a:ext cx="124358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SA&amp;D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3435" y="2157984"/>
            <a:ext cx="237958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規格書、ERD、API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9597" y="2157984"/>
            <a:ext cx="237958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② 產品負責人＋技術主管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83275" y="2670048"/>
            <a:ext cx="12435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開發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63435" y="2670048"/>
            <a:ext cx="2379586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實作計畫、程式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9597" y="2670048"/>
            <a:ext cx="2379586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③ 工程師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3275" y="3182112"/>
            <a:ext cx="1243584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測試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3435" y="3182112"/>
            <a:ext cx="237958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測試結果、報告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9597" y="3182112"/>
            <a:ext cx="237958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AI 先自行驗證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3275" y="3694176"/>
            <a:ext cx="1243584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上版／交付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63435" y="3694176"/>
            <a:ext cx="2379586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審查與核准紀錄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79597" y="3694176"/>
            <a:ext cx="2379586" cy="475488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④ 程式負責人 ⑤ 發布經理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83275" y="4206240"/>
            <a:ext cx="1243584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（新增）維運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3435" y="4206240"/>
            <a:ext cx="2379586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事件紀錄 → 新需求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9597" y="4206240"/>
            <a:ext cx="2379586" cy="475488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服務負責人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074920"/>
            <a:ext cx="9144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11292840" cy="7772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和 v3 的差別：</a:t>
            </a:r>
            <a:r>
              <a:rPr sz="1100" b="0">
                <a:solidFill>
                  <a:srgbClr val="000000"/>
                </a:solidFill>
                <a:latin typeface="微軟正黑體"/>
                <a:ea typeface="微軟正黑體"/>
              </a:rPr>
              <a:t>核心原則「AI 先產出 → IT Review → 修正 → 定稿 → 才進下一階段」不變。新增兩點：每個關卡有指定核准人並留下紀錄；上線後的異常由 AI 先診斷，寫成新的需求說明，回到第一步。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94360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左圖：左邊傳統的直線，六個階段依序交接；右邊 AI 原生的循環，AI 參與每個階段，人在上方發起、指揮與把關。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哪些先交給 AI，也就是哪些先做成工具包：常發生、規則清楚的工作優先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內部會議精簡版｜以 Rex《AI Agent 協作開發流程與產出範本》v3 為基礎｜AI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51560" y="1371600"/>
            <a:ext cx="3291840" cy="1965960"/>
          </a:xfrm>
          <a:prstGeom prst="rect">
            <a:avLst/>
          </a:prstGeom>
          <a:solidFill>
            <a:srgbClr val="FFE8D4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1444752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AI 先做，IT 確認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2066543"/>
            <a:ext cx="3072384" cy="11978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欄位清單、Test Case、Test Data、Unit Test、註解與文件、Release 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8264" y="1371600"/>
            <a:ext cx="3291840" cy="196596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507992" y="1444752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AI 起草，IT 逐項審查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2066543"/>
            <a:ext cx="3072384" cy="11978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程式碼、API 規格、ERD、Code Review 風險檢查、測試失敗原因分析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3392424"/>
            <a:ext cx="3291840" cy="1965960"/>
          </a:xfrm>
          <a:prstGeom prst="rect">
            <a:avLst/>
          </a:prstGeom>
          <a:solidFill>
            <a:srgbClr val="EBEBEB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161288" y="3465576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 × 判斷少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做成範本，重複使用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4087368"/>
            <a:ext cx="3072384" cy="11978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Deploy Guide、User Guide、Migration Script、部署腳本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3392424"/>
            <a:ext cx="32918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1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54864" bIns="54864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3465576"/>
            <a:ext cx="3072384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 × 判斷多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人決定，AI 只提供資料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4087368"/>
            <a:ext cx="3072384" cy="11978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接受需求、架構選型、核准合併、授權上線、事件處置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371600"/>
            <a:ext cx="594360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常發生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92424"/>
            <a:ext cx="594360" cy="1965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少發生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5394959"/>
            <a:ext cx="663854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595959"/>
                </a:solidFill>
                <a:latin typeface="微軟正黑體"/>
                <a:ea typeface="微軟正黑體"/>
              </a:rPr>
              <a:t>需要判斷：少 ─────────────→ 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1371600"/>
            <a:ext cx="3794760" cy="43434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D5108"/>
                </a:solidFill>
                <a:latin typeface="Arial"/>
                <a:ea typeface="微軟正黑體"/>
              </a:rPr>
              <a:t>和產品化的關係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左上：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工具包第一版從這裡做。最常發生、最快看到效果，也最容易重複賣。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右上：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「陪你做」時由我們帶客戶審查。AI 讓審查變快，不會讓審查消失。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左下：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做成範本，放進工具包。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000000"/>
                </a:solidFill>
                <a:latin typeface="Arial"/>
                <a:ea typeface="微軟正黑體"/>
              </a:rPr>
              <a:t>右下：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永遠留給客戶的人，對應五個人工關卡。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000000"/>
                </a:solidFill>
                <a:latin typeface="Arial"/>
                <a:ea typeface="微軟正黑體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FD5108"/>
                </a:solidFill>
                <a:latin typeface="Arial"/>
                <a:ea typeface="微軟正黑體"/>
              </a:rPr>
              <a:t>出處：</a:t>
            </a: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Sawhney, MIT Sloan Management Review, 2024 產品化第一步：把服務拆成活動，用「頻率」和「認知複雜度」評估。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594360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任務清單取自 Rex《AI Agent 協作開發流程與產出範本》v3 各階段「AI 可以做什麼」；分類為提案，請 IT 團隊依實際專案調整。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工具包第一版做什麼：把規則從 Prompt 寫進範本、技能與自動閘門，不靠個人功力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內部會議精簡版｜以 Rex《AI Agent 協作開發流程與產出範本》v3 為基礎｜AI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2743200" cy="45720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1　Prompt 六要素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2743200" cy="10515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v3 附錄已有。效果因人而異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219456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82696" y="1280160"/>
            <a:ext cx="274320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2　範本與團隊說明檔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1783080"/>
            <a:ext cx="2743200" cy="10515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需求說明、規格、計畫用固定格式；團隊慣例 AI 每次都先讀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25896" y="219456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1280160"/>
            <a:ext cx="274320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3　技能（Skill）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783080"/>
            <a:ext cx="2743200" cy="10515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資安、個資、委外規範寫成檔案，自動套用；讓違規變少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97112" y="2194560"/>
            <a:ext cx="128016" cy="237744"/>
          </a:xfrm>
          <a:prstGeom prst="rightArrow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25128" y="1280160"/>
            <a:ext cx="2743200" cy="45720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4　自動閘門（Hook）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5128" y="1783080"/>
            <a:ext cx="2743200" cy="105156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沒有核准不能合併、不能上線，個人關不掉；讓違規幾乎做不到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017520"/>
            <a:ext cx="5577840" cy="384048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第一版交付內容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38144"/>
            <a:ext cx="5577840" cy="214884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46304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1　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需求說明、規格、實作計畫三份範本（第 2 層）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2　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一條保險業規範技能，例如「入口網站不能新增個資」（第 3 層）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3　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上線閘門：沒有核准不能合併、不能上線（第 4 層）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4　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Review Checklist 九項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5　</a:t>
            </a:r>
            <a:r>
              <a:rPr sz="1200" b="0">
                <a:solidFill>
                  <a:srgbClr val="000000"/>
                </a:solidFill>
                <a:latin typeface="Arial"/>
                <a:ea typeface="微軟正黑體"/>
              </a:rPr>
              <a:t>五階段案例：每階段三張截圖、一個數字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5577840" cy="38404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Arial"/>
                <a:ea typeface="微軟正黑體"/>
              </a:rPr>
              <a:t>Review Checklist：v3 五項＋新增四項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438144"/>
            <a:ext cx="132588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95959"/>
                </a:solidFill>
                <a:latin typeface="Arial"/>
                <a:ea typeface="微軟正黑體"/>
              </a:rPr>
              <a:t>v3 已有五項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438144"/>
            <a:ext cx="420624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正確、完整、一致、安全、可追溯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67911"/>
            <a:ext cx="132588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法遵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867911"/>
            <a:ext cx="420624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有沒有用到個資？資料是否在可給 AI 讀的範圍內？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297679"/>
            <a:ext cx="132588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職責分離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297679"/>
            <a:ext cx="420624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寫程式的 AI 不能自己核准；關卡由指定的人簽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727448"/>
            <a:ext cx="132588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測試證據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4727448"/>
            <a:ext cx="420624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有自動測試結果，案例綁需求編號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157216"/>
            <a:ext cx="132588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D5108"/>
                </a:solidFill>
                <a:latin typeface="Arial"/>
                <a:ea typeface="微軟正黑體"/>
              </a:rPr>
              <a:t>紀錄完整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5157216"/>
            <a:ext cx="4206240" cy="393192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誰核准、何時、套用哪版規範，查得到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76072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新增四項對應保險業 AI 自律規範與金管會 AI 指引的治理與問責原則。來源：Rex《AI Agent 協作開發流程與產出範本》v3 第 16、18 頁；Anthropic《The AI-Native SDLC Playbook》 第 25–27、40–46 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怎麼賣：同一套流程包成三種方案，主推「陪你做一個試點」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內部會議精簡版｜以 Rex《AI Agent 協作開發流程與產出範本》v3 為基礎｜AI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703320" cy="502920"/>
          </a:xfrm>
          <a:prstGeom prst="rect">
            <a:avLst/>
          </a:prstGeom>
          <a:solidFill>
            <a:srgbClr val="A1A8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你自己做</a:t>
            </a: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　工具包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28800"/>
            <a:ext cx="3703320" cy="960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範本、規範技能、自動閘門與 Review Checklist；適合已有 IT 團隊、只缺方法的客戶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72" y="1280160"/>
            <a:ext cx="3703320" cy="50292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陪你做（主推）</a:t>
            </a: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　試點陪跑＋教學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828800"/>
            <a:ext cx="3703320" cy="96012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現況診斷、挑一個試點、帶團隊用真實需求走完五階段、試點前後比較成效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5863" y="1280160"/>
            <a:ext cx="3703320" cy="502920"/>
          </a:xfrm>
          <a:prstGeom prst="rect">
            <a:avLst/>
          </a:prstGeom>
          <a:solidFill>
            <a:srgbClr val="FE7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微軟正黑體"/>
              </a:rPr>
              <a:t>幫你做</a:t>
            </a:r>
            <a:r>
              <a:rPr sz="1100" b="0">
                <a:solidFill>
                  <a:srgbClr val="FFFFFF"/>
                </a:solidFill>
                <a:latin typeface="Arial"/>
                <a:ea typeface="微軟正黑體"/>
              </a:rPr>
              <a:t>　駐點開發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5863" y="1828800"/>
            <a:ext cx="3703320" cy="96012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Arial"/>
                <a:ea typeface="微軟正黑體"/>
              </a:rPr>
              <a:t>FSC1 人力駐點用這套流程開發，交付程式、文件與完整紀錄，期末交接工具包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971800"/>
            <a:ext cx="1138428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95959"/>
                </a:solidFill>
                <a:latin typeface="Arial"/>
                <a:ea typeface="微軟正黑體"/>
              </a:rPr>
              <a:t>產品化五步驟：我們走到哪裡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10128"/>
            <a:ext cx="1426464" cy="3108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步驟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20" y="3310128"/>
            <a:ext cx="3072384" cy="3108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要回答的問題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80" y="3310128"/>
            <a:ext cx="786384" cy="3108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進度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3310128"/>
            <a:ext cx="5952744" cy="310896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Arial"/>
                <a:ea typeface="微軟正黑體"/>
              </a:rPr>
              <a:t>我們的狀況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657600"/>
            <a:ext cx="142646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1 評估潛力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20" y="3657600"/>
            <a:ext cx="307238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能做成產品到什麼程度？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3480" y="3657600"/>
            <a:ext cx="78638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657600"/>
            <a:ext cx="595274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已用矩陣分好（第 5 頁）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96512"/>
            <a:ext cx="142646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2 決定程度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20" y="4096512"/>
            <a:ext cx="307238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客戶想要多少人力參與？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80" y="4096512"/>
            <a:ext cx="78638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4096512"/>
            <a:ext cx="595274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三種方案草案，範圍待 Sam、Luke 決定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535424"/>
            <a:ext cx="142646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3 服務組合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20" y="4535424"/>
            <a:ext cx="307238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給哪種客戶什麼方案？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4535424"/>
            <a:ext cx="78638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4535424"/>
            <a:ext cx="595274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主推陪你做；差異：台灣法規、在地核心系統、可稽核的人工關卡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74336"/>
            <a:ext cx="142646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4 建立能力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20" y="4974336"/>
            <a:ext cx="307238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領域專業、自有數據、技術平台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80" y="4974336"/>
            <a:ext cx="78638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4974336"/>
            <a:ext cx="5952744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靠第一個案例累積範本、規則庫與紀錄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413248"/>
            <a:ext cx="142646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FD5108"/>
                </a:solidFill>
                <a:latin typeface="Arial"/>
                <a:ea typeface="微軟正黑體"/>
              </a:rPr>
              <a:t>5 帶領轉型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20" y="5413248"/>
            <a:ext cx="307238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計價、KPI、組織怎麼改？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80" y="5413248"/>
            <a:ext cx="78638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微軟正黑體"/>
                <a:ea typeface="微軟正黑體"/>
              </a:rPr>
              <a:t>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5413248"/>
            <a:ext cx="5952744" cy="402336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Arial"/>
                <a:ea typeface="微軟正黑體"/>
              </a:rPr>
              <a:t>報價考慮改成「每次診斷」「每個試點」固定價，不按人天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94360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微軟正黑體"/>
                <a:ea typeface="微軟正黑體"/>
              </a:rPr>
              <a:t>●完成　◐部分　○尚未開始。三種方案與五步驟出自 Sawhney, MIT Sloan Management Review, 2024。對外不點名同業、影片不提價格。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下一步：一個案例同時產出工具包、案例頁和影片示範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內部會議精簡版｜以 Rex《AI Agent 協作開發流程與產出範本》v3 為基礎｜AI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69128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事項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19" y="1280160"/>
            <a:ext cx="256946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負責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6959" y="1280160"/>
            <a:ext cx="1792224" cy="36576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Arial"/>
                <a:ea typeface="微軟正黑體"/>
              </a:rPr>
              <a:t>期限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82495"/>
            <a:ext cx="6912864" cy="46634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選定案例並錄製五階段畫面（示範資料一律用假資料）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19" y="1682495"/>
            <a:ext cx="2569464" cy="46634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Rex、Kenny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59" y="1682495"/>
            <a:ext cx="1792224" cy="46634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85415"/>
            <a:ext cx="691286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填寫 IT 團隊實績填寫表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19" y="2185415"/>
            <a:ext cx="256946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Kenny／IT 團隊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59" y="2185415"/>
            <a:ext cx="179222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88336"/>
            <a:ext cx="691286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三份範本、規範技能、Review Checklist 初版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19" y="2688336"/>
            <a:ext cx="256946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BA 起草、Rex 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59" y="2688336"/>
            <a:ext cx="179222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191256"/>
            <a:ext cx="691286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工具包名稱與範圍、三種方案報價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3191256"/>
            <a:ext cx="256946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Sam、Luke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59" y="3191256"/>
            <a:ext cx="179222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會議決定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94176"/>
            <a:ext cx="691286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第 3 集影片腳本檢視（第③段示範用同一批錄影）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19" y="3694176"/>
            <a:ext cx="256946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影片組、Sam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59" y="3694176"/>
            <a:ext cx="1792224" cy="466344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10/28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197096"/>
            <a:ext cx="691286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獨立性檢查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19" y="4197096"/>
            <a:ext cx="256946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影片組、R&amp;Q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59" y="4197096"/>
            <a:ext cx="1792224" cy="466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64008" bIns="6400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11/04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800600"/>
            <a:ext cx="5577840" cy="914400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一次錄、三處用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微軟正黑體"/>
                <a:ea typeface="微軟正黑體"/>
              </a:rPr>
              <a:t>五頁案例頁、第 3 集影片第③段示範、對客簡報「為什麼是 PwC FSC1」的實績欄。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800600"/>
            <a:ext cx="5577840" cy="91440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128016" bIns="128016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D5108"/>
                </a:solidFill>
                <a:latin typeface="Arial"/>
                <a:ea typeface="微軟正黑體"/>
              </a:rPr>
              <a:t>所內規定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客戶資料不放外部 AI 工具；AI 產出對外前要人工確認；審計客戶先和 R&amp;Q 確認獨立性。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852160"/>
            <a:ext cx="11384280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27432" bIns="27432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Arial"/>
                <a:ea typeface="微軟正黑體"/>
              </a:rPr>
              <a:t>負責人與期限為提案，以會議決定為準。完整說明見 24 頁更新版。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latin typeface="Georgia"/>
                <a:ea typeface="微軟正黑體"/>
              </a:rPr>
              <a:t>附錄｜來源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1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>
                <a:latin typeface="Arial"/>
                <a:ea typeface="微軟正黑體"/>
              </a:rPr>
              <a:t>內部會議精簡版｜以 Rex《AI Agent 協作開發流程與產出範本》v3 為基礎｜AI 協助產出，需人工確認後再對外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82880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上週版本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280160"/>
            <a:ext cx="9509760" cy="777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Rex《AI Agent 協作開發流程與產出範本》v3（19 頁）。五階段架構、IT／AI 分工、Review Checklist、Prompt 六要素。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48839"/>
            <a:ext cx="182880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流程與圖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148839"/>
            <a:ext cx="9509760" cy="777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Louis Claxton，Anthropic《The AI-Native SDLC Playbook》，2026，圖 2「The line and the loop」。白話說明見 research/ai-native-sdlc/AI原生SDLC_白話說明.pptx。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17520"/>
            <a:ext cx="182880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產品化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017520"/>
            <a:ext cx="9509760" cy="777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Mohanbir Sawhney，〈How to Turn Professional Services Into Products〉，MIT Sloan Management Review，2024。整理見 research/productization/MIT-SMR_專業服務產品化_文章報告.md。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86200"/>
            <a:ext cx="182880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同業盤點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3886200"/>
            <a:ext cx="9509760" cy="777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research/productization/保險顧問產品化服務盤點.md（業者新聞稿與產品頁，含連結）。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754879"/>
            <a:ext cx="1828800" cy="777240"/>
          </a:xfrm>
          <a:prstGeom prst="rect">
            <a:avLst/>
          </a:prstGeom>
          <a:solidFill>
            <a:srgbClr val="FD51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rial"/>
                <a:ea typeface="微軟正黑體"/>
              </a:rPr>
              <a:t>完整版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754879"/>
            <a:ext cx="9509760" cy="777240"/>
          </a:xfrm>
          <a:prstGeom prst="rect">
            <a:avLst/>
          </a:prstGeom>
          <a:solidFill>
            <a:srgbClr val="EB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  <a:ea typeface="微軟正黑體"/>
              </a:rPr>
              <a:t>research/ai-native-sdlc/AI協作開發流程_小組會議更新版.pptx（24 頁，含法規與成效指標）。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AAAAAA"/>
      </a:dk1>
      <a:lt1>
        <a:srgbClr val="FFFFFF"/>
      </a:lt1>
      <a:dk2>
        <a:srgbClr val="08204C"/>
      </a:dk2>
      <a:lt2>
        <a:srgbClr val="FEFFFE"/>
      </a:lt2>
      <a:accent1>
        <a:srgbClr val="FEA200"/>
      </a:accent1>
      <a:accent2>
        <a:srgbClr val="61CAE2"/>
      </a:accent2>
      <a:accent3>
        <a:srgbClr val="FE7050"/>
      </a:accent3>
      <a:accent4>
        <a:srgbClr val="64D795"/>
      </a:accent4>
      <a:accent5>
        <a:srgbClr val="69449B"/>
      </a:accent5>
      <a:accent6>
        <a:srgbClr val="EBECEB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Default Theme">
  <a:themeElements>
    <a:clrScheme name="IGPIA - Theme 12 -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5DCEDB"/>
      </a:accent1>
      <a:accent2>
        <a:srgbClr val="5ECB95"/>
      </a:accent2>
      <a:accent3>
        <a:srgbClr val="F0D065"/>
      </a:accent3>
      <a:accent4>
        <a:srgbClr val="EC9F56"/>
      </a:accent4>
      <a:accent5>
        <a:srgbClr val="DC653D"/>
      </a:accent5>
      <a:accent6>
        <a:srgbClr val="CAC9D0"/>
      </a:accent6>
      <a:hlink>
        <a:srgbClr val="216BA9"/>
      </a:hlink>
      <a:folHlink>
        <a:srgbClr val="1FB18A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4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68F217C4-1E00-F143-AAD3-4BCCBF0A5677}" vid="{0BD6579F-3F24-3941-8ED8-09116B1E7436}"/>
    </a:ext>
  </a:extLst>
</a:theme>
</file>

<file path=ppt/theme/theme5.xml><?xml version="1.0" encoding="utf-8"?>
<a:theme xmlns:a="http://schemas.openxmlformats.org/drawingml/2006/main" name="2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6.xml><?xml version="1.0" encoding="utf-8"?>
<a:theme xmlns:a="http://schemas.openxmlformats.org/drawingml/2006/main" name="3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graphic_elements_level2" id="{B5DCB148-F47F-7F4D-9E9E-661A4BBA69EE}" vid="{F6F779DA-93FB-C84A-8406-284B179A63E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45195d-0402-4561-91d6-fad97d760b90">
      <Terms xmlns="http://schemas.microsoft.com/office/infopath/2007/PartnerControls"/>
    </lcf76f155ced4ddcb4097134ff3c332f>
    <TaxCatchAll xmlns="4e47112c-55e5-4d87-b35d-79e596036eb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EFDBAE80C59469568A37FF2AD9E46" ma:contentTypeVersion="15" ma:contentTypeDescription="Create a new document." ma:contentTypeScope="" ma:versionID="9b80cff5c45fe37fe7e79aba68c8730b">
  <xsd:schema xmlns:xsd="http://www.w3.org/2001/XMLSchema" xmlns:xs="http://www.w3.org/2001/XMLSchema" xmlns:p="http://schemas.microsoft.com/office/2006/metadata/properties" xmlns:ns2="3445195d-0402-4561-91d6-fad97d760b90" xmlns:ns3="4e47112c-55e5-4d87-b35d-79e596036ebc" targetNamespace="http://schemas.microsoft.com/office/2006/metadata/properties" ma:root="true" ma:fieldsID="6b6ba577ede3a76c2b1fbac158428f6a" ns2:_="" ns3:_="">
    <xsd:import namespace="3445195d-0402-4561-91d6-fad97d760b90"/>
    <xsd:import namespace="4e47112c-55e5-4d87-b35d-79e596036e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45195d-0402-4561-91d6-fad97d760b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7112c-55e5-4d87-b35d-79e596036e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7c682cc-33cd-40ab-8bfc-09a3a49d63b9}" ma:internalName="TaxCatchAll" ma:showField="CatchAllData" ma:web="4e47112c-55e5-4d87-b35d-79e596036e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46A3C2-4B54-413D-8C27-17731F2BCB53}">
  <ds:schemaRefs>
    <ds:schemaRef ds:uri="3445195d-0402-4561-91d6-fad97d760b90"/>
    <ds:schemaRef ds:uri="4e47112c-55e5-4d87-b35d-79e596036e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3975D9-63BD-47B2-B0FB-84D03020E5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F0BA2-F4F2-46E4-AB38-70E65A5766DC}">
  <ds:schemaRefs>
    <ds:schemaRef ds:uri="3445195d-0402-4561-91d6-fad97d760b90"/>
    <ds:schemaRef ds:uri="4e47112c-55e5-4d87-b35d-79e596036e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114</Slides>
  <Notes>24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114</vt:i4>
      </vt:variant>
    </vt:vector>
  </HeadingPairs>
  <TitlesOfParts>
    <vt:vector size="120" baseType="lpstr">
      <vt:lpstr>1_Office Theme</vt:lpstr>
      <vt:lpstr>Default Theme</vt:lpstr>
      <vt:lpstr>1_PwC Slide Master</vt:lpstr>
      <vt:lpstr>PwC Slide Master</vt:lpstr>
      <vt:lpstr>2_PwC Slide Master</vt:lpstr>
      <vt:lpstr>3_PwC Slide Master</vt:lpstr>
      <vt:lpstr>PowerPoint Presentation</vt:lpstr>
      <vt:lpstr>PowerPoint Presentation</vt:lpstr>
      <vt:lpstr>PowerPoint Presentation</vt:lpstr>
      <vt:lpstr>PowerPoint Presentation</vt:lpstr>
      <vt:lpstr>Agenda</vt:lpstr>
      <vt:lpstr>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在Discovery階段聚焦，PwC主要三個關鍵轉換點</vt:lpstr>
      <vt:lpstr>制定策略建議與行動計畫，PwC協助實現CRM Discovery Phase目標</vt:lpstr>
      <vt:lpstr>PwC 將主導制定一個從快速成果到長期成功的執行計劃</vt:lpstr>
      <vt:lpstr>A-1 訪談洞察：全面評估關鍵業務，規劃未來策略執行方向</vt:lpstr>
      <vt:lpstr>A-1 公司未來發展願景與策略目標對齊執行方式</vt:lpstr>
      <vt:lpstr>A-1 從準備到確認，業務單位訪談作業規劃</vt:lpstr>
      <vt:lpstr>Timeline</vt:lpstr>
      <vt:lpstr>Timeline</vt:lpstr>
      <vt:lpstr>Timeline</vt:lpstr>
      <vt:lpstr>Timeline</vt:lpstr>
      <vt:lpstr>Gantt Chart</vt:lpstr>
      <vt:lpstr>Gantt chart</vt:lpstr>
      <vt:lpstr>Gantt chart</vt:lpstr>
      <vt:lpstr>Gantt 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</vt:lpstr>
      <vt:lpstr>Process</vt:lpstr>
      <vt:lpstr>Process</vt:lpstr>
      <vt:lpstr>Process</vt:lpstr>
      <vt:lpstr>Process</vt:lpstr>
      <vt:lpstr>全球環境動態資料轉換與應用實例：從一則情資到缺藥風險預警</vt:lpstr>
      <vt:lpstr>系統上線後的每日運作機制</vt:lpstr>
      <vt:lpstr>PowerPoint Presentation</vt:lpstr>
      <vt:lpstr>Process</vt:lpstr>
      <vt:lpstr>Process</vt:lpstr>
      <vt:lpstr>Process</vt:lpstr>
      <vt:lpstr>Four segments</vt:lpstr>
      <vt:lpstr>Four segments</vt:lpstr>
      <vt:lpstr>Four segments</vt:lpstr>
      <vt:lpstr>藥品短缺監控模型與風險燈號-雙模型優勢說明 本案將以「藥品短缺預測模型」與「重大短缺風險規則庫」建立兩道防線，第一道防線係以過往 貴署之資料進行短缺因子萃取，第二道防線係以過往 貴署資深同仁業務經驗/作業規範建立短缺防線。</vt:lpstr>
      <vt:lpstr>本案執行策略：先打底、快驗證、可交付、可發展 以資料基礎建設為起點，導入務實可用之 AI 應用，於專案期程內完成具驗證價值之藥品供應智慧監測 POC 雛形，並預留後續研究成果銜接與正式系統擴充空間。</vt:lpstr>
      <vt:lpstr>PowerPoint Presentation</vt:lpstr>
      <vt:lpstr>附件7 外部藥品資料庫擴充可行性評估(1/3)</vt:lpstr>
      <vt:lpstr>附件7 外部藥品資料庫擴充可行性評估(2/3) </vt:lpstr>
      <vt:lpstr>Table slide sample</vt:lpstr>
      <vt:lpstr>Table slide sample </vt:lpstr>
      <vt:lpstr>Table slide sample   </vt:lpstr>
      <vt:lpstr>Table slide sample    </vt:lpstr>
      <vt:lpstr>Short case studies</vt:lpstr>
      <vt:lpstr>Brand table 1</vt:lpstr>
      <vt:lpstr>PowerPoint Presentation</vt:lpstr>
      <vt:lpstr>PowerPoint Presentation</vt:lpstr>
      <vt:lpstr>One column chart </vt:lpstr>
      <vt:lpstr>Three images three content</vt:lpstr>
      <vt:lpstr>Graphs</vt:lpstr>
      <vt:lpstr>Graphs</vt:lpstr>
      <vt:lpstr>Charts</vt:lpstr>
      <vt:lpstr>Chart and two content</vt:lpstr>
      <vt:lpstr>Graphs</vt:lpstr>
      <vt:lpstr>Graphs</vt:lpstr>
      <vt:lpstr>Donut chart</vt:lpstr>
      <vt:lpstr>PowerPoint Presentation</vt:lpstr>
      <vt:lpstr>Text and large stat  lorem ipsum dolor sit amet, consectetuer adipiscing elit </vt:lpstr>
      <vt:lpstr>Text and large stat lorem ipsum dolor sit amet, consectetuer adipiscing elit </vt:lpstr>
      <vt:lpstr>Process</vt:lpstr>
      <vt:lpstr>Process</vt:lpstr>
      <vt:lpstr>PwC 顧問團隊 – Leadership</vt:lpstr>
      <vt:lpstr>Intro title</vt:lpstr>
      <vt:lpstr>Intro title</vt:lpstr>
      <vt:lpstr>Intro title</vt:lpstr>
      <vt:lpstr>CV—one person</vt:lpstr>
      <vt:lpstr>CV—one person</vt:lpstr>
      <vt:lpstr>CV—one person</vt:lpstr>
      <vt:lpstr>CV—two people</vt:lpstr>
      <vt:lpstr>CV—two people</vt:lpstr>
      <vt:lpstr>Bios—two people</vt:lpstr>
      <vt:lpstr>Bios—two people</vt:lpstr>
      <vt:lpstr>Bios—three people</vt:lpstr>
      <vt:lpstr>Bios—three people</vt:lpstr>
      <vt:lpstr>Bios—four people</vt:lpstr>
      <vt:lpstr>Bios—four people</vt:lpstr>
      <vt:lpstr>Four team images</vt:lpstr>
      <vt:lpstr>Four team images stacked</vt:lpstr>
      <vt:lpstr>Team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2026-08-13T06:16:32Z</dcterms:created>
  <dcterms:modified xsi:type="dcterms:W3CDTF">2026-08-28T08:56:35Z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0x01010057CEFDBAE80C59469568A37FF2AD9E46</vt:lpwstr>
  </property>
  <property fmtid="{D5CDD505-2E9C-101B-9397-08002B2CF9AE}" pid="3" name="MediaServiceImageTags">
    <vt:lpwstr/>
  </property>
</Properties>
</file>