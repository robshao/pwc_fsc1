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74" r:id="rId5"/>
    <p:sldMasterId id="2147483677" r:id="rId6"/>
    <p:sldMasterId id="2147483752" r:id="rId7"/>
    <p:sldMasterId id="2147483828" r:id="rId8"/>
    <p:sldMasterId id="2147483916" r:id="rId9"/>
  </p:sldMasterIdLst>
  <p:notesMasterIdLst>
    <p:notesMasterId r:id="rId124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85F48-5DE5-14CF-FD55-8C71A0CF0FD8}" v="3" dt="2026-08-28T03:28:32.066"/>
    <p1510:client id="{15D06E23-814D-4FB8-96A8-0FFE2568AE7B}" v="63" dt="2026-08-28T08:56:32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Relationship Id="rId38" Type="http://schemas.openxmlformats.org/officeDocument/2006/relationships/slide" Target="slides/slide22.xml"/><Relationship Id="rId39" Type="http://schemas.openxmlformats.org/officeDocument/2006/relationships/slide" Target="slides/slide23.xml"/><Relationship Id="rId40" Type="http://schemas.openxmlformats.org/officeDocument/2006/relationships/slide" Target="slides/slide24.xml"/><Relationship Id="rId124" Type="http://schemas.openxmlformats.org/officeDocument/2006/relationships/notesMaster" Target="notesMasters/notesMaster1.xml"/><Relationship Id="rId125" Type="http://schemas.openxmlformats.org/officeDocument/2006/relationships/presProps" Target="presProps.xml"/><Relationship Id="rId126" Type="http://schemas.openxmlformats.org/officeDocument/2006/relationships/viewProps" Target="viewProps.xml"/><Relationship Id="rId127" Type="http://schemas.openxmlformats.org/officeDocument/2006/relationships/theme" Target="theme/theme1.xml"/><Relationship Id="rId128" Type="http://schemas.openxmlformats.org/officeDocument/2006/relationships/tableStyles" Target="tableStyles.xml"/><Relationship Id="rId129" Type="http://schemas.microsoft.com/office/2016/11/relationships/changesInfo" Target="changesInfos/changesInfo1.xml"/><Relationship Id="rId1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TJ Wang (TW)" userId="18033001-5856-41bf-97cd-f021b2ea7695" providerId="ADAL" clId="{86509E4E-F890-43B6-97AB-BA7419744C2D}"/>
    <pc:docChg chg="undo custSel addSld delSld modSld sldOrd delMainMaster modMainMaster addSection delSection modSection">
      <pc:chgData name="Tony TJ Wang (TW)" userId="18033001-5856-41bf-97cd-f021b2ea7695" providerId="ADAL" clId="{86509E4E-F890-43B6-97AB-BA7419744C2D}" dt="2026-08-28T08:56:32.543" v="594"/>
      <pc:docMkLst>
        <pc:docMk/>
      </pc:docMkLst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1607610444" sldId="256"/>
        </pc:sldMkLst>
      </pc:sldChg>
      <pc:sldChg chg="addSp new mod">
        <pc:chgData name="Tony TJ Wang (TW)" userId="18033001-5856-41bf-97cd-f021b2ea7695" providerId="ADAL" clId="{86509E4E-F890-43B6-97AB-BA7419744C2D}" dt="2026-08-13T08:26:10.078" v="26" actId="22"/>
        <pc:sldMkLst>
          <pc:docMk/>
          <pc:sldMk cId="4171859083" sldId="257"/>
        </pc:sldMkLst>
        <pc:picChg chg="add">
          <ac:chgData name="Tony TJ Wang (TW)" userId="18033001-5856-41bf-97cd-f021b2ea7695" providerId="ADAL" clId="{86509E4E-F890-43B6-97AB-BA7419744C2D}" dt="2026-08-13T08:26:10.078" v="26" actId="22"/>
          <ac:picMkLst>
            <pc:docMk/>
            <pc:sldMk cId="4171859083" sldId="257"/>
            <ac:picMk id="3" creationId="{EC1DED65-A97B-2E45-E83A-4778C0D9ADC1}"/>
          </ac:picMkLst>
        </pc:picChg>
      </pc:sldChg>
      <pc:sldChg chg="addSp delSp modSp mod">
        <pc:chgData name="Tony TJ Wang (TW)" userId="18033001-5856-41bf-97cd-f021b2ea7695" providerId="ADAL" clId="{86509E4E-F890-43B6-97AB-BA7419744C2D}" dt="2026-08-28T08:56:31.825" v="591" actId="1076"/>
        <pc:sldMkLst>
          <pc:docMk/>
          <pc:sldMk cId="2420393673" sldId="272"/>
        </pc:sldMkLst>
        <pc:picChg chg="add mod">
          <ac:chgData name="Tony TJ Wang (TW)" userId="18033001-5856-41bf-97cd-f021b2ea7695" providerId="ADAL" clId="{86509E4E-F890-43B6-97AB-BA7419744C2D}" dt="2026-08-28T08:56:31.825" v="591" actId="1076"/>
          <ac:picMkLst>
            <pc:docMk/>
            <pc:sldMk cId="2420393673" sldId="272"/>
            <ac:picMk id="5" creationId="{23EC51DD-9D24-701E-2C38-1BABBB089B81}"/>
          </ac:picMkLst>
        </pc:picChg>
      </pc:sldChg>
      <pc:sldChg chg="ord">
        <pc:chgData name="Tony TJ Wang (TW)" userId="18033001-5856-41bf-97cd-f021b2ea7695" providerId="ADAL" clId="{86509E4E-F890-43B6-97AB-BA7419744C2D}" dt="2026-08-26T07:18:53.925" v="287"/>
        <pc:sldMkLst>
          <pc:docMk/>
          <pc:sldMk cId="4069544170" sldId="289"/>
        </pc:sldMkLst>
      </pc:sldChg>
      <pc:sldChg chg="addSp delSp modSp new mod ord">
        <pc:chgData name="Tony TJ Wang (TW)" userId="18033001-5856-41bf-97cd-f021b2ea7695" providerId="ADAL" clId="{86509E4E-F890-43B6-97AB-BA7419744C2D}" dt="2026-08-26T08:40:20.622" v="556" actId="255"/>
        <pc:sldMkLst>
          <pc:docMk/>
          <pc:sldMk cId="2599464912" sldId="296"/>
        </pc:sldMkLst>
        <pc:spChg chg="add mod">
          <ac:chgData name="Tony TJ Wang (TW)" userId="18033001-5856-41bf-97cd-f021b2ea7695" providerId="ADAL" clId="{86509E4E-F890-43B6-97AB-BA7419744C2D}" dt="2026-08-26T08:40:12.736" v="552" actId="1076"/>
          <ac:spMkLst>
            <pc:docMk/>
            <pc:sldMk cId="2599464912" sldId="296"/>
            <ac:spMk id="3" creationId="{699D2354-99A8-0B65-8271-5F3C9B2AE63C}"/>
          </ac:spMkLst>
        </pc:spChg>
        <pc:spChg chg="add mod">
          <ac:chgData name="Tony TJ Wang (TW)" userId="18033001-5856-41bf-97cd-f021b2ea7695" providerId="ADAL" clId="{86509E4E-F890-43B6-97AB-BA7419744C2D}" dt="2026-08-26T08:40:14.745" v="553" actId="1076"/>
          <ac:spMkLst>
            <pc:docMk/>
            <pc:sldMk cId="2599464912" sldId="296"/>
            <ac:spMk id="5" creationId="{82CAD90D-E01E-8658-C010-750747A1866D}"/>
          </ac:spMkLst>
        </pc:spChg>
        <pc:spChg chg="add mod">
          <ac:chgData name="Tony TJ Wang (TW)" userId="18033001-5856-41bf-97cd-f021b2ea7695" providerId="ADAL" clId="{86509E4E-F890-43B6-97AB-BA7419744C2D}" dt="2026-08-26T08:40:20.622" v="556" actId="255"/>
          <ac:spMkLst>
            <pc:docMk/>
            <pc:sldMk cId="2599464912" sldId="296"/>
            <ac:spMk id="8" creationId="{B181DE30-50A2-082B-CEF4-18CD5B21EDD5}"/>
          </ac:spMkLst>
        </pc:spChg>
        <pc:picChg chg="add mod">
          <ac:chgData name="Tony TJ Wang (TW)" userId="18033001-5856-41bf-97cd-f021b2ea7695" providerId="ADAL" clId="{86509E4E-F890-43B6-97AB-BA7419744C2D}" dt="2026-08-26T08:39:40.237" v="539" actId="1076"/>
          <ac:picMkLst>
            <pc:docMk/>
            <pc:sldMk cId="2599464912" sldId="296"/>
            <ac:picMk id="7" creationId="{C1178097-20D2-CF88-6BF5-A0D7A81F423D}"/>
          </ac:picMkLst>
        </pc:picChg>
      </pc:sldChg>
      <pc:sldChg chg="addSp delSp modSp add mod ord">
        <pc:chgData name="Tony TJ Wang (TW)" userId="18033001-5856-41bf-97cd-f021b2ea7695" providerId="ADAL" clId="{86509E4E-F890-43B6-97AB-BA7419744C2D}" dt="2026-08-26T08:40:50.577" v="566" actId="1076"/>
        <pc:sldMkLst>
          <pc:docMk/>
          <pc:sldMk cId="106630151" sldId="297"/>
        </pc:sldMkLst>
        <pc:spChg chg="add mod">
          <ac:chgData name="Tony TJ Wang (TW)" userId="18033001-5856-41bf-97cd-f021b2ea7695" providerId="ADAL" clId="{86509E4E-F890-43B6-97AB-BA7419744C2D}" dt="2026-08-26T08:40:50.577" v="566" actId="1076"/>
          <ac:spMkLst>
            <pc:docMk/>
            <pc:sldMk cId="106630151" sldId="297"/>
            <ac:spMk id="5" creationId="{FA068CB2-23AF-6FCE-7A50-CFDF4DCD3FE4}"/>
          </ac:spMkLst>
        </pc:spChg>
        <pc:picChg chg="add mod">
          <ac:chgData name="Tony TJ Wang (TW)" userId="18033001-5856-41bf-97cd-f021b2ea7695" providerId="ADAL" clId="{86509E4E-F890-43B6-97AB-BA7419744C2D}" dt="2026-08-26T08:40:37.943" v="560" actId="1076"/>
          <ac:picMkLst>
            <pc:docMk/>
            <pc:sldMk cId="106630151" sldId="297"/>
            <ac:picMk id="3" creationId="{77441DA9-BD51-D469-063C-F2B197A6FACF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26T08:40:43.914" v="562" actId="1076"/>
        <pc:sldMkLst>
          <pc:docMk/>
          <pc:sldMk cId="2554360611" sldId="299"/>
        </pc:sldMkLst>
        <pc:spChg chg="add mod">
          <ac:chgData name="Tony TJ Wang (TW)" userId="18033001-5856-41bf-97cd-f021b2ea7695" providerId="ADAL" clId="{86509E4E-F890-43B6-97AB-BA7419744C2D}" dt="2026-08-26T08:40:41.294" v="561" actId="1076"/>
          <ac:spMkLst>
            <pc:docMk/>
            <pc:sldMk cId="2554360611" sldId="299"/>
            <ac:spMk id="9" creationId="{E6E1ADB4-38E1-10F2-0F7C-DB46EEAA8488}"/>
          </ac:spMkLst>
        </pc:spChg>
        <pc:spChg chg="add mod">
          <ac:chgData name="Tony TJ Wang (TW)" userId="18033001-5856-41bf-97cd-f021b2ea7695" providerId="ADAL" clId="{86509E4E-F890-43B6-97AB-BA7419744C2D}" dt="2026-08-26T08:40:43.914" v="562" actId="1076"/>
          <ac:spMkLst>
            <pc:docMk/>
            <pc:sldMk cId="2554360611" sldId="299"/>
            <ac:spMk id="11" creationId="{975761DE-5B44-1383-F92A-065EDC92E756}"/>
          </ac:spMkLst>
        </pc:spChg>
        <pc:picChg chg="add mod">
          <ac:chgData name="Tony TJ Wang (TW)" userId="18033001-5856-41bf-97cd-f021b2ea7695" providerId="ADAL" clId="{86509E4E-F890-43B6-97AB-BA7419744C2D}" dt="2026-08-26T08:33:04.428" v="503" actId="1076"/>
          <ac:picMkLst>
            <pc:docMk/>
            <pc:sldMk cId="2554360611" sldId="299"/>
            <ac:picMk id="5" creationId="{293E2457-47C0-6017-1FA6-55408733CB32}"/>
          </ac:picMkLst>
        </pc:picChg>
        <pc:picChg chg="add mod">
          <ac:chgData name="Tony TJ Wang (TW)" userId="18033001-5856-41bf-97cd-f021b2ea7695" providerId="ADAL" clId="{86509E4E-F890-43B6-97AB-BA7419744C2D}" dt="2026-08-26T08:33:00.695" v="501" actId="1076"/>
          <ac:picMkLst>
            <pc:docMk/>
            <pc:sldMk cId="2554360611" sldId="299"/>
            <ac:picMk id="8" creationId="{C7EBA735-B78C-2D41-2D87-F29DEB7BEB39}"/>
          </ac:picMkLst>
        </pc:pic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21359538" sldId="30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44019484" sldId="301"/>
        </pc:sldMkLst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514704115" sldId="302"/>
        </pc:sldMkLst>
        <pc:picChg chg="add mod">
          <ac:chgData name="Tony TJ Wang (TW)" userId="18033001-5856-41bf-97cd-f021b2ea7695" providerId="ADAL" clId="{86509E4E-F890-43B6-97AB-BA7419744C2D}" dt="2026-08-26T07:41:00.343" v="395" actId="1076"/>
          <ac:picMkLst>
            <pc:docMk/>
            <pc:sldMk cId="2514704115" sldId="302"/>
            <ac:picMk id="8" creationId="{D55881AE-99AA-9CF5-6ACB-22F1023CE548}"/>
          </ac:picMkLst>
        </pc:picChg>
        <pc:picChg chg="add mod">
          <ac:chgData name="Tony TJ Wang (TW)" userId="18033001-5856-41bf-97cd-f021b2ea7695" providerId="ADAL" clId="{86509E4E-F890-43B6-97AB-BA7419744C2D}" dt="2026-08-26T07:41:04.905" v="397" actId="1076"/>
          <ac:picMkLst>
            <pc:docMk/>
            <pc:sldMk cId="2514704115" sldId="302"/>
            <ac:picMk id="10" creationId="{E06E8876-7662-E0DB-9807-C866C62E715D}"/>
          </ac:picMkLst>
        </pc:picChg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60654132" sldId="303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2" creationId="{FFC61194-AA99-E57E-DA3E-2C31C77FA50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3" creationId="{37DD5E59-9F8C-3409-2221-C1C12AA72571}"/>
          </ac:spMkLst>
        </pc:spChg>
        <pc:picChg chg="add mod">
          <ac:chgData name="Tony TJ Wang (TW)" userId="18033001-5856-41bf-97cd-f021b2ea7695" providerId="ADAL" clId="{86509E4E-F890-43B6-97AB-BA7419744C2D}" dt="2026-08-26T07:41:16.282" v="402" actId="1076"/>
          <ac:picMkLst>
            <pc:docMk/>
            <pc:sldMk cId="360654132" sldId="303"/>
            <ac:picMk id="6" creationId="{B639B532-BDF9-36FD-8483-EECA3E104FF1}"/>
          </ac:picMkLst>
        </pc:picChg>
      </pc:sldChg>
      <pc:sldChg chg="addSp delSp modSp add mod">
        <pc:chgData name="Tony TJ Wang (TW)" userId="18033001-5856-41bf-97cd-f021b2ea7695" providerId="ADAL" clId="{86509E4E-F890-43B6-97AB-BA7419744C2D}" dt="2026-08-26T09:01:17.332" v="590" actId="1076"/>
        <pc:sldMkLst>
          <pc:docMk/>
          <pc:sldMk cId="741598415" sldId="304"/>
        </pc:sldMkLst>
        <pc:spChg chg="mod">
          <ac:chgData name="Tony TJ Wang (TW)" userId="18033001-5856-41bf-97cd-f021b2ea7695" providerId="ADAL" clId="{86509E4E-F890-43B6-97AB-BA7419744C2D}" dt="2026-08-26T09:01:16.082" v="589" actId="1076"/>
          <ac:spMkLst>
            <pc:docMk/>
            <pc:sldMk cId="741598415" sldId="304"/>
            <ac:spMk id="7" creationId="{5C1C04AE-6023-888A-7864-8A3DD60FC73E}"/>
          </ac:spMkLst>
        </pc:spChg>
        <pc:spChg chg="add mod">
          <ac:chgData name="Tony TJ Wang (TW)" userId="18033001-5856-41bf-97cd-f021b2ea7695" providerId="ADAL" clId="{86509E4E-F890-43B6-97AB-BA7419744C2D}" dt="2026-08-26T08:39:22.172" v="535" actId="14100"/>
          <ac:spMkLst>
            <pc:docMk/>
            <pc:sldMk cId="741598415" sldId="304"/>
            <ac:spMk id="8" creationId="{EE2A7D4C-2416-2A1F-AFC4-788F5196D71B}"/>
          </ac:spMkLst>
        </pc:spChg>
        <pc:picChg chg="add mod modCrop">
          <ac:chgData name="Tony TJ Wang (TW)" userId="18033001-5856-41bf-97cd-f021b2ea7695" providerId="ADAL" clId="{86509E4E-F890-43B6-97AB-BA7419744C2D}" dt="2026-08-26T09:01:14.187" v="588" actId="1076"/>
          <ac:picMkLst>
            <pc:docMk/>
            <pc:sldMk cId="741598415" sldId="304"/>
            <ac:picMk id="11" creationId="{799B8E4A-159A-36C8-121D-86218BD82181}"/>
          </ac:picMkLst>
        </pc:picChg>
        <pc:picChg chg="add mod modCrop">
          <ac:chgData name="Tony TJ Wang (TW)" userId="18033001-5856-41bf-97cd-f021b2ea7695" providerId="ADAL" clId="{86509E4E-F890-43B6-97AB-BA7419744C2D}" dt="2026-08-26T09:01:17.332" v="590" actId="1076"/>
          <ac:picMkLst>
            <pc:docMk/>
            <pc:sldMk cId="741598415" sldId="304"/>
            <ac:picMk id="13" creationId="{23AC456D-1263-5706-8781-9C497F98A738}"/>
          </ac:picMkLst>
        </pc:picChg>
      </pc:sldChg>
      <pc:sldChg chg="addSp new mod">
        <pc:chgData name="Tony TJ Wang (TW)" userId="18033001-5856-41bf-97cd-f021b2ea7695" providerId="ADAL" clId="{86509E4E-F890-43B6-97AB-BA7419744C2D}" dt="2026-08-13T08:01:47.483" v="3" actId="22"/>
        <pc:sldMkLst>
          <pc:docMk/>
          <pc:sldMk cId="678161449" sldId="4119"/>
        </pc:sldMkLst>
        <pc:picChg chg="add">
          <ac:chgData name="Tony TJ Wang (TW)" userId="18033001-5856-41bf-97cd-f021b2ea7695" providerId="ADAL" clId="{86509E4E-F890-43B6-97AB-BA7419744C2D}" dt="2026-08-13T08:01:47.483" v="3" actId="22"/>
          <ac:picMkLst>
            <pc:docMk/>
            <pc:sldMk cId="678161449" sldId="4119"/>
            <ac:picMk id="3" creationId="{CC6B2FF3-1D5E-89E5-5953-142FA194390B}"/>
          </ac:picMkLst>
        </pc:picChg>
      </pc:sldChg>
      <pc:sldChg chg="addSp modSp new mod">
        <pc:chgData name="Tony TJ Wang (TW)" userId="18033001-5856-41bf-97cd-f021b2ea7695" providerId="ADAL" clId="{86509E4E-F890-43B6-97AB-BA7419744C2D}" dt="2026-08-13T08:05:56.981" v="8" actId="1076"/>
        <pc:sldMkLst>
          <pc:docMk/>
          <pc:sldMk cId="3708291182" sldId="4121"/>
        </pc:sldMkLst>
        <pc:picChg chg="add mod">
          <ac:chgData name="Tony TJ Wang (TW)" userId="18033001-5856-41bf-97cd-f021b2ea7695" providerId="ADAL" clId="{86509E4E-F890-43B6-97AB-BA7419744C2D}" dt="2026-08-13T08:05:56.981" v="8" actId="1076"/>
          <ac:picMkLst>
            <pc:docMk/>
            <pc:sldMk cId="3708291182" sldId="4121"/>
            <ac:picMk id="3" creationId="{7629E256-9BA1-CC61-6CF6-F32EE6FE4842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13T08:14:18.955" v="20" actId="22"/>
        <pc:sldMkLst>
          <pc:docMk/>
          <pc:sldMk cId="2246093613" sldId="4122"/>
        </pc:sldMkLst>
        <pc:picChg chg="add mod">
          <ac:chgData name="Tony TJ Wang (TW)" userId="18033001-5856-41bf-97cd-f021b2ea7695" providerId="ADAL" clId="{86509E4E-F890-43B6-97AB-BA7419744C2D}" dt="2026-08-13T08:12:37.928" v="14" actId="1076"/>
          <ac:picMkLst>
            <pc:docMk/>
            <pc:sldMk cId="2246093613" sldId="4122"/>
            <ac:picMk id="3" creationId="{76B8456D-67EC-335A-05C8-91D0ACFD1628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338497899" sldId="214747161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385829111" sldId="2147471611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4266216018" sldId="2147471612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1984436587" sldId="2147471618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77337181" sldId="2147471622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089504799" sldId="214747162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1521235129" sldId="2147471626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806025323" sldId="214747162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4250702178" sldId="2147471632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237972989" sldId="2147471633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91331744" sldId="2147471634"/>
        </pc:sldMkLst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119080904" sldId="2147471635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2" creationId="{AAAB61BE-CAA7-BC81-B2A4-1E350EAF62FA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3" creationId="{17D14F5D-29BE-1BDE-AE7C-30F43A7B797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4" creationId="{48E04D8A-0D68-C063-D5ED-17DAC77F4BCA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467171543" sldId="2147471636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2" creationId="{C961C7A9-8040-8A66-E380-CDB63F8EC85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3" creationId="{ED1FD4D1-E983-FC7D-989F-B3CD09A45412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4" creationId="{5B0659AF-30A6-74C6-3B06-D0F40A8E5A51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574416562" sldId="2147471637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2" creationId="{EA30E22E-10B1-AE8F-677F-A3BC8AD36FA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3" creationId="{0AC8CD98-B1E4-94FC-E3DE-5F967851D07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4" creationId="{43F0CE76-E751-EDB4-F8D9-45DD6B20AD53}"/>
          </ac:spMkLst>
        </pc:spChg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132854497" sldId="2147471638"/>
        </pc:sldMkLst>
      </pc:sldChg>
      <pc:sldChg chg="addSp delSp 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055900988" sldId="2147471642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3" creationId="{3CFAF4F7-DD04-E73B-31AC-AA786DD2A3E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4" creationId="{1F8AC684-621F-56AE-B411-537B5B509B2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13" creationId="{7E0A3E8B-36B3-3088-6BF4-F751E1A28501}"/>
          </ac:spMkLst>
        </pc:sp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597535416" sldId="2147471647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785920302" sldId="2147471648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120340878" sldId="2147471649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982551857" sldId="214747165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2948209876" sldId="2147471651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74290052" sldId="2147471652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9908558" sldId="2147471653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799494147" sldId="2147471654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884221787" sldId="2147471655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2935639352" sldId="2147471656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447439805" sldId="2147471657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4008478433" sldId="2147471664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149247235" sldId="2147471665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885898768" sldId="2147471666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3086659854" sldId="2147471667"/>
        </pc:sldMkLst>
      </pc:sldChg>
      <pc:sldChg chg="add ord">
        <pc:chgData name="Tony TJ Wang (TW)" userId="18033001-5856-41bf-97cd-f021b2ea7695" providerId="ADAL" clId="{86509E4E-F890-43B6-97AB-BA7419744C2D}" dt="2026-08-26T07:25:11.809" v="313"/>
        <pc:sldMkLst>
          <pc:docMk/>
          <pc:sldMk cId="3071817210" sldId="2147471671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2330717037" sldId="2147471672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800678970" sldId="214747167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4004244919" sldId="2147471689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520692316" sldId="2147471690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250428090" sldId="2147471694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429173059" sldId="2147471695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556327753" sldId="214747169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2966213305" sldId="2147471698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3311238796" sldId="2147471703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18129924" sldId="2147471704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24167629" sldId="2147471705"/>
        </pc:sldMkLst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554073569" sldId="2147471722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554073569" sldId="2147471722"/>
            <ac:spMk id="14" creationId="{3BD44A5F-D0AA-BF1E-6829-92E7E607B553}"/>
          </ac:spMkLst>
        </pc:spChg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3929345242" sldId="2147471723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7" creationId="{A63A297D-2F35-7812-303A-16AD896A5B3A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1" creationId="{00C68E4D-21AB-08CD-419F-8429E0F0DB56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2" creationId="{E9BB387C-D24E-5C83-0468-18A25461E280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3" creationId="{C772BD97-777E-8670-8416-8547A807F60F}"/>
          </ac:spMkLst>
        </pc:spChg>
      </pc:sldChg>
      <pc:sldChg chg="add">
        <pc:chgData name="Tony TJ Wang (TW)" userId="18033001-5856-41bf-97cd-f021b2ea7695" providerId="ADAL" clId="{86509E4E-F890-43B6-97AB-BA7419744C2D}" dt="2026-08-26T07:28:41.008" v="324"/>
        <pc:sldMkLst>
          <pc:docMk/>
          <pc:sldMk cId="17382343" sldId="2147471724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1821783111" sldId="2147471725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32533317" sldId="2147471726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2676554576" sldId="2147471727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3986693228" sldId="2147471728"/>
        </pc:sldMkLst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42471186" sldId="2147471729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2" creationId="{581566A1-460A-B6C8-7897-25EBDE7DA34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3" creationId="{AE48430D-5555-2028-9FEB-4564DF5DCC4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6" creationId="{F7F50117-E101-A398-85D0-5678B16A31D8}"/>
          </ac:spMkLst>
        </pc:spChg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16800107" sldId="2147471730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3" creationId="{094D05D2-F793-ECE9-3DE3-ECAC4E0FB80E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6" creationId="{816C4870-D1A1-9A10-A8ED-313BEFC96E1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7" creationId="{C45343BF-FFF9-675A-6730-32F05149995A}"/>
          </ac:spMkLst>
        </pc:spChg>
      </pc:sldChg>
      <pc:sldChg chg="addSp delSp modSp add del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812243640" sldId="2147471758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2" creationId="{3E6E3BE0-C2C0-A042-24DF-086F26D33FB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3" creationId="{09EF78B3-D5DB-E432-D9FF-6795C54E704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4" creationId="{9D55DBD4-9962-EEBB-075E-1B36BC34A2AE}"/>
          </ac:spMkLst>
        </pc:spChg>
        <pc:picChg chg="add mod">
          <ac:chgData name="Tony TJ Wang (TW)" userId="18033001-5856-41bf-97cd-f021b2ea7695" providerId="ADAL" clId="{86509E4E-F890-43B6-97AB-BA7419744C2D}" dt="2026-08-26T07:40:21.548" v="384" actId="1076"/>
          <ac:picMkLst>
            <pc:docMk/>
            <pc:sldMk cId="1812243640" sldId="2147471758"/>
            <ac:picMk id="9" creationId="{0EABAE12-ABF6-8964-8620-D2FFB418A2D6}"/>
          </ac:picMkLst>
        </pc:picChg>
        <pc:picChg chg="add mod">
          <ac:chgData name="Tony TJ Wang (TW)" userId="18033001-5856-41bf-97cd-f021b2ea7695" providerId="ADAL" clId="{86509E4E-F890-43B6-97AB-BA7419744C2D}" dt="2026-08-26T07:40:26.519" v="387" actId="1076"/>
          <ac:picMkLst>
            <pc:docMk/>
            <pc:sldMk cId="1812243640" sldId="2147471758"/>
            <ac:picMk id="11" creationId="{A2D57C02-2453-5D13-1ACE-C5C0E1D082D1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842812038" sldId="2147471765"/>
        </pc:sldMkLst>
      </pc:sldChg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215186150" sldId="2147471831"/>
        </pc:sldMkLst>
      </pc:sldChg>
      <pc:sldChg chg="delSp mod ord modNotesTx">
        <pc:chgData name="Tony TJ Wang (TW)" userId="18033001-5856-41bf-97cd-f021b2ea7695" providerId="ADAL" clId="{86509E4E-F890-43B6-97AB-BA7419744C2D}" dt="2026-08-26T07:16:10.085" v="280" actId="20577"/>
        <pc:sldMkLst>
          <pc:docMk/>
          <pc:sldMk cId="3693095151" sldId="2147483644"/>
        </pc:sldMkLst>
      </pc:sldChg>
      <pc:sldChg chg="ord">
        <pc:chgData name="Tony TJ Wang (TW)" userId="18033001-5856-41bf-97cd-f021b2ea7695" providerId="ADAL" clId="{86509E4E-F890-43B6-97AB-BA7419744C2D}" dt="2026-08-26T07:33:40.478" v="341"/>
        <pc:sldMkLst>
          <pc:docMk/>
          <pc:sldMk cId="1652456660" sldId="2147483645"/>
        </pc:sldMkLst>
      </pc:sldChg>
      <pc:sldChg chg="ord">
        <pc:chgData name="Tony TJ Wang (TW)" userId="18033001-5856-41bf-97cd-f021b2ea7695" providerId="ADAL" clId="{86509E4E-F890-43B6-97AB-BA7419744C2D}" dt="2026-08-26T07:33:16.815" v="337"/>
        <pc:sldMkLst>
          <pc:docMk/>
          <pc:sldMk cId="2351879941" sldId="2147483647"/>
        </pc:sldMkLst>
      </pc:sldChg>
      <pc:sldMasterChg chg="delSldLayout">
        <pc:chgData name="Tony TJ Wang (TW)" userId="18033001-5856-41bf-97cd-f021b2ea7695" providerId="ADAL" clId="{86509E4E-F890-43B6-97AB-BA7419744C2D}" dt="2026-08-26T07:24:47.954" v="307" actId="47"/>
        <pc:sldMasterMkLst>
          <pc:docMk/>
          <pc:sldMasterMk cId="358941851" sldId="2147483752"/>
        </pc:sldMasterMkLst>
      </pc:sldMasterChg>
      <pc:sldMasterChg chg="delSldLayout modSldLayout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3950966955" sldId="2147483916"/>
        </pc:sldMasterMkLst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47413589" sldId="214748398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5" creationId="{98AB6ED3-C5F6-877C-DAED-BEF7F30459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89345167" sldId="214748398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3" creationId="{DFD90212-F74C-9DC9-0056-4F5DDF0194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5" creationId="{98AB6ED3-C5F6-877C-DAED-BEF7F30459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6" creationId="{5E0745CB-2FF7-A852-6865-A8F426EE120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63929705" sldId="214748398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3" creationId="{75979435-2CA0-F566-8195-3E80CC2D618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7" creationId="{3A2C4AA3-8599-3431-5E25-2E68E7DB9FC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11330401" sldId="214748398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51454211" sldId="214748398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73329092" sldId="214748398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32537693" sldId="214748398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6" creationId="{8A3789D3-8936-6361-B279-04482E5DA0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7" creationId="{D2CF944E-CA0D-78C4-2738-7FF65A3C61D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6376902" sldId="214748398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5" creationId="{14843C2F-D12F-B2E4-1020-42BB1F404EE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6" creationId="{78D8C702-FC4B-D3F7-8D51-D2B3DFBA1C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8" creationId="{2074E594-75BC-BB21-5CB5-2ECACC5760F1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2331590" sldId="214748398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4" creationId="{50A2C7B7-9D29-E058-E1D5-11CACA1525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7" creationId="{F14AAF1B-63A7-87FB-CF3E-274298F4B36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8" creationId="{06EDDF0F-F4F8-2669-FD63-410B84DD24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0" creationId="{8BF9F556-4510-F7DD-B333-C401D75BD7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6" creationId="{AFBC73D5-BBD4-6DEA-ABD4-C7C99DE36B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87811106" sldId="214748398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220726195" sldId="214748399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76535555" sldId="214748399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25261477" sldId="214748399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604783140" sldId="214748399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6" creationId="{E38019E0-279D-A4EC-36F3-E0B1A717FCF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7" creationId="{B8872EE6-00EE-7E3B-FF0A-4031AD0A1F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92594306" sldId="214748399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3" creationId="{65C0038A-3A68-0DB9-64FC-6F889D75D3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6" creationId="{97BC8435-1364-314D-C920-74E9DEDB1E4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7" creationId="{D73A66C0-F670-A68E-E8AB-864BA888682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0198183" sldId="214748399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4" creationId="{EE189DEE-6989-9A74-BDE8-CA73B91086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7" creationId="{6DE5500C-FE6E-579B-63C3-09F6ADCF90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8" creationId="{DD78BEAF-F2F8-DC26-B864-8F818213806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079323" sldId="214748399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3" creationId="{8D3D9662-5F2D-57D9-7407-78275144A6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6" creationId="{CE0852A2-F289-0299-38DA-54988A9CF4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7" creationId="{D73A66C0-F670-A68E-E8AB-864BA88868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8" creationId="{417BEBC1-805D-DD3E-7FB7-E733D35B8E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8924780" sldId="214748399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3" creationId="{0EEDD237-2AD5-3154-E113-01E98DC0986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8" creationId="{C3079065-EEA7-BD3F-374F-2BD4FA17413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3" creationId="{D9EB10B1-191A-630B-CAE5-F7CB250CA41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6" creationId="{FB735FB7-5411-F2F1-D974-F773B1B8360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1254178586" sldId="214748399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8" creationId="{09A13E53-F775-A736-E17E-0D3BA9C73A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10" creationId="{8379B048-01BA-296A-05B7-D40EDFD3726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26260199" sldId="214748399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5" creationId="{51C9977E-07C7-6A42-E691-FD4699CEC98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7" creationId="{090265C7-5AAC-0489-DEB2-CECC63DAC2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041626689" sldId="214748400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4" creationId="{A5CBFC34-8CB2-CC41-3972-5FC87B9BDC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7" creationId="{9F37A09F-4048-050A-FDB3-83EC9C3725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8" creationId="{E24C1953-6774-4962-D21C-79F931E8AF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519284577" sldId="214748400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4" creationId="{81241698-5CD8-C604-8076-E2C7174471A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6" creationId="{09364D4B-08FC-0F72-14EE-FFE49CBE3E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8" creationId="{37630663-0430-1D7C-EBF0-D28C79961CF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10666384" sldId="214748400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3" creationId="{DF56AB70-B001-F407-DDA0-8274B08150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5" creationId="{BFFD3C8C-DE95-11CF-E112-F1CDEBBBAF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7" creationId="{BB0E27A5-BC84-EBC4-82C5-E8CF838E43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76174915" sldId="214748400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3" creationId="{60C2534F-0DED-9179-1BA0-BA7BBA63E4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5" creationId="{C21211E5-4A9D-2EA5-349A-BFEBB51D88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1" creationId="{0161467A-7063-86D7-24E8-072DC8FE58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2" creationId="{F42546D2-619E-D256-A62A-62019DAA477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68187545" sldId="214748400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2" creationId="{E62847D5-ADA8-3259-2549-281D1A6D552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3" creationId="{91E3B5C0-2252-2AC3-B6AC-A233A36FBD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5" creationId="{3634351F-B70F-FAD9-F7BB-519E4552F5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9" creationId="{BF7E05F9-3B71-A92F-C27D-3EA7295545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0" creationId="{5436620D-30A8-EA32-EBA9-0FB0D98A3A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3" creationId="{FCDEC8E4-3556-9DFF-F8E0-3E599203F3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4" creationId="{08EEADAB-1623-2FF8-2487-6AA4F7EC358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64438517" sldId="214748400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5" creationId="{A03E9A5D-D94B-2C14-C57F-8CEEA73EB9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9" creationId="{489906B8-D3A9-4BCE-6015-ACFE378C72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0" creationId="{FE0E6B83-F5A0-569B-4BAB-B7F61D7D08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1" creationId="{46DFEB0B-173F-2B4F-16A8-263FCC6CEC2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85248937" sldId="214748400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4" creationId="{B015D90A-43B1-2686-2FB5-24977CABC7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5" creationId="{1C2027B2-3AF9-ACB0-EFBF-E307D2CA34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7" creationId="{305BD07F-9015-08E7-A1B9-CEE3998C38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8" creationId="{96E79EC7-3C5A-2B86-5F55-4E1518901C1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17" creationId="{281D6954-23FD-DBC4-8238-AE64FBE579A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75404505" sldId="214748400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3" creationId="{BE946374-FA30-CA90-8DA8-4D3D9C8D95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4" creationId="{E9C1A15D-9D72-ADF5-F762-A0FCDB4299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5" creationId="{F894016E-E9A2-621D-7E7E-4C60EA7D14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7" creationId="{B7BD091D-1A71-D98C-9FBE-055914E89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8" creationId="{6B0989A2-BAE8-DBCB-9B68-2A6A9EEEC5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9" creationId="{6B661239-E68D-0808-F96A-FE85956F113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80867760" sldId="214748400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4" creationId="{943EE09F-88BE-B892-E588-CE1A64CF45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7" creationId="{89862BAD-5A88-900F-A59B-68B96AB4149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8" creationId="{0DA847B6-5ED7-CD22-AC77-BE2F874194B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33767521" sldId="214748400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3" creationId="{6955500F-3808-9CA2-1F44-A6416457143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5" creationId="{97546331-F0CB-B769-2ED0-10C215328D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6" creationId="{E6F2E23D-BB9F-B34F-EC85-66F73AA73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9" creationId="{7809C51E-8610-C513-8EEC-D5CB091B65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0" creationId="{DFE232A4-E7EE-98E3-AD8F-428E48A336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1" creationId="{A39229A9-9F4B-8863-1C67-62C2859D9BE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40457667" sldId="214748401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3" creationId="{3279AEC2-3D38-AA3C-D9ED-F56066F0252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4" creationId="{2B415381-8D1E-8A6F-693B-DB90EB881D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6" creationId="{1F2E443D-FB19-EC91-F034-92383A4D9EA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0" creationId="{8E8D28FD-FF5F-398A-38AD-0E9B9DE0EC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2" creationId="{E2C8463D-8B6E-9FF2-1B5C-72452E9273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3" creationId="{39DE996C-A166-458A-310E-FEBC9C52A7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4" creationId="{134591D3-6AC4-CADD-BA45-1311233200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6" creationId="{33601CD4-0BCA-521B-0F56-3E84B8C91F7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23573422" sldId="214748401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3" creationId="{E67D3849-C8CD-8658-1466-0AC905A329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5" creationId="{C3E8CA74-2A20-C79E-AB93-415F841BF9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7" creationId="{45FB2FC1-37EA-E80B-8E2C-5BB79F82C54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1" creationId="{F4A2F6DA-84DB-C19E-4C0E-907410D65A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2" creationId="{91E96ECE-0D5F-0C73-B9DA-305E820717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3" creationId="{3FB0C79D-C35F-8072-C668-9D9D7A93739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6360593" sldId="214748401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5" creationId="{90658801-9D03-6822-31B7-920A8C4C5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1" creationId="{E8465518-586C-3585-5D66-F8C5F7841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2" creationId="{32A0F579-2C59-6C73-6CB2-7D28A65E2E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3" creationId="{6C860A8A-DDDD-D41D-7D92-718D7B4F0FA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13042700" sldId="214748401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3" creationId="{4BD5BA45-6FFD-0692-0F0F-E110F28E68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4" creationId="{14B2DDC5-30CC-4253-DAE0-02B6367366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5" creationId="{6A0EF6EA-3F57-5496-E0F3-4864ED1104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7" creationId="{BC4F89F3-153E-1F6B-8CFE-E1D4D68749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12" creationId="{32898A4C-932E-23E9-DC30-A54F1747D7D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26993151" sldId="214748401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7" creationId="{AB18F79E-2EEB-FEB6-9FD2-CF00E69E39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0" creationId="{B50CDAE4-0C34-CA3B-8150-C653F96325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1" creationId="{32934F70-692D-5369-94C8-0030A3CD43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2" creationId="{75F0D866-D99D-B922-92B9-43D8C80FC3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4" creationId="{28C2AC20-FA64-9BFB-4B6C-CC4DC765CF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75771468" sldId="214748401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4" creationId="{35EB01E0-E6A4-D360-2FD4-9B71B2DE0DC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7" creationId="{5AAE7EEF-B347-4D56-A6AE-448368A5BED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0" creationId="{4626FCF7-D9DB-AA92-E09A-63795E0A9BF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1" creationId="{3EAED7B3-1E01-DB3C-A9C0-C02BF6D0CA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2" creationId="{1DF4DD5F-AF74-EA4E-244D-3B8BF6C634D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3" creationId="{663492E0-8524-F0F0-654F-078445BB721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1893358" sldId="214748401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3" creationId="{FDAB432F-854F-42B3-F530-13E74D7AAA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5" creationId="{357B41B5-877C-16C0-86C3-0049A6AEFD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6" creationId="{3B9F6906-FD55-4ECF-BC68-21EDA9D4716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7" creationId="{AF5BE851-36FB-AE1C-238B-97C05E05B1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8" creationId="{C3EBFD86-34DE-5EF4-510C-8C6F417E64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9" creationId="{87ADAD20-05B4-05C7-E934-6F9C1436EB7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56306695" sldId="214748401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3" creationId="{15B11690-3DC6-7B4C-5196-E388A51146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7" creationId="{DF7CA4CE-E47A-514D-5828-6AA4EAEAA5D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9" creationId="{408A6C4D-3F5E-1CC8-64FD-F01177BD1E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0" creationId="{BE81782A-2131-81EC-B274-273228A022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1" creationId="{1C7B2FA3-BB01-C042-C3E2-CE1E30B4DC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2" creationId="{5817751D-AEF1-E60E-A99F-8E78DF21FF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4" creationId="{AC495E7E-4FB5-532A-2A69-899751FD4B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69354394" sldId="214748401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5" creationId="{7A4C48D2-B18D-75C7-0C7E-1D9DB13960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6" creationId="{D9EBCD51-8DA2-A863-38B9-4D39E92CBCD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7" creationId="{EDE25965-5FF0-06E1-006B-1D9AEC33DC6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1" creationId="{F248317B-0C78-D1D7-C7AA-97B940FCDF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3" creationId="{9E1EEBC7-B3D2-0C33-A1E4-86D938D57B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4" creationId="{DE61D85C-E065-C899-A314-61A9747899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6" creationId="{2AC1B240-8DE4-93F4-7F67-7A0D12BFCB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7" creationId="{26AF7A0A-28F9-E71C-DA0E-449F854A8D7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36100002" sldId="214748401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3" creationId="{9C3E4A20-48E1-6B96-207C-2A01DD8E9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9" creationId="{404392E8-8FC9-D8AC-538E-69F5A15C16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0" creationId="{E1769020-22C9-8DED-D532-40F11F2D33C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1" creationId="{5F5E5E69-4FFF-DFC2-659C-7E55787A02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2" creationId="{FEE2C3B1-D32B-2DC8-8154-D81D14148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3" creationId="{E4143737-9FAE-4BEB-0906-D059D53A4E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4" creationId="{5FAA5E52-06C6-50C6-842F-09B2897EBA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5" creationId="{BE4E3AAB-764D-686D-74DE-DD6CA156031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8" creationId="{E50EC622-9E3E-7826-5B6E-3F05131728C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9" creationId="{87CC549C-7C7A-4C05-D6A7-8187C41504D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93728460" sldId="214748402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3" creationId="{15361E65-8489-022E-9A46-0B36035A11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5" creationId="{6F60ED92-61BC-58F9-6255-C99E6BFB73B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6" creationId="{4903BE73-FFB9-9122-4626-1B97EB913F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1" creationId="{42EA7D05-D7C0-FDE4-0EBC-5FC872946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4" creationId="{73B30585-2E0B-0145-792D-87F4CBF909B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7" creationId="{CF1ADCBF-761E-4BC8-95AF-5ED8A304B9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8" creationId="{FD1333CB-59A1-E4BE-4739-1CA1A660FB0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24589199" sldId="214748402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0" creationId="{B1E147C2-A10D-59C4-CC48-6D69F1DA61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1" creationId="{A86AE55E-C7BC-EC71-C728-F72A80B86C8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2" creationId="{F55CDC6F-9090-45B3-C7DF-1D1A5E390D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3" creationId="{CB40FF7B-D30A-160F-9C8B-1003AE57EE9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4" creationId="{97083C73-43EE-6C29-DF37-8BDBD14592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5" creationId="{FAAF6896-CE8D-11B6-CDB6-B5581B467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9" creationId="{EE952CC9-7B70-01FB-582B-30F68D4C37F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21476042" sldId="214748402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2" creationId="{F7150835-224A-C855-A540-11B95474A7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4" creationId="{1C018B1A-B52B-AC9A-63B1-F00217B38E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0" creationId="{83A6C828-337E-DF3F-E796-CD513517E4D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1" creationId="{5039018F-04C9-76F6-FBBC-358D2F0A10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2" creationId="{F0641CF8-17DD-D58B-57D0-9302944604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3" creationId="{F8C87661-3C9C-724E-425D-6BFB684FAA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4" creationId="{C1CA5D93-F653-F2C0-8751-8A90F765D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5" creationId="{59DA2641-90BA-C589-4AC5-93DB0472E74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47986740" sldId="214748402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3" creationId="{7953C0A1-993D-3C98-C331-16749B76A8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5" creationId="{15441E1C-321B-0C48-3C86-6A2676A09A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7" creationId="{1BE33546-5281-3759-9C24-7C92D3AB81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8" creationId="{CD8F01FB-26C3-D412-CD60-13931D0A16A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0" creationId="{52D6BCE3-5DC0-F54B-0BF2-1E8CB838F9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2" creationId="{3544A30F-D4EB-D59A-37AC-6229A950B4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3" creationId="{CC17F671-8B9C-F9FE-AEDA-9A8FBDDADA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4" creationId="{ECE30FE5-2A66-1ECD-730E-80C2B769357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5" creationId="{067701D3-6751-E230-8414-4D83FACD19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7" creationId="{9919F7E4-902E-17BD-9A23-BEC353B5408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55202269" sldId="214748402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5" creationId="{CA070464-B6E7-0612-AE11-56A546D97B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7" creationId="{D2B9EA5E-E423-D219-6037-CCB61AE3B50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8" creationId="{C901CE32-26BB-268E-2590-66DB5ADDFD9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44750512" sldId="214748402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4" creationId="{D4716BEF-8A35-16AB-2612-D5ADC74B28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7" creationId="{AE32291E-24B4-2FB8-4B35-A439686DB9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8" creationId="{61A378F0-4CD0-C4E0-D2F7-5959B577E1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9" creationId="{60655EE7-5FC0-8DDF-88F0-21ECCBD7D31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92330433" sldId="214748402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3" creationId="{0617E1E3-DEC2-78E7-9998-E4FF637CE3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7" creationId="{7DFE5ED4-420E-CADB-A68A-A7D42128079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8" creationId="{961284F9-299F-5762-4D10-4246CB963F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9" creationId="{F7339CEB-91F9-B7FD-86D6-A4C114DA30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3" creationId="{743AD5A7-567D-9EC7-BECB-71D2480F24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7" creationId="{0D1BEFAC-D99F-7020-6110-CD8460311A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92095817" sldId="214748402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3" creationId="{420F89DA-180E-8B5A-DBF0-E46D4BE19FF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5" creationId="{94CDF16A-3F0F-40AD-25BD-32F2F4A17D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7" creationId="{E1340CD9-3B8A-B030-B8FC-EAD510678C8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5228471" sldId="214748402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3" creationId="{746CDA39-33E4-3C95-FE9D-6263CE3649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5" creationId="{A3CBD27D-46ED-F893-79F1-23481FEA9E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7" creationId="{8206B60F-A556-76A5-2FBC-4C736F4B16C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35470971" sldId="214748402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3" creationId="{B31972B4-0D39-C3FB-E17F-DC8EC7D118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5" creationId="{51A77249-98B8-FACA-4ACE-60FB5325B0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7" creationId="{3427FF8A-B4F7-3F6B-6AC3-2F7EC1DCAA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78859763" sldId="214748403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3" creationId="{F2C136D6-EB53-8EAB-067D-F21D72B54E2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4" creationId="{748F1255-B234-8F3E-2E95-66C55731FF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8" creationId="{694593D8-AEB6-3CA5-7E3B-6BA6D552DB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9" creationId="{C1E67C1D-7D69-01C7-F212-8FD6EC41D5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40448089" sldId="214748403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3" creationId="{CAF96854-0B82-0332-CB0D-B653A0471D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4" creationId="{629E8A37-B7AE-34F5-AC2C-2C3307E453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5" creationId="{83E901E5-0C0F-02C2-6E8B-66E81BE06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10" creationId="{BD055151-7117-866F-6824-F774A7F56F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6205060" sldId="214748403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3" creationId="{20FA2383-F769-2E5D-64C9-71C8F2AC63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4" creationId="{4619E784-11F4-A104-BB77-5E8F8D397A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5" creationId="{BF37CFFA-3D80-3409-C50E-D2A382F261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7" creationId="{01119A16-4429-1C3B-93F5-9356F9F7EC6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8" creationId="{AEA67855-93A6-BD43-750C-42D579FD028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4615349" sldId="214748403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3" creationId="{460FE9E2-DC3E-0EAB-DFB7-B3E4A12323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4" creationId="{665F8295-3C5A-A1AE-F43F-1FA6D8B2F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5" creationId="{30A1C61F-1977-8EC5-355B-66B6908EB5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8" creationId="{AEA67855-93A6-BD43-750C-42D579FD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10" creationId="{C8FF515D-AF08-494F-FFD1-C5F2FEFB42C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9990551" sldId="214748403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4" creationId="{DBB20E5E-A5D8-1921-9B3B-F7258AF1BE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7" creationId="{9B293083-8587-219C-C524-D809D6A866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9" creationId="{5AC9A00F-F989-8AFC-7652-904E0B2E41F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0662361" sldId="214748403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4" creationId="{BE8A4846-D27E-80FC-9B7E-3CE63CD42E9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7" creationId="{D88750FF-80B0-EEE6-F89F-A76248A4F83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9" creationId="{5E9F5B4A-B723-2879-D7EE-D016027E28B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89000832" sldId="214748403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3" creationId="{77299292-477B-B167-FA09-34ABA37250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4" creationId="{33096CD5-F472-2FF7-8821-A2FC9AB7EE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5" creationId="{6D1E7B3D-67E9-63CB-5191-3A7FBCE6F8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7" creationId="{0A56C71D-1695-AE64-7C05-4DD0750A3D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8" creationId="{3EB5F658-B8CE-7FB5-990E-79F690D1E1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9" creationId="{1EABDFC4-9BD0-55BC-2846-2FA45EAB535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13" creationId="{099A4469-274E-EB1F-F85D-D95E959AA14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0" creationId="{750FAC0A-93E6-9A08-7990-0346002AB7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1" creationId="{C66DD72C-97BB-14F2-361C-2441F75A43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2" creationId="{D806524E-A06F-7FE8-9CD5-2244991C1E3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55840572" sldId="214748403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3" creationId="{56F6B0ED-8AF6-B2AA-E6DF-421FC9028A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4" creationId="{505126B4-5061-ACE1-29DB-F4E4B930507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6" creationId="{A318CA9E-32E8-938F-0187-CE5990310D1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69211990" sldId="214748403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3" creationId="{F83831A1-36E4-05EF-6AB7-93A548B9DE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4" creationId="{E2A3DA15-4C69-255A-358A-480458D2DFE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6" creationId="{B39A73BF-92D5-1C5F-A374-82FF2405936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7" creationId="{F61931EA-4F62-CD08-4165-33E08640450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31930664" sldId="214748403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0" creationId="{BCA5BD2F-F935-E22A-B6DD-EB0D8C3A47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8" creationId="{2F01FD17-7652-99C0-4EF4-C1ABF553BD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4" creationId="{C5905E4E-9C03-893D-2D65-9DF29B1CD2B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6862171" sldId="214748404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3" creationId="{2DEADD9F-C4DB-21BA-6151-16846D00A1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3" creationId="{DEBB524E-5A84-8775-0998-D7CE79E36D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4" creationId="{0FB583A4-A0D5-B473-CEAF-7EDB869751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5" creationId="{FF63D470-D7BD-0CB6-AB02-AD298B18C3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78240619" sldId="214748404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3" creationId="{B7CEDE5A-24B5-302A-F9C9-38D8A4ED15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9" creationId="{850DA203-9211-4FDA-05C5-46A210422A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1" creationId="{11C89EB2-461C-D9DB-DBF2-EA17EA40A6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3" creationId="{B4612D97-4010-1226-69CD-B037A384C2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6" creationId="{44F1DDBE-5AF8-4AE5-035D-1455CB1194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7" creationId="{0506503A-B70F-E2C2-7E96-19228D38F7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8" creationId="{099901CA-C5DD-EA1C-B029-123F8C58061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64832958" sldId="214748404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4" creationId="{B3172550-E933-8167-0222-DD1326B01A6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8" creationId="{40478187-E2B9-385E-A350-C3EAF7AF28E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36006913" sldId="214748404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2" creationId="{51A35449-0894-A02C-8F55-DCFAB1AE42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8" creationId="{EAA4954E-F516-8DC7-20A3-B649BF25576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9" creationId="{B8FE92CD-7709-9DB8-6AAE-AA80F06744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0" creationId="{A2951703-E32B-EAF8-80B8-BAFE647F1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59824360" sldId="214748404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2" creationId="{DA84C67F-7F12-B485-C133-367619428FB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3" creationId="{C4995FEB-FD4F-B089-F6E6-2920F4574A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7" creationId="{EB8C9608-59D0-BF46-B719-9598B6A02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8" creationId="{83B437C6-3E7C-2B00-379C-58EBBE522843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3209243924" sldId="214748404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2" creationId="{9049CDF5-8A8F-79F6-E93E-E0A712397C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6" creationId="{D15FEAD4-DFB9-ED08-EBEE-A4E5DE31E31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12562369" sldId="214748404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4" creationId="{F688FCD4-650D-9754-A431-CE452572FB6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5" creationId="{E49962D1-3866-8382-AE37-FC366FF574B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5645843" sldId="214748404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2709834" sldId="214748404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37703116" sldId="214748404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87924719" sldId="214748405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5" creationId="{0978934B-5525-9236-62EF-C2B06F0BCC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64835213" sldId="214748405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4" creationId="{04760CE5-544A-F30C-8082-D31FCC54B7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7" creationId="{B125B3EF-B02C-F8B5-CF3D-C9F9193AA5B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02775034" sldId="214748405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6" creationId="{FD227041-E9DC-98BB-04D1-2512170C5B3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7" creationId="{B46EC276-3627-6ED3-ACC7-6D690C9922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9" creationId="{0FCB0834-B748-0F65-C02A-23EC83C03DC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0" creationId="{E54573B6-45C7-9732-9BBF-56F180D537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2" creationId="{EE5F59E5-3BCA-20EA-D3B3-B0654D078B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3" creationId="{DCC591AE-859C-530C-6837-BFB4DC8D4B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01593926" sldId="214748405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4" creationId="{3A411CC0-34B1-721C-48C1-951AB61EFA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5" creationId="{EA9401E2-0EFA-96DF-8425-7291F355E2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8" creationId="{76A09CFC-44F1-8A22-B3B7-445685852BA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9" creationId="{2CACCC0E-C26E-1C78-409B-A8BCA62C74C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0" creationId="{BAEBEC96-AF62-8CE5-7B36-0F816681A92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1" creationId="{B65C518D-AE96-1571-E3A5-E43E3AFB314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01841326" sldId="214748405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0" creationId="{97537C81-8D77-5257-7438-91D290209EF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48469268" sldId="214748405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9" creationId="{B9101461-B876-7D7A-B834-0387E08CC0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26013445" sldId="214748405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2" creationId="{D69F3CA5-5DA4-19BC-80CC-97F8603339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8" creationId="{567C69A2-1E84-3664-3630-A99E3EFC57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9" creationId="{68638270-30F0-9936-C8A6-BAB685488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0" creationId="{D3DF84AC-B16C-674A-06A0-5BECA0C9A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3" creationId="{3F004F4B-1B56-27E3-B963-18B1CAE0CC0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68180181" sldId="214748405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3" creationId="{19FAEB4F-DBB7-31DF-438C-7C91DAD4D9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0" creationId="{ED98C7A9-0033-A08C-5C2C-6910B5E66D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1" creationId="{CCD0D2FD-01B8-FE51-DDAB-0CD8DD4EC5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2" creationId="{09220BB3-7853-D956-8C4C-B3FD3887561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3" creationId="{53D0DB1F-A6EA-AECF-A117-E753C44395E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4" creationId="{24AE2FE3-6FA3-4900-16ED-D0812C6C0D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460688216" sldId="214748405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9" creationId="{FB0240B5-53DE-E0D1-1D5B-AFBA09737C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5" creationId="{9183E717-A409-A034-5344-1947E3F983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6" creationId="{25C242D0-2328-C358-F50B-AFCBA02790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7" creationId="{491F5A2B-72AD-5B1E-1630-FEB88892F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9" creationId="{72F79ED0-1F83-0104-4637-7DB4EA70741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39735079" sldId="214748405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2" creationId="{5307EEEF-16DC-51E8-05EA-1F6E66B8AB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6" creationId="{65A86A6E-D0EF-949C-8C67-0573A2ABD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7" creationId="{B030D65C-F831-C537-C0CD-5D2246DC4DB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8" creationId="{37E69513-40FB-5D75-6BE6-82A63FAB8F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99584600" sldId="214748406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44" creationId="{3B81DD67-9485-2892-F206-E91C7ED5040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0" creationId="{709A4940-D1BB-7013-F2FE-DACDC2AAE6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1" creationId="{D9A72C90-D9E8-D491-3497-24DB531EE6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0" creationId="{718DD6F0-5DCD-0835-B530-18A8F025BE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3" creationId="{DD510472-5924-8787-2C9E-08AC89F6299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4" creationId="{93B5743B-317B-CC4D-E4AF-4C26D1392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0" creationId="{8D5DB854-0C4A-401B-87E8-5CAEA904F3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3" creationId="{DE2714AF-4313-7AA1-D7CD-E39C0A1F07D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7" creationId="{92567D26-CC94-BD45-CF55-A29A4E477F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9" creationId="{9D4D08CE-4663-A5B8-3FEA-01A045F65D3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63764346" sldId="214748406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8" creationId="{B20CC769-A58F-89B1-9B4D-4242345AA6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1" creationId="{3EC6947C-841E-3FA9-114B-E3D478A0F9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4" creationId="{C5905E4E-9C03-893D-2D65-9DF29B1CD2B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4226902619" sldId="214748406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2" creationId="{B2A87585-ED95-8AF2-4595-9E941DC9E8A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83506434" sldId="214748406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5" creationId="{09F1385C-E183-4949-1E52-945BDAAEC8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2708900" sldId="214748406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0" creationId="{12157443-656C-E355-D086-838984BEEC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476880310" sldId="214748406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2" creationId="{22E4AAB0-21A6-A5E6-8408-219CAA2653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3" creationId="{2CE54221-5DBA-0D99-431D-6AD1DF6DC08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4" creationId="{D7CBDAE4-87B4-6E80-BB22-1E1B55D468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5" creationId="{D63D7C9D-0E4E-53F0-D6B2-88D08609625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39574710" sldId="214748406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9736171" sldId="214748406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0" creationId="{3278752C-0CAC-0916-7122-97587E9A4F7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1" creationId="{D02DDEC1-56EC-AEEF-00A6-506612D9AEAE}"/>
            </ac:spMkLst>
          </pc:spChg>
        </pc:sldLayoutChg>
      </pc:sldMasterChg>
      <pc:sldMasterChg chg="del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4279153857" sldId="2147483979"/>
        </pc:sldMasterMkLst>
      </pc:sldMasterChg>
    </pc:docChg>
  </pc:docChgLst>
  <pc:docChgLst>
    <pc:chgData name="Charlene Tsai (TW)" userId="68b0f2d0-7915-4c79-b8c7-c12efc493c51" providerId="ADAL" clId="{0A7DE034-796F-4C2D-AE47-9095C649598E}"/>
    <pc:docChg chg="undo custSel addSld delSld modSld sldOrd addSection delSection modSection">
      <pc:chgData name="Charlene Tsai (TW)" userId="68b0f2d0-7915-4c79-b8c7-c12efc493c51" providerId="ADAL" clId="{0A7DE034-796F-4C2D-AE47-9095C649598E}" dt="2026-08-13T08:42:14.023" v="81" actId="207"/>
      <pc:docMkLst>
        <pc:docMk/>
      </pc:docMkLst>
      <pc:sldChg chg="add">
        <pc:chgData name="Charlene Tsai (TW)" userId="68b0f2d0-7915-4c79-b8c7-c12efc493c51" providerId="ADAL" clId="{0A7DE034-796F-4C2D-AE47-9095C649598E}" dt="2026-08-13T08:20:30.789" v="49"/>
        <pc:sldMkLst>
          <pc:docMk/>
          <pc:sldMk cId="1607610444" sldId="25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71000337" sldId="25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236025896" sldId="25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448374888" sldId="26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977424334" sldId="26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625510049" sldId="26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680653814" sldId="263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13310017" sldId="26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57538159" sldId="265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662060182" sldId="26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552041981" sldId="267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283832621" sldId="26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399921275" sldId="26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00775308" sldId="270"/>
        </pc:sldMkLst>
      </pc:sldChg>
      <pc:sldChg chg="modSp add mod">
        <pc:chgData name="Charlene Tsai (TW)" userId="68b0f2d0-7915-4c79-b8c7-c12efc493c51" providerId="ADAL" clId="{0A7DE034-796F-4C2D-AE47-9095C649598E}" dt="2026-08-13T08:42:02.561" v="80" actId="207"/>
        <pc:sldMkLst>
          <pc:docMk/>
          <pc:sldMk cId="272960212" sldId="271"/>
        </pc:sldMkLst>
        <pc:spChg chg="mod">
          <ac:chgData name="Charlene Tsai (TW)" userId="68b0f2d0-7915-4c79-b8c7-c12efc493c51" providerId="ADAL" clId="{0A7DE034-796F-4C2D-AE47-9095C649598E}" dt="2026-08-13T08:42:02.561" v="80" actId="207"/>
          <ac:spMkLst>
            <pc:docMk/>
            <pc:sldMk cId="272960212" sldId="271"/>
            <ac:spMk id="3" creationId="{541DBE09-1AFC-C842-B6EC-B78EC10A12EB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420393673" sldId="272"/>
        </pc:sldMkLst>
      </pc:sldChg>
      <pc:sldChg chg="modSp add">
        <pc:chgData name="Charlene Tsai (TW)" userId="68b0f2d0-7915-4c79-b8c7-c12efc493c51" providerId="ADAL" clId="{0A7DE034-796F-4C2D-AE47-9095C649598E}" dt="2026-08-13T08:42:14.023" v="81" actId="207"/>
        <pc:sldMkLst>
          <pc:docMk/>
          <pc:sldMk cId="1015997899" sldId="273"/>
        </pc:sldMkLst>
        <pc:spChg chg="mod">
          <ac:chgData name="Charlene Tsai (TW)" userId="68b0f2d0-7915-4c79-b8c7-c12efc493c51" providerId="ADAL" clId="{0A7DE034-796F-4C2D-AE47-9095C649598E}" dt="2026-08-13T08:42:14.023" v="81" actId="207"/>
          <ac:spMkLst>
            <pc:docMk/>
            <pc:sldMk cId="1015997899" sldId="273"/>
            <ac:spMk id="9217" creationId="{104A2E4A-87E2-024E-8666-D1692700680D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756676771" sldId="27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86133829" sldId="27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627087772" sldId="276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991716889" sldId="277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461893677" sldId="278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26896675" sldId="27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44310491" sldId="28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021729379" sldId="28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822418120" sldId="28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768249001" sldId="283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94294223" sldId="28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702774237" sldId="28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429845718" sldId="286"/>
        </pc:sldMkLst>
      </pc:sldChg>
      <pc:sldChg chg="add del">
        <pc:chgData name="Charlene Tsai (TW)" userId="68b0f2d0-7915-4c79-b8c7-c12efc493c51" providerId="ADAL" clId="{0A7DE034-796F-4C2D-AE47-9095C649598E}" dt="2026-08-13T08:38:45.628" v="67"/>
        <pc:sldMkLst>
          <pc:docMk/>
          <pc:sldMk cId="1508368365" sldId="287"/>
        </pc:sldMkLst>
      </pc:sldChg>
      <pc:sldChg chg="add">
        <pc:chgData name="Charlene Tsai (TW)" userId="68b0f2d0-7915-4c79-b8c7-c12efc493c51" providerId="ADAL" clId="{0A7DE034-796F-4C2D-AE47-9095C649598E}" dt="2026-08-13T08:40:08.748" v="73"/>
        <pc:sldMkLst>
          <pc:docMk/>
          <pc:sldMk cId="977793746" sldId="288"/>
        </pc:sldMkLst>
      </pc:sldChg>
      <pc:sldChg chg="add ord">
        <pc:chgData name="Charlene Tsai (TW)" userId="68b0f2d0-7915-4c79-b8c7-c12efc493c51" providerId="ADAL" clId="{0A7DE034-796F-4C2D-AE47-9095C649598E}" dt="2026-08-13T08:40:21.830" v="76"/>
        <pc:sldMkLst>
          <pc:docMk/>
          <pc:sldMk cId="4069544170" sldId="289"/>
        </pc:sldMkLst>
      </pc:sldChg>
      <pc:sldChg chg="add ord">
        <pc:chgData name="Charlene Tsai (TW)" userId="68b0f2d0-7915-4c79-b8c7-c12efc493c51" providerId="ADAL" clId="{0A7DE034-796F-4C2D-AE47-9095C649598E}" dt="2026-08-13T08:39:38.404" v="70"/>
        <pc:sldMkLst>
          <pc:docMk/>
          <pc:sldMk cId="2290726905" sldId="290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1474795709" sldId="291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0" sldId="292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79893034" sldId="293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23802687" sldId="294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866047460" sldId="295"/>
        </pc:sldMkLst>
      </pc:sldChg>
      <pc:sldChg chg="ord">
        <pc:chgData name="Charlene Tsai (TW)" userId="68b0f2d0-7915-4c79-b8c7-c12efc493c51" providerId="ADAL" clId="{0A7DE034-796F-4C2D-AE47-9095C649598E}" dt="2026-08-13T08:17:43.831" v="32"/>
        <pc:sldMkLst>
          <pc:docMk/>
          <pc:sldMk cId="3708291182" sldId="4121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375783746" sldId="214747171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70756490" sldId="2147471720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992608161" sldId="2147471721"/>
        </pc:sldMkLst>
      </pc:sldChg>
      <pc:sldChg chg="add">
        <pc:chgData name="Charlene Tsai (TW)" userId="68b0f2d0-7915-4c79-b8c7-c12efc493c51" providerId="ADAL" clId="{0A7DE034-796F-4C2D-AE47-9095C649598E}" dt="2026-08-13T08:19:26.254" v="44"/>
        <pc:sldMkLst>
          <pc:docMk/>
          <pc:sldMk cId="215186150" sldId="2147471831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1160389668" sldId="2147483632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4193839879" sldId="2147483633"/>
        </pc:sldMkLst>
      </pc:sldChg>
      <pc:sldChg chg="add ord">
        <pc:chgData name="Charlene Tsai (TW)" userId="68b0f2d0-7915-4c79-b8c7-c12efc493c51" providerId="ADAL" clId="{0A7DE034-796F-4C2D-AE47-9095C649598E}" dt="2026-08-13T08:17:55.357" v="36"/>
        <pc:sldMkLst>
          <pc:docMk/>
          <pc:sldMk cId="3693095151" sldId="2147483644"/>
        </pc:sldMkLst>
      </pc:sldChg>
      <pc:sldChg chg="add">
        <pc:chgData name="Charlene Tsai (TW)" userId="68b0f2d0-7915-4c79-b8c7-c12efc493c51" providerId="ADAL" clId="{0A7DE034-796F-4C2D-AE47-9095C649598E}" dt="2026-08-13T08:19:33.136" v="45"/>
        <pc:sldMkLst>
          <pc:docMk/>
          <pc:sldMk cId="1652456660" sldId="2147483645"/>
        </pc:sldMkLst>
      </pc:sldChg>
      <pc:sldChg chg="add del">
        <pc:chgData name="Charlene Tsai (TW)" userId="68b0f2d0-7915-4c79-b8c7-c12efc493c51" providerId="ADAL" clId="{0A7DE034-796F-4C2D-AE47-9095C649598E}" dt="2026-08-13T08:19:11.646" v="43"/>
        <pc:sldMkLst>
          <pc:docMk/>
          <pc:sldMk cId="2351879941" sldId="2147483647"/>
        </pc:sldMkLst>
      </pc:sldChg>
      <pc:sldMasterChg chg="delSldLayout">
        <pc:chgData name="Charlene Tsai (TW)" userId="68b0f2d0-7915-4c79-b8c7-c12efc493c51" providerId="ADAL" clId="{0A7DE034-796F-4C2D-AE47-9095C649598E}" dt="2026-08-13T08:17:22.071" v="24" actId="47"/>
        <pc:sldMasterMkLst>
          <pc:docMk/>
          <pc:sldMasterMk cId="627376471" sldId="2147483672"/>
        </pc:sldMasterMkLst>
      </pc:sldMasterChg>
    </pc:docChg>
  </pc:docChgLst>
  <pc:docChgLst>
    <pc:chgData name="Tony TJ Wang (TW)" userId="S::tony.tj.wang@pwc.com::18033001-5856-41bf-97cd-f021b2ea7695" providerId="AD" clId="Web-{01385F48-5DE5-14CF-FD55-8C71A0CF0FD8}"/>
    <pc:docChg chg="modSld">
      <pc:chgData name="Tony TJ Wang (TW)" userId="S::tony.tj.wang@pwc.com::18033001-5856-41bf-97cd-f021b2ea7695" providerId="AD" clId="Web-{01385F48-5DE5-14CF-FD55-8C71A0CF0FD8}" dt="2026-08-28T03:28:32.066" v="2" actId="20577"/>
      <pc:docMkLst>
        <pc:docMk/>
      </pc:docMkLst>
      <pc:sldChg chg="modSp">
        <pc:chgData name="Tony TJ Wang (TW)" userId="S::tony.tj.wang@pwc.com::18033001-5856-41bf-97cd-f021b2ea7695" providerId="AD" clId="Web-{01385F48-5DE5-14CF-FD55-8C71A0CF0FD8}" dt="2026-08-28T03:28:32.066" v="2" actId="20577"/>
        <pc:sldMkLst>
          <pc:docMk/>
          <pc:sldMk cId="106630151" sldId="297"/>
        </pc:sldMkLst>
        <pc:spChg chg="mod">
          <ac:chgData name="Tony TJ Wang (TW)" userId="S::tony.tj.wang@pwc.com::18033001-5856-41bf-97cd-f021b2ea7695" providerId="AD" clId="Web-{01385F48-5DE5-14CF-FD55-8C71A0CF0FD8}" dt="2026-08-28T03:28:32.066" v="2" actId="20577"/>
          <ac:spMkLst>
            <pc:docMk/>
            <pc:sldMk cId="106630151" sldId="297"/>
            <ac:spMk id="5" creationId="{FA068CB2-23AF-6FCE-7A50-CFDF4DCD3FE4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513348-FCAA-44C2-BC77-1D93D3828209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92AE7-3EEB-4206-9110-6E986C15B1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4839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eg"/><Relationship Id="rId3" Type="http://schemas.openxmlformats.org/officeDocument/2006/relationships/image" Target="../media/image2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sv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69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8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52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2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40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95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51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8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38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32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34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77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20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7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46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062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5747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70063"/>
            <a:ext cx="11453638" cy="404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9977E-07C7-6A42-E691-FD4699CEC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9364" y="885381"/>
            <a:ext cx="11454336" cy="521144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0265C7-5AAC-0489-DEB2-CECC63DAC28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9226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1">
  <p:cSld name="Content and Image 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1419a44a17_0_521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53181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048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g11419a44a17_0_521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53181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1" name="Google Shape;411;g11419a44a17_0_521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g11419a44a17_0_521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70543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76867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_bi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367" y="400337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227041-E9DC-98BB-04D1-2512170C5B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48993" y="369719"/>
            <a:ext cx="5674707" cy="3002132"/>
          </a:xfrm>
        </p:spPr>
        <p:txBody>
          <a:bodyPr/>
          <a:lstStyle>
            <a:lvl2pPr>
              <a:defRPr sz="1600"/>
            </a:lvl2pPr>
          </a:lstStyle>
          <a:p>
            <a:pPr lvl="1"/>
            <a:r>
              <a:rPr lang="en-GB"/>
              <a:t>Second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46EC276-3627-6ED3-ACC7-6D690C9922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83549" y="5139323"/>
            <a:ext cx="3723271" cy="800100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54573B6-45C7-9732-9BBF-56F180D537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607" y="4151313"/>
            <a:ext cx="1454150" cy="17875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E5F59E5-3BCA-20EA-D3B3-B0654D078B1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C591AE-859C-530C-6837-BFB4DC8D4B9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141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_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9401E2-0EFA-96DF-8425-7291F355E20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7487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ACCC0E-C26E-1C78-409B-A8BCA62C74C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22766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AEBEC96-AF62-8CE5-7B36-0F816681A92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080458" y="1921687"/>
            <a:ext cx="3238917" cy="2047291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411CC0-34B1-721C-48C1-951AB61EFA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77200" y="4522183"/>
            <a:ext cx="1285875" cy="142557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A09CFC-44F1-8A22-B3B7-445685852B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571038" y="5045453"/>
            <a:ext cx="2252662" cy="926722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65C518D-AE96-1571-E3A5-E43E3AFB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09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One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22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4002088"/>
            <a:ext cx="1812697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537C81-8D77-5257-7438-91D290209EF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59949" y="1922690"/>
            <a:ext cx="2782075" cy="3525610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18350" y="1923975"/>
            <a:ext cx="4705350" cy="352432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6026069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Two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6163" y="399891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918" y="192843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BA4CE36-EFF2-1254-C89C-04B58ADD5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1756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88EBCEF-BA40-9584-6AE5-C7A98252EEB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1756" y="400337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B9101461-B876-7D7A-B834-0387E08CC08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62686" y="192397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2676734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Three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6435" y="1926393"/>
            <a:ext cx="1815590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29005" y="4002088"/>
            <a:ext cx="1813020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2923" y="3484563"/>
            <a:ext cx="2779851" cy="2487612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D98C7A9-0033-A08C-5C2C-6910B5E66DB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20272" y="1926393"/>
            <a:ext cx="1800225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0D2FD-01B8-FE51-DDAB-0CD8DD4EC5C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10067" y="4002088"/>
            <a:ext cx="1821208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53D0DB1F-A6EA-AECF-A117-E753C44395E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01616" y="1926393"/>
            <a:ext cx="1822084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24AE2FE3-6FA3-4900-16ED-D0812C6C0D0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0001616" y="3998913"/>
            <a:ext cx="1822084" cy="19732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FAEB4F-DBB7-31DF-438C-7C91DAD4D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0001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Four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9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3489910"/>
            <a:ext cx="2778478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FB0240B5-53DE-E0D1-1D5B-AFBA09737C3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59001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9183E717-A409-A034-5344-1947E3F983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59001" y="3482975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5C242D0-2328-C358-F50B-AFCBA02790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3728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491F5A2B-72AD-5B1E-1630-FEB88892F6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53727" y="3489910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0FD4528-E035-DDBD-ED86-A241F5FEC8B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7566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72F79ED0-1F83-0104-4637-7DB4EA70741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43105" y="3489910"/>
            <a:ext cx="2780595" cy="247533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20140184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61883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56882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51881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F3CA5-5DA4-19BC-80CC-97F860333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67C69A2-1E84-3664-3630-A99E3EFC573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68300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8638270-30F0-9936-C8A6-BAB68548884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58699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3DF84AC-B16C-674A-06A0-5BECA0C9A0EA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56882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3F004F4B-1B56-27E3-B963-18B1CAE0CC07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051881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1070834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5576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50438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50438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7EEEF-16DC-51E8-05EA-1F6E66B8A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364238-EEEC-3531-E9AD-360B61A33D4B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257550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65A86A6E-D0EF-949C-8C67-0573A2ABD8E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257550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B030D65C-F831-C537-C0CD-5D2246DC4DBD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047263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37E69513-40FB-5D75-6BE6-82A63FAB8F4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9047263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6770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1A6F20-3183-89C9-54E7-E4ACDCA1BD19}"/>
              </a:ext>
            </a:extLst>
          </p:cNvPr>
          <p:cNvCxnSpPr/>
          <p:nvPr userDrawn="1"/>
        </p:nvCxnSpPr>
        <p:spPr>
          <a:xfrm>
            <a:off x="2850147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EEB207-28DC-549F-C2B0-58055E671FC9}"/>
              </a:ext>
            </a:extLst>
          </p:cNvPr>
          <p:cNvCxnSpPr/>
          <p:nvPr userDrawn="1"/>
        </p:nvCxnSpPr>
        <p:spPr>
          <a:xfrm>
            <a:off x="582181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947F83-D89B-6628-15F9-FAC5866A9E4E}"/>
              </a:ext>
            </a:extLst>
          </p:cNvPr>
          <p:cNvCxnSpPr/>
          <p:nvPr userDrawn="1"/>
        </p:nvCxnSpPr>
        <p:spPr>
          <a:xfrm>
            <a:off x="883514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3B81DD67-9485-2892-F206-E91C7ED504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2502" y="1406525"/>
            <a:ext cx="2093372" cy="19399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5" name="Picture Placeholder 43">
            <a:extLst>
              <a:ext uri="{FF2B5EF4-FFF2-40B4-BE49-F238E27FC236}">
                <a16:creationId xmlns:a16="http://schemas.microsoft.com/office/drawing/2014/main" id="{A75F1099-E20F-F9CE-1544-216F25D4B7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946664" y="1856615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6" name="Picture Placeholder 43">
            <a:extLst>
              <a:ext uri="{FF2B5EF4-FFF2-40B4-BE49-F238E27FC236}">
                <a16:creationId xmlns:a16="http://schemas.microsoft.com/office/drawing/2014/main" id="{54C049AD-B670-6FA8-478A-42246603A7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53717" y="2952825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9" name="Picture Placeholder 43">
            <a:extLst>
              <a:ext uri="{FF2B5EF4-FFF2-40B4-BE49-F238E27FC236}">
                <a16:creationId xmlns:a16="http://schemas.microsoft.com/office/drawing/2014/main" id="{DFCCFE31-D96A-03E7-8B0C-7C81DAE880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53717" y="37757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0" name="Picture Placeholder 43">
            <a:extLst>
              <a:ext uri="{FF2B5EF4-FFF2-40B4-BE49-F238E27FC236}">
                <a16:creationId xmlns:a16="http://schemas.microsoft.com/office/drawing/2014/main" id="{709A4940-D1BB-7013-F2FE-DACDC2AAE6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53717" y="45885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1" name="Picture Placeholder 43">
            <a:extLst>
              <a:ext uri="{FF2B5EF4-FFF2-40B4-BE49-F238E27FC236}">
                <a16:creationId xmlns:a16="http://schemas.microsoft.com/office/drawing/2014/main" id="{D9A72C90-D9E8-D491-3497-24DB531EE61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53717" y="540218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3" name="Content Placeholder 52">
            <a:extLst>
              <a:ext uri="{FF2B5EF4-FFF2-40B4-BE49-F238E27FC236}">
                <a16:creationId xmlns:a16="http://schemas.microsoft.com/office/drawing/2014/main" id="{E0196963-74D4-62E4-DBA4-A28466BE510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73290" y="3484562"/>
            <a:ext cx="2093368" cy="245427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4" name="Content Placeholder 52">
            <a:extLst>
              <a:ext uri="{FF2B5EF4-FFF2-40B4-BE49-F238E27FC236}">
                <a16:creationId xmlns:a16="http://schemas.microsoft.com/office/drawing/2014/main" id="{46FE757E-B05C-D13A-2993-3097F76DD88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57167" y="1849501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5" name="Content Placeholder 52">
            <a:extLst>
              <a:ext uri="{FF2B5EF4-FFF2-40B4-BE49-F238E27FC236}">
                <a16:creationId xmlns:a16="http://schemas.microsoft.com/office/drawing/2014/main" id="{3CDDB1B6-64C0-315A-3605-A92DFB8E06C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98965" y="295598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6" name="Content Placeholder 52">
            <a:extLst>
              <a:ext uri="{FF2B5EF4-FFF2-40B4-BE49-F238E27FC236}">
                <a16:creationId xmlns:a16="http://schemas.microsoft.com/office/drawing/2014/main" id="{6C7C3849-49F9-942D-717C-41E2CBE8704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98965" y="3771791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7" name="Content Placeholder 52">
            <a:extLst>
              <a:ext uri="{FF2B5EF4-FFF2-40B4-BE49-F238E27FC236}">
                <a16:creationId xmlns:a16="http://schemas.microsoft.com/office/drawing/2014/main" id="{D54496E2-99F7-2A6B-0035-0EA0460E2E2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798965" y="4587594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8" name="Content Placeholder 52">
            <a:extLst>
              <a:ext uri="{FF2B5EF4-FFF2-40B4-BE49-F238E27FC236}">
                <a16:creationId xmlns:a16="http://schemas.microsoft.com/office/drawing/2014/main" id="{2010DB3D-EBE2-2E5B-0D78-F29E12395AE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798965" y="5399049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9" name="Picture Placeholder 43">
            <a:extLst>
              <a:ext uri="{FF2B5EF4-FFF2-40B4-BE49-F238E27FC236}">
                <a16:creationId xmlns:a16="http://schemas.microsoft.com/office/drawing/2014/main" id="{2B2BB839-9B2F-0F73-5CB1-3ADFE293FE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41073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0" name="Picture Placeholder 43">
            <a:extLst>
              <a:ext uri="{FF2B5EF4-FFF2-40B4-BE49-F238E27FC236}">
                <a16:creationId xmlns:a16="http://schemas.microsoft.com/office/drawing/2014/main" id="{718DD6F0-5DCD-0835-B530-18A8F025BEB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948126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1" name="Picture Placeholder 43">
            <a:extLst>
              <a:ext uri="{FF2B5EF4-FFF2-40B4-BE49-F238E27FC236}">
                <a16:creationId xmlns:a16="http://schemas.microsoft.com/office/drawing/2014/main" id="{4C142BCC-188D-696E-44E7-6A710E9A2A2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48126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2" name="Picture Placeholder 43">
            <a:extLst>
              <a:ext uri="{FF2B5EF4-FFF2-40B4-BE49-F238E27FC236}">
                <a16:creationId xmlns:a16="http://schemas.microsoft.com/office/drawing/2014/main" id="{F1318988-B64A-06EE-187B-DC71BA9F29C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948126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3" name="Picture Placeholder 43">
            <a:extLst>
              <a:ext uri="{FF2B5EF4-FFF2-40B4-BE49-F238E27FC236}">
                <a16:creationId xmlns:a16="http://schemas.microsoft.com/office/drawing/2014/main" id="{DD510472-5924-8787-2C9E-08AC89F6299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948126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4" name="Content Placeholder 52">
            <a:extLst>
              <a:ext uri="{FF2B5EF4-FFF2-40B4-BE49-F238E27FC236}">
                <a16:creationId xmlns:a16="http://schemas.microsoft.com/office/drawing/2014/main" id="{93B5743B-317B-CC4D-E4AF-4C26D139284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951576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5" name="Content Placeholder 52">
            <a:extLst>
              <a:ext uri="{FF2B5EF4-FFF2-40B4-BE49-F238E27FC236}">
                <a16:creationId xmlns:a16="http://schemas.microsoft.com/office/drawing/2014/main" id="{2DE2C93E-A220-A125-AB00-7242BE79F93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793374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6" name="Content Placeholder 52">
            <a:extLst>
              <a:ext uri="{FF2B5EF4-FFF2-40B4-BE49-F238E27FC236}">
                <a16:creationId xmlns:a16="http://schemas.microsoft.com/office/drawing/2014/main" id="{130A4148-657E-CA2A-AD39-C1C60B47A2E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793374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7" name="Content Placeholder 52">
            <a:extLst>
              <a:ext uri="{FF2B5EF4-FFF2-40B4-BE49-F238E27FC236}">
                <a16:creationId xmlns:a16="http://schemas.microsoft.com/office/drawing/2014/main" id="{3B8B5468-901B-7B82-D8D3-DF6F47B26B33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793374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8" name="Content Placeholder 52">
            <a:extLst>
              <a:ext uri="{FF2B5EF4-FFF2-40B4-BE49-F238E27FC236}">
                <a16:creationId xmlns:a16="http://schemas.microsoft.com/office/drawing/2014/main" id="{43B694E8-3A07-E3A2-9F3F-697F039D904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793374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9" name="Picture Placeholder 43">
            <a:extLst>
              <a:ext uri="{FF2B5EF4-FFF2-40B4-BE49-F238E27FC236}">
                <a16:creationId xmlns:a16="http://schemas.microsoft.com/office/drawing/2014/main" id="{E19D1C64-222F-0744-20C8-0662359E691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933778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0" name="Picture Placeholder 43">
            <a:extLst>
              <a:ext uri="{FF2B5EF4-FFF2-40B4-BE49-F238E27FC236}">
                <a16:creationId xmlns:a16="http://schemas.microsoft.com/office/drawing/2014/main" id="{8D5DB854-0C4A-401B-87E8-5CAEA904F35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940831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1" name="Picture Placeholder 43">
            <a:extLst>
              <a:ext uri="{FF2B5EF4-FFF2-40B4-BE49-F238E27FC236}">
                <a16:creationId xmlns:a16="http://schemas.microsoft.com/office/drawing/2014/main" id="{BB0B7C6F-E2B7-F7E6-056F-E3FF400CB9C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940831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2" name="Picture Placeholder 43">
            <a:extLst>
              <a:ext uri="{FF2B5EF4-FFF2-40B4-BE49-F238E27FC236}">
                <a16:creationId xmlns:a16="http://schemas.microsoft.com/office/drawing/2014/main" id="{77751A25-C2A3-B5B4-8FBB-127A6616BD87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940831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3" name="Picture Placeholder 43">
            <a:extLst>
              <a:ext uri="{FF2B5EF4-FFF2-40B4-BE49-F238E27FC236}">
                <a16:creationId xmlns:a16="http://schemas.microsoft.com/office/drawing/2014/main" id="{DE2714AF-4313-7AA1-D7CD-E39C0A1F07D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940831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4" name="Content Placeholder 52">
            <a:extLst>
              <a:ext uri="{FF2B5EF4-FFF2-40B4-BE49-F238E27FC236}">
                <a16:creationId xmlns:a16="http://schemas.microsoft.com/office/drawing/2014/main" id="{B8073BB6-ACFE-F384-C36D-E495A757AB9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9944281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5" name="Content Placeholder 52">
            <a:extLst>
              <a:ext uri="{FF2B5EF4-FFF2-40B4-BE49-F238E27FC236}">
                <a16:creationId xmlns:a16="http://schemas.microsoft.com/office/drawing/2014/main" id="{1A1F259C-8EB0-5D96-40FD-D099944BF340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9786079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6" name="Content Placeholder 52">
            <a:extLst>
              <a:ext uri="{FF2B5EF4-FFF2-40B4-BE49-F238E27FC236}">
                <a16:creationId xmlns:a16="http://schemas.microsoft.com/office/drawing/2014/main" id="{D3C41004-FFC5-4EB9-1545-D7B24B936B2F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9786079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7" name="Content Placeholder 52">
            <a:extLst>
              <a:ext uri="{FF2B5EF4-FFF2-40B4-BE49-F238E27FC236}">
                <a16:creationId xmlns:a16="http://schemas.microsoft.com/office/drawing/2014/main" id="{92567D26-CC94-BD45-CF55-A29A4E477FFB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786079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8" name="Content Placeholder 52">
            <a:extLst>
              <a:ext uri="{FF2B5EF4-FFF2-40B4-BE49-F238E27FC236}">
                <a16:creationId xmlns:a16="http://schemas.microsoft.com/office/drawing/2014/main" id="{B6E43B1D-4477-345E-4E27-069457E30EB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9786079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9" name="Content Placeholder 52">
            <a:extLst>
              <a:ext uri="{FF2B5EF4-FFF2-40B4-BE49-F238E27FC236}">
                <a16:creationId xmlns:a16="http://schemas.microsoft.com/office/drawing/2014/main" id="{9D4D08CE-4663-A5B8-3FEA-01A045F65D32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295371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0" name="Content Placeholder 52">
            <a:extLst>
              <a:ext uri="{FF2B5EF4-FFF2-40B4-BE49-F238E27FC236}">
                <a16:creationId xmlns:a16="http://schemas.microsoft.com/office/drawing/2014/main" id="{CD74F49C-4668-965D-013F-EA197AFED4F2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5939624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1" name="Content Placeholder 52">
            <a:extLst>
              <a:ext uri="{FF2B5EF4-FFF2-40B4-BE49-F238E27FC236}">
                <a16:creationId xmlns:a16="http://schemas.microsoft.com/office/drawing/2014/main" id="{58583576-3574-8BBB-274A-DDAF2CF9A77B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893377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8A9746-3FB8-5A95-9B1B-4D051BFC4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7839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3495320"/>
            <a:ext cx="3719076" cy="24514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99063" y="1946275"/>
            <a:ext cx="5640387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690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08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7197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8482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514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9013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4AAB0-21A6-A5E6-8408-219CAA26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CE54221-5DBA-0D99-431D-6AD1DF6DC08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1639" y="3998913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D7CBDAE4-87B4-6E80-BB22-1E1B55D4682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39454" y="4002088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D63D7C9D-0E4E-53F0-D6B2-88D08609625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85215" y="1428751"/>
            <a:ext cx="3716812" cy="4515434"/>
          </a:xfrm>
          <a:solidFill>
            <a:srgbClr val="FFF5ED"/>
          </a:solidFill>
        </p:spPr>
        <p:txBody>
          <a:bodyPr lIns="144000" tIns="144000" rIns="144000" bIns="14400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7375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5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18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339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736188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120932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3232766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308132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936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874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2802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9255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893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9592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04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956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0815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9" y="1715"/>
            <a:ext cx="12188951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82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33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19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3609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644289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576547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362653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0513332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212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410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266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03224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1326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963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0485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2466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938004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16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84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39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5167365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7284342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60601549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2917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459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8998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2834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2009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9744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5144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6913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92280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2001" y="368300"/>
            <a:ext cx="4711700" cy="3003550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/>
              <a:t>0,000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831A1-36E4-05EF-6AB7-93A548B9DE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039225" y="3492500"/>
            <a:ext cx="2784475" cy="24796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89952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373155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52188" y="373155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52188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1217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x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252" y="3485833"/>
            <a:ext cx="2575470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48994" y="373290"/>
            <a:ext cx="2765424" cy="2777490"/>
          </a:xfrm>
          <a:prstGeom prst="rect">
            <a:avLst/>
          </a:prstGeo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11235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0511" y="373290"/>
            <a:ext cx="2765424" cy="2777490"/>
          </a:xfrm>
          <a:prstGeom prst="rect">
            <a:avLst/>
          </a:prstGeo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2752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48994" y="3281527"/>
            <a:ext cx="2765424" cy="2777490"/>
          </a:xfrm>
          <a:prstGeom prst="rect">
            <a:avLst/>
          </a:prstGeom>
          <a:solidFill>
            <a:srgbClr val="FFCDA8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11235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0511" y="3281527"/>
            <a:ext cx="2765424" cy="2777490"/>
          </a:xfrm>
          <a:prstGeom prst="rect">
            <a:avLst/>
          </a:prstGeom>
          <a:solidFill>
            <a:srgbClr val="FFF5ED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202752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670FEE5-9E0A-0502-9064-02C2958C24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9617" y="373290"/>
            <a:ext cx="2765424" cy="2777490"/>
          </a:xfrm>
          <a:prstGeom prst="rect">
            <a:avLst/>
          </a:prstGeom>
          <a:solidFill>
            <a:schemeClr val="accent2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347B6220-EA18-FCE3-B24E-B96EEBDB79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21858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20CC769-A58F-89B1-9B4D-4242345AA6F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9617" y="3281527"/>
            <a:ext cx="2765424" cy="2777490"/>
          </a:xfrm>
          <a:prstGeom prst="rect">
            <a:avLst/>
          </a:prstGeom>
          <a:solidFill>
            <a:schemeClr val="accent3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A5CE9CF-2B9A-9CCE-16EB-AF781F3473C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21858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3243295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27520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17858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2439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5576" y="1408288"/>
            <a:ext cx="5237163" cy="4510088"/>
          </a:xfrm>
        </p:spPr>
        <p:txBody>
          <a:bodyPr/>
          <a:lstStyle/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867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04804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87585-ED95-8AF2-4595-9E941DC9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9026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4.xml"/><Relationship Id="rId3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81.xml"/><Relationship Id="rId16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4.xml"/><Relationship Id="rId19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86.xml"/><Relationship Id="rId21" Type="http://schemas.openxmlformats.org/officeDocument/2006/relationships/slideLayout" Target="../slideLayouts/slideLayout87.xml"/><Relationship Id="rId22" Type="http://schemas.openxmlformats.org/officeDocument/2006/relationships/slideLayout" Target="../slideLayouts/slideLayout88.xml"/><Relationship Id="rId23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BCCF403-77F5-E64B-B3A1-43CAED52C50B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Lato Light" panose="020F0502020204030203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FA0A0-434E-E340-A675-5E45B45DDFED}"/>
              </a:ext>
            </a:extLst>
          </p:cNvPr>
          <p:cNvSpPr txBox="1"/>
          <p:nvPr userDrawn="1"/>
        </p:nvSpPr>
        <p:spPr>
          <a:xfrm>
            <a:off x="11208878" y="453222"/>
            <a:ext cx="1891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27376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tx2"/>
          </a:solidFill>
          <a:latin typeface="Poppins" pitchFamily="2" charset="77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87DDA4-93F2-7A45-9BB3-0ED68A4AA170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Poppins Ligh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132A2-AB80-A845-8566-11C55587F84F}"/>
              </a:ext>
            </a:extLst>
          </p:cNvPr>
          <p:cNvSpPr txBox="1"/>
          <p:nvPr userDrawn="1"/>
        </p:nvSpPr>
        <p:spPr>
          <a:xfrm>
            <a:off x="11203853" y="442590"/>
            <a:ext cx="17793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69399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ftr="0" dt="0"/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lang="en-US" sz="3000" b="1" i="0" kern="1200">
          <a:solidFill>
            <a:schemeClr val="tx2"/>
          </a:solidFill>
          <a:latin typeface="Poppins" pitchFamily="2" charset="77"/>
          <a:ea typeface="Open Sans Light" panose="020B0306030504020204" pitchFamily="34" charset="0"/>
          <a:cs typeface="Poppins" pitchFamily="2" charset="77"/>
        </a:defRPr>
      </a:lvl1pPr>
    </p:titleStyle>
    <p:bodyStyle>
      <a:lvl1pPr marL="228555" indent="-228555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1pPr>
      <a:lvl2pPr marL="68566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2pPr>
      <a:lvl3pPr marL="1142772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3pPr>
      <a:lvl4pPr marL="1599880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4pPr>
      <a:lvl5pPr marL="2056989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5pPr>
      <a:lvl6pPr marL="2514097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96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6" r:id="rId16"/>
    <p:sldLayoutId id="2147483697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4068" r:id="rId29"/>
    <p:sldLayoutId id="2147484069" r:id="rId30"/>
    <p:sldLayoutId id="2147484070" r:id="rId31"/>
    <p:sldLayoutId id="2147484071" r:id="rId3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336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1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827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8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66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904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66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  <p:sldLayoutId id="2147483929" r:id="rId13"/>
    <p:sldLayoutId id="2147483930" r:id="rId14"/>
    <p:sldLayoutId id="2147483931" r:id="rId15"/>
    <p:sldLayoutId id="2147483975" r:id="rId16"/>
    <p:sldLayoutId id="2147483976" r:id="rId17"/>
    <p:sldLayoutId id="2147483977" r:id="rId18"/>
    <p:sldLayoutId id="2147483978" r:id="rId19"/>
    <p:sldLayoutId id="2147483998" r:id="rId20"/>
    <p:sldLayoutId id="2147484045" r:id="rId21"/>
    <p:sldLayoutId id="2147484062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>
                <a:latin typeface="Georgia"/>
                <a:ea typeface="微軟正黑體"/>
              </a:rPr>
              <a:t>AI Agent 協作開發流程：</a:t>
            </a:r>
          </a:p>
          <a:p>
            <a:r>
              <a:rPr sz="2800">
                <a:latin typeface="Georgia"/>
                <a:ea typeface="微軟正黑體"/>
              </a:rPr>
              <a:t>更新版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200">
                <a:latin typeface="Arial"/>
                <a:ea typeface="微軟正黑體"/>
              </a:rPr>
              <a:t>FSC1 小組會議｜以 Rex v3 為基礎的更新版｜2026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議程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內部討論｜以 Rex《AI Agent 協作開發流程與產出範本》v3 為基礎更新｜AI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88720" y="1280160"/>
            <a:ext cx="3749039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  <a:ea typeface="微軟正黑體"/>
              </a:rPr>
              <a:t>一頁看懂</a:t>
            </a:r>
          </a:p>
        </p:txBody>
      </p:sp>
      <p:sp>
        <p:nvSpPr>
          <p:cNvPr id="8" name="Rectangle 7"/>
          <p:cNvSpPr/>
          <p:nvPr/>
        </p:nvSpPr>
        <p:spPr>
          <a:xfrm>
            <a:off x="4983480" y="1280160"/>
            <a:ext cx="5669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  <a:ea typeface="微軟正黑體"/>
              </a:rPr>
              <a:t>這一版保留什麼、補了什麼、今天要決定什麼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98480" y="1280160"/>
            <a:ext cx="1097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1500" b="1">
                <a:solidFill>
                  <a:srgbClr val="FD5108"/>
                </a:solidFill>
                <a:latin typeface="Arial"/>
                <a:ea typeface="微軟正黑體"/>
              </a:rPr>
              <a:t>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88720" y="1837943"/>
            <a:ext cx="10607040" cy="0"/>
          </a:xfrm>
          <a:prstGeom prst="line">
            <a:avLst/>
          </a:prstGeom>
          <a:ln w="12700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48640" y="1938528"/>
            <a:ext cx="438912" cy="438912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1883664"/>
            <a:ext cx="3749039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  <a:ea typeface="微軟正黑體"/>
              </a:rPr>
              <a:t>上週版本回顧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3480" y="1883664"/>
            <a:ext cx="5669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  <a:ea typeface="微軟正黑體"/>
              </a:rPr>
              <a:t>Rex v3 已經做到的，以及還空著的地方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98480" y="1883664"/>
            <a:ext cx="1097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1500" b="1">
                <a:solidFill>
                  <a:srgbClr val="FD5108"/>
                </a:solidFill>
                <a:latin typeface="Arial"/>
                <a:ea typeface="微軟正黑體"/>
              </a:rPr>
              <a:t>4–5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88720" y="2441448"/>
            <a:ext cx="10607040" cy="0"/>
          </a:xfrm>
          <a:prstGeom prst="line">
            <a:avLst/>
          </a:prstGeom>
          <a:ln w="12700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48640" y="2542032"/>
            <a:ext cx="438912" cy="438912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2487168"/>
            <a:ext cx="3749039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  <a:ea typeface="微軟正黑體"/>
              </a:rPr>
              <a:t>流程更新：從直線到循環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83480" y="2487168"/>
            <a:ext cx="5669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  <a:ea typeface="微軟正黑體"/>
              </a:rPr>
              <a:t>五階段對照 Anthropic 手冊、人工關卡、需求分析分工、哪些工作交給 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98480" y="2487168"/>
            <a:ext cx="1097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1500" b="1">
                <a:solidFill>
                  <a:srgbClr val="FD5108"/>
                </a:solidFill>
                <a:latin typeface="Arial"/>
                <a:ea typeface="微軟正黑體"/>
              </a:rPr>
              <a:t>6–10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88720" y="3044951"/>
            <a:ext cx="10607040" cy="0"/>
          </a:xfrm>
          <a:prstGeom prst="line">
            <a:avLst/>
          </a:prstGeom>
          <a:ln w="12700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48640" y="3145536"/>
            <a:ext cx="438912" cy="438912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3090672"/>
            <a:ext cx="3749039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  <a:ea typeface="微軟正黑體"/>
              </a:rPr>
              <a:t>AI 協作怎麼落地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83480" y="3090672"/>
            <a:ext cx="5669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  <a:ea typeface="微軟正黑體"/>
              </a:rPr>
              <a:t>從寫好 Prompt 到把規則寫進工具、Review Checklist、案例頁怎麼填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98480" y="3090672"/>
            <a:ext cx="1097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1500" b="1">
                <a:solidFill>
                  <a:srgbClr val="FD5108"/>
                </a:solidFill>
                <a:latin typeface="Arial"/>
                <a:ea typeface="微軟正黑體"/>
              </a:rPr>
              <a:t>11–14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88720" y="3648456"/>
            <a:ext cx="10607040" cy="0"/>
          </a:xfrm>
          <a:prstGeom prst="line">
            <a:avLst/>
          </a:prstGeom>
          <a:ln w="12700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48640" y="3749039"/>
            <a:ext cx="438912" cy="438912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88720" y="3694176"/>
            <a:ext cx="3749039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  <a:ea typeface="微軟正黑體"/>
              </a:rPr>
              <a:t>治理、法規與成效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3694176"/>
            <a:ext cx="5669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  <a:ea typeface="微軟正黑體"/>
              </a:rPr>
              <a:t>保險業法規與所內規定、每個階段要量的指標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98480" y="3694176"/>
            <a:ext cx="1097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1500" b="1">
                <a:solidFill>
                  <a:srgbClr val="FD5108"/>
                </a:solidFill>
                <a:latin typeface="Arial"/>
                <a:ea typeface="微軟正黑體"/>
              </a:rPr>
              <a:t>15–17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88720" y="4251960"/>
            <a:ext cx="10607040" cy="0"/>
          </a:xfrm>
          <a:prstGeom prst="line">
            <a:avLst/>
          </a:prstGeom>
          <a:ln w="12700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548640" y="4352544"/>
            <a:ext cx="438912" cy="438912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88720" y="4297680"/>
            <a:ext cx="3749039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  <a:ea typeface="微軟正黑體"/>
              </a:rPr>
              <a:t>對外：服務化與影片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297680"/>
            <a:ext cx="5669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  <a:ea typeface="微軟正黑體"/>
              </a:rPr>
              <a:t>三種合作方式、同業比較、第 3 集影片怎麼用這套流程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98480" y="4297680"/>
            <a:ext cx="1097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1500" b="1">
                <a:solidFill>
                  <a:srgbClr val="FD5108"/>
                </a:solidFill>
                <a:latin typeface="Arial"/>
                <a:ea typeface="微軟正黑體"/>
              </a:rPr>
              <a:t>18–21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88720" y="4855464"/>
            <a:ext cx="10607040" cy="0"/>
          </a:xfrm>
          <a:prstGeom prst="line">
            <a:avLst/>
          </a:prstGeom>
          <a:ln w="12700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548640" y="4956047"/>
            <a:ext cx="438912" cy="438912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06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88720" y="4901183"/>
            <a:ext cx="3749039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D5108"/>
                </a:solidFill>
                <a:latin typeface="Arial"/>
                <a:ea typeface="微軟正黑體"/>
              </a:rPr>
              <a:t>下一步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83480" y="4901183"/>
            <a:ext cx="5669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  <a:ea typeface="微軟正黑體"/>
              </a:rPr>
              <a:t>今天要決定的事與分工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98480" y="4901183"/>
            <a:ext cx="1097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1500" b="1">
                <a:solidFill>
                  <a:srgbClr val="FD5108"/>
                </a:solidFill>
                <a:latin typeface="Arial"/>
                <a:ea typeface="微軟正黑體"/>
              </a:rPr>
              <a:t>22–23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188720" y="5458968"/>
            <a:ext cx="10607040" cy="0"/>
          </a:xfrm>
          <a:prstGeom prst="line">
            <a:avLst/>
          </a:prstGeom>
          <a:ln w="12700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48640" y="5559551"/>
            <a:ext cx="438912" cy="438912"/>
          </a:xfrm>
          <a:prstGeom prst="ellipse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軟正黑體"/>
              </a:rPr>
              <a:t>附錄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88720" y="5504688"/>
            <a:ext cx="3749039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  <a:ea typeface="微軟正黑體"/>
              </a:rPr>
              <a:t>來源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5504688"/>
            <a:ext cx="5669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  <a:ea typeface="微軟正黑體"/>
              </a:rPr>
              <a:t>本簡報用到的資料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98480" y="5504688"/>
            <a:ext cx="1097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1500" b="1">
                <a:solidFill>
                  <a:srgbClr val="FD5108"/>
                </a:solidFill>
                <a:latin typeface="Arial"/>
                <a:ea typeface="微軟正黑體"/>
              </a:rPr>
              <a:t>24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188720" y="6062472"/>
            <a:ext cx="10607040" cy="0"/>
          </a:xfrm>
          <a:prstGeom prst="line">
            <a:avLst/>
          </a:prstGeom>
          <a:ln w="12700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411480" y="6089904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右側數字為頁碼。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一頁看懂：Rex v3 的架構保留，這一版補上「誰核准、規則怎麼守、怎麼證明有效」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內部討論｜以 Rex《AI Agent 協作開發流程與產出範本》v3 為基礎更新｜AI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3657600" cy="4572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保留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01368"/>
            <a:ext cx="3657600" cy="32461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Arial"/>
                <a:ea typeface="微軟正黑體"/>
              </a:rPr>
              <a:t>・五個階段：需求分析、SA&amp;D、開發、測試、上版／交付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Arial"/>
                <a:ea typeface="微軟正黑體"/>
              </a:rPr>
              <a:t>・每階段的 Input、IT Action、AI 協作與 Review Gate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微軟正黑體"/>
                <a:ea typeface="微軟正黑體"/>
              </a:rPr>
              <a:t>・核心原則：AI 先產出 → IT Review → 修正 → 定稿 → 才進下一階段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Arial"/>
                <a:ea typeface="微軟正黑體"/>
              </a:rPr>
              <a:t>・Review Checklist 與 Prompt 六要素</a:t>
            </a:r>
          </a:p>
        </p:txBody>
      </p:sp>
      <p:sp>
        <p:nvSpPr>
          <p:cNvPr id="9" name="Rectangle 8"/>
          <p:cNvSpPr/>
          <p:nvPr/>
        </p:nvSpPr>
        <p:spPr>
          <a:xfrm>
            <a:off x="4233672" y="1298448"/>
            <a:ext cx="3657600" cy="457200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補強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3672" y="1801368"/>
            <a:ext cx="3657600" cy="32461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Arial"/>
                <a:ea typeface="微軟正黑體"/>
              </a:rPr>
              <a:t>・每個 Gate 指定核准人，並留下紀錄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Arial"/>
                <a:ea typeface="微軟正黑體"/>
              </a:rPr>
              <a:t>・加上「維運」：上線後的問題回到需求，流程變循環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Arial"/>
                <a:ea typeface="微軟正黑體"/>
              </a:rPr>
              <a:t>・用「多常發生 × 需要判斷」決定哪些工作先交給 AI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Arial"/>
                <a:ea typeface="微軟正黑體"/>
              </a:rPr>
              <a:t>・規則從 Prompt 寫進範本、技能與自動閘門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Arial"/>
                <a:ea typeface="微軟正黑體"/>
              </a:rPr>
              <a:t>・法規、稽核與成效指標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55863" y="1298448"/>
            <a:ext cx="3657600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今天要決定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55863" y="1801368"/>
            <a:ext cx="3657600" cy="324612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Arial"/>
                <a:ea typeface="微軟正黑體"/>
              </a:rPr>
              <a:t>・用哪一個案例貫穿五個階段的案例頁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Arial"/>
                <a:ea typeface="微軟正黑體"/>
              </a:rPr>
              <a:t>・需求分析由 BA 和 IT 怎麼分工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Arial"/>
                <a:ea typeface="微軟正黑體"/>
              </a:rPr>
              <a:t>・工具包要先做哪幾樣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Arial"/>
                <a:ea typeface="微軟正黑體"/>
              </a:rPr>
              <a:t>・誰錄案例畫面、什麼時候錄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5257800"/>
            <a:ext cx="91440" cy="7315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257800"/>
            <a:ext cx="11292840" cy="73152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一句話：</a:t>
            </a: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AI 負責把每一步做得更快，每一步都留下紀錄；要不要做、能不能上線，由指定的人決定。我們把這套做法整理成工具包，先在自己的案例上跑一次，再帶客戶做。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Georgia"/>
                <a:ea typeface="微軟正黑體"/>
              </a:rPr>
              <a:t>上週版本</a:t>
            </a:r>
          </a:p>
          <a:p>
            <a:r>
              <a:rPr sz="3000">
                <a:latin typeface="Georgia"/>
                <a:ea typeface="微軟正黑體"/>
              </a:rPr>
              <a:t>回顧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Arial"/>
                <a:ea typeface="微軟正黑體"/>
              </a:rPr>
              <a:t>01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內部討論｜以 Rex《AI Agent 協作開發流程與產出範本》v3 為基礎更新｜AI 協助產出，需人工確認後再對外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11480" y="640080"/>
            <a:ext cx="722376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這一章要回答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0000"/>
                </a:solidFill>
                <a:latin typeface="Arial"/>
                <a:ea typeface="微軟正黑體"/>
              </a:rPr>
              <a:t>Rex v3 已經做到哪裡？還有哪些地方是空的？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接下來你會看到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  <a:ea typeface="微軟正黑體"/>
              </a:rPr>
              <a:t>・v3 的八個項目逐一盤點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  <a:ea typeface="微軟正黑體"/>
              </a:rPr>
              <a:t>・每一項在這一版怎麼處理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Rex v3 盤點：流程與分工已經完整，空著的是案例、需求分析分工、上線後回饋與治理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內部討論｜以 Rex《AI Agent 協作開發流程與產出範本》v3 為基礎更新｜AI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298094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項目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280160"/>
            <a:ext cx="32552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v3 現況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0840" y="1280160"/>
            <a:ext cx="78638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完成度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1280160"/>
            <a:ext cx="421538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這一版怎麼處理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682495"/>
            <a:ext cx="2980944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五階段流程與 Review Gate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682495"/>
            <a:ext cx="3255264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五個階段、每階段一個 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682495"/>
            <a:ext cx="786384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1682495"/>
            <a:ext cx="4215384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保留；每個 Gate 補上「誰核准」與留下的紀錄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194560"/>
            <a:ext cx="2980944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IT 與 AI 分工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2194560"/>
            <a:ext cx="3255264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每階段都有 Input、IT Action、AI Assist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2194560"/>
            <a:ext cx="786384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43800" y="2194560"/>
            <a:ext cx="4215384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保留；用「多常發生 × 需要判斷」排出先交給 AI 的工作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706624"/>
            <a:ext cx="2980944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Review Checklist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2706624"/>
            <a:ext cx="3255264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正確、完整、一致、安全、可追溯五項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2706624"/>
            <a:ext cx="786384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3800" y="2706624"/>
            <a:ext cx="4215384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加上法遵、職責分離、測試證據、紀錄完整四項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218688"/>
            <a:ext cx="2980944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Prompt 撰寫六要素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3218688"/>
            <a:ext cx="3255264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放在附錄，靠每個人寫好 Prompt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3218688"/>
            <a:ext cx="786384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3800" y="3218688"/>
            <a:ext cx="4215384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保留當第一層；往範本、技能、自動閘門做，不只靠個人功力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730752"/>
            <a:ext cx="2980944" cy="47548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實際協作案例（第 7、9、11、13、15 頁）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29000" y="3730752"/>
            <a:ext cx="3255264" cy="47548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五頁都是待貼截圖的空白框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3730752"/>
            <a:ext cx="786384" cy="47548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43800" y="3730752"/>
            <a:ext cx="4215384" cy="47548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用一個案例貫穿五個階段，同一批畫面也給影片示範使用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242816"/>
            <a:ext cx="2980944" cy="47548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需求分析的分工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29000" y="4242816"/>
            <a:ext cx="3255264" cy="47548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標註「待與 BA 討論」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4242816"/>
            <a:ext cx="786384" cy="47548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43800" y="4242816"/>
            <a:ext cx="4215384" cy="47548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提出 BA、IT、AI 三方分工建議（第 9 頁）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754880"/>
            <a:ext cx="2980944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上線之後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29000" y="4754880"/>
            <a:ext cx="3255264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上版／交付是終點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20840" y="4754880"/>
            <a:ext cx="786384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43800" y="4754880"/>
            <a:ext cx="4215384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加上維運：問題寫成新的需求，回到第一步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5266944"/>
            <a:ext cx="2980944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法規、稽核、成效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29000" y="5266944"/>
            <a:ext cx="3255264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尚未涵蓋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20840" y="5266944"/>
            <a:ext cx="786384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43800" y="5266944"/>
            <a:ext cx="4215384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新增保險業法規、所內規定與每階段指標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6053328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微軟正黑體"/>
                <a:ea typeface="微軟正黑體"/>
              </a:rPr>
              <a:t>●完整　◐部分　○尚未處理。淺橘底為最需要 IT 團隊與 BA 一起補的兩項。依據：Rex《AI Agent 協作開發流程與產出範本》v3。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Georgia"/>
                <a:ea typeface="微軟正黑體"/>
              </a:rPr>
              <a:t>流程更新：</a:t>
            </a:r>
          </a:p>
          <a:p>
            <a:r>
              <a:rPr sz="3000">
                <a:latin typeface="Georgia"/>
                <a:ea typeface="微軟正黑體"/>
              </a:rPr>
              <a:t>從直線到循環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Arial"/>
                <a:ea typeface="微軟正黑體"/>
              </a:rPr>
              <a:t>02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內部討論｜以 Rex《AI Agent 協作開發流程與產出範本》v3 為基礎更新｜AI 協助產出，需人工確認後再對外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11480" y="640080"/>
            <a:ext cx="722376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這一章要回答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0000"/>
                </a:solidFill>
                <a:latin typeface="Arial"/>
                <a:ea typeface="微軟正黑體"/>
              </a:rPr>
              <a:t>五個階段要怎麼調整，才能讓每一步都有人負責、有紀錄可查？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接下來你會看到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  <a:ea typeface="微軟正黑體"/>
              </a:rPr>
              <a:t>・v3 五階段對照 Anthropic 手冊的六個階段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  <a:ea typeface="微軟正黑體"/>
              </a:rPr>
              <a:t>・五個人工關卡與交接檔案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  <a:ea typeface="微軟正黑體"/>
              </a:rPr>
              <a:t>・需求分析 BA × IT × AI 分工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  <a:ea typeface="微軟正黑體"/>
              </a:rPr>
              <a:t>・哪些工作先交給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五階段對照 Anthropic 手冊：每一階段都留下一份下一階段直接接手的檔案，關卡由指定的人核准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內部討論｜以 Rex《AI Agent 協作開發流程與產出範本》v3 為基礎更新｜AI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138074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v3 階段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280160"/>
            <a:ext cx="110642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手冊階段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1280160"/>
            <a:ext cx="261518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交接檔案（下一階段的輸入）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1280160"/>
            <a:ext cx="30266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人工關卡（誰核准）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280160"/>
            <a:ext cx="307238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這一版補充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682495"/>
            <a:ext cx="1380744" cy="6400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需求分析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1682495"/>
            <a:ext cx="1106424" cy="6400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規劃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1682495"/>
            <a:ext cx="2615184" cy="6400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需求說明（intent.md）
Prototype、欄位清單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3560" y="1682495"/>
            <a:ext cx="3026664" cy="6400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① 接受需求：產品負責人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682495"/>
            <a:ext cx="3072384" cy="6400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BA 主導和業務對焦；AI 追問範圍與限制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359152"/>
            <a:ext cx="1380744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SA&amp;D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2359152"/>
            <a:ext cx="1106424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設計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71800" y="2359152"/>
            <a:ext cx="2615184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規格書（spec.md）
ERD、API 規格、Test Plan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23560" y="2359152"/>
            <a:ext cx="3026664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② 確認規格：產品負責人（高風險加技術主管）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2359152"/>
            <a:ext cx="3072384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規格自動套用資安、法遵規範，衝突處標給規範負責人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035808"/>
            <a:ext cx="1380744" cy="6400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開發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3035808"/>
            <a:ext cx="1106424" cy="6400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開發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71800" y="3035808"/>
            <a:ext cx="2615184" cy="6400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實作計畫（plan.md）
程式、Unit Test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23560" y="3035808"/>
            <a:ext cx="3026664" cy="6400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③ 核准計畫：工程師（高風險找架構師）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3035808"/>
            <a:ext cx="3072384" cy="6400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v3 已提「先 plan 再 code」；計畫核准前 AI 不能改程式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712463"/>
            <a:ext cx="1380744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測試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3712463"/>
            <a:ext cx="1106424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測試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71800" y="3712463"/>
            <a:ext cx="2615184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Test Case、測試結果
Bug List、Test Report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23560" y="3712463"/>
            <a:ext cx="3026664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AI 先自行驗證，全部通過才交人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3712463"/>
            <a:ext cx="3072384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每次改動都跑；案例綁需求編號（v3 已提）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389120"/>
            <a:ext cx="1380744" cy="6400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上版／交付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4389120"/>
            <a:ext cx="1106424" cy="6400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審查、上線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71800" y="4389120"/>
            <a:ext cx="2615184" cy="6400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審查紀錄、核准紀錄
Release Note、Deploy Guide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23560" y="4389120"/>
            <a:ext cx="3026664" cy="6400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④ 核准合併：程式負責人
⑤ 授權上線：發布經理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0" y="4389120"/>
            <a:ext cx="3072384" cy="6400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AI 先做多輪審查並排嚴重度；rollback 先演練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5065776"/>
            <a:ext cx="1380744" cy="6400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（新增）維運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0" y="5065776"/>
            <a:ext cx="1106424" cy="6400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維運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71800" y="5065776"/>
            <a:ext cx="2615184" cy="6400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事件紀錄
新的需求說明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23560" y="5065776"/>
            <a:ext cx="3026664" cy="6400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服務負責人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0" y="5065776"/>
            <a:ext cx="3072384" cy="6400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異常由 AI 先診斷，結果回到需求分析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6053328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微軟正黑體"/>
                <a:ea typeface="微軟正黑體"/>
              </a:rPr>
              <a:t>①–⑤ 為手冊的五個人工關卡；寫程式的 AI 沒有核准權限。來源：Anthropic《The AI-Native SDLC Playbook》，第 6、13、17、20、39、46 頁；Rex《AI Agent 協作開發流程與產出範本》v3。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從直線到循環：v3 的核心原則不變，多了兩件事：關卡有人簽、上線後的問題回到需求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內部討論｜以 Rex《AI Agent 協作開發流程與產出範本》v3 為基礎更新｜AI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691640" cy="56692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需求分析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93392"/>
            <a:ext cx="1691640" cy="71323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需求說明
Prototype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61488"/>
            <a:ext cx="1691640" cy="38404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微軟正黑體"/>
                <a:ea typeface="微軟正黑體"/>
              </a:rPr>
              <a:t>① 接受需求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76272" y="1517904"/>
            <a:ext cx="173736" cy="274320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77440" y="1371600"/>
            <a:ext cx="1691640" cy="56692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SA&amp;D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1993392"/>
            <a:ext cx="1691640" cy="71323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規格書
ERD、API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761488"/>
            <a:ext cx="1691640" cy="38404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微軟正黑體"/>
                <a:ea typeface="微軟正黑體"/>
              </a:rPr>
              <a:t>② 確認規格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96512" y="1517904"/>
            <a:ext cx="173736" cy="274320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1691640" cy="56692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開發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993392"/>
            <a:ext cx="1691640" cy="71323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實作計畫
程式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761488"/>
            <a:ext cx="1691640" cy="38404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微軟正黑體"/>
                <a:ea typeface="微軟正黑體"/>
              </a:rPr>
              <a:t>③ 核准計畫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16752" y="1517904"/>
            <a:ext cx="173736" cy="274320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1691640" cy="56692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測試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993392"/>
            <a:ext cx="1691640" cy="71323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測試結果
報告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761488"/>
            <a:ext cx="1691640" cy="38404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AI 自行驗證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936992" y="1517904"/>
            <a:ext cx="173736" cy="274320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371600"/>
            <a:ext cx="1691640" cy="56692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上版／交付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1993392"/>
            <a:ext cx="1691640" cy="71323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審查與
核准紀錄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2761488"/>
            <a:ext cx="1691640" cy="38404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微軟正黑體"/>
                <a:ea typeface="微軟正黑體"/>
              </a:rPr>
              <a:t>④ 合併　⑤ 上線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857232" y="1517904"/>
            <a:ext cx="173736" cy="274320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58400" y="1371600"/>
            <a:ext cx="1691640" cy="566928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維運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1993392"/>
            <a:ext cx="1691640" cy="71323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事件紀錄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0" y="2761488"/>
            <a:ext cx="1691640" cy="38404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服務負責人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904220" y="3145536"/>
            <a:ext cx="0" cy="466344"/>
          </a:xfrm>
          <a:prstGeom prst="line">
            <a:avLst/>
          </a:prstGeom>
          <a:ln w="28575">
            <a:solidFill>
              <a:srgbClr val="FD5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303020" y="3611880"/>
            <a:ext cx="9601200" cy="0"/>
          </a:xfrm>
          <a:prstGeom prst="line">
            <a:avLst/>
          </a:prstGeom>
          <a:ln w="28575">
            <a:solidFill>
              <a:srgbClr val="FD5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303020" y="3310128"/>
            <a:ext cx="0" cy="301752"/>
          </a:xfrm>
          <a:prstGeom prst="line">
            <a:avLst/>
          </a:prstGeom>
          <a:ln w="28575">
            <a:solidFill>
              <a:srgbClr val="FD5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Up Arrow 32"/>
          <p:cNvSpPr/>
          <p:nvPr/>
        </p:nvSpPr>
        <p:spPr>
          <a:xfrm>
            <a:off x="1184148" y="3163824"/>
            <a:ext cx="237744" cy="201168"/>
          </a:xfrm>
          <a:prstGeom prst="up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91840" y="3456432"/>
            <a:ext cx="557784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上線後的異常，由 AI 先診斷，結果寫成新的需求說明，回到第一步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977639"/>
            <a:ext cx="5577840" cy="196596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v3 原本就有，保留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・AI 先產出初稿，IT Review、修正、定稿後才進下一階段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・每階段有明確的 Input 與主要產出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・先 plan 再 code；限制修改範圍；不確定就標「待確認」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977639"/>
            <a:ext cx="5577840" cy="196596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這一版新增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・每個關卡有指定核准人，核准紀錄和產出放在一起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・交接靠檔案，不靠開會：下一階段直接讀上一階段的產出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・維運接回需求分析，同類問題不會一再發生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6053328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來源：Anthropic《The AI-Native SDLC Playbook》，第 5 頁（從直線到循環）；Rex《AI Agent 協作開發流程與產出範本》v3，第 4 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需求分析分工建議：BA 講清楚業務、IT 轉成系統、AI 負責追問與起草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內部討論｜以 Rex《AI Agent 協作開發流程與產出範本》v3 為基礎更新｜AI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179222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步驟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280160"/>
            <a:ext cx="320954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BA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280160"/>
            <a:ext cx="311810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1080" y="1280160"/>
            <a:ext cx="311810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682495"/>
            <a:ext cx="179222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對焦業務問題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1682495"/>
            <a:ext cx="320954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主導：和業務單位釐清問題、使用者、成功標準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1682495"/>
            <a:ext cx="311810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參與：提早說出技術與系統限制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41080" y="1682495"/>
            <a:ext cx="311810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追問範圍、使用者、限制，整理成需求說明初稿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340863"/>
            <a:ext cx="1792224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需求說明定稿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2340863"/>
            <a:ext cx="3209544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撰寫與確認，送產品負責人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2340863"/>
            <a:ext cx="3118104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檢視可行性，標出風險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41080" y="2340863"/>
            <a:ext cx="3118104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標出缺口與「待確認」，不自行補需求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999232"/>
            <a:ext cx="179222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畫面與欄位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40280" y="2999232"/>
            <a:ext cx="320954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確認符合業務流程與用語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2999232"/>
            <a:ext cx="311810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微軟正黑體"/>
                <a:ea typeface="微軟正黑體"/>
              </a:rPr>
              <a:t>轉成系統／畫面規格（v3 IT Action ②）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41080" y="2999232"/>
            <a:ext cx="311810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產生 Prototype、欄位清單、BPMN 草稿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657600"/>
            <a:ext cx="1792224" cy="62179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微軟正黑體"/>
                <a:ea typeface="微軟正黑體"/>
              </a:rPr>
              <a:t>① 接受需求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0280" y="3657600"/>
            <a:ext cx="3209544" cy="62179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準備紀錄，說明取捨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657600"/>
            <a:ext cx="3118104" cy="62179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確認可以進入 SA&amp;D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3657600"/>
            <a:ext cx="3118104" cy="62179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不參與決定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315968"/>
            <a:ext cx="179222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交給 SA&amp;D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40280" y="4315968"/>
            <a:ext cx="320954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回答業務問題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4315968"/>
            <a:ext cx="311810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主導 SA&amp;D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1080" y="4315968"/>
            <a:ext cx="311810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依需求說明起草規格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029200"/>
            <a:ext cx="91440" cy="77724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029200"/>
            <a:ext cx="11292840" cy="7772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為什麼這樣分：</a:t>
            </a:r>
            <a:r>
              <a:rPr sz="1150" b="0">
                <a:solidFill>
                  <a:srgbClr val="000000"/>
                </a:solidFill>
                <a:latin typeface="微軟正黑體"/>
                <a:ea typeface="微軟正黑體"/>
              </a:rPr>
              <a:t>需求說明寫得越清楚，後面四個階段的 AI 產出越準；這也是 v3 第 6 頁「Input 完整 → AI 產初稿」的前提。BA 熟悉保險業務，最適合當這一步的負責人。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594360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v3 第 6 頁標註「待與 BA 討論」。此為提案，請 Rex、Kenny 與 BA 在會議上確認；產品負責人由客戶或業務單位指定。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哪些工作先交給 AI：用「多常發生 × 需要判斷」把 v3 列出的 AI 任務分成四類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內部討論｜以 Rex《AI Agent 協作開發流程與產出範本》v3 為基礎更新｜AI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51560" y="1600200"/>
            <a:ext cx="3291840" cy="1938528"/>
          </a:xfrm>
          <a:prstGeom prst="rect">
            <a:avLst/>
          </a:prstGeom>
          <a:solidFill>
            <a:srgbClr val="FFE8D4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673352"/>
            <a:ext cx="3072384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Arial"/>
                <a:ea typeface="微軟正黑體"/>
              </a:rPr>
              <a:t>常發生 × 判斷少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AI 先做，IT 確認</a:t>
            </a:r>
          </a:p>
        </p:txBody>
      </p:sp>
      <p:sp>
        <p:nvSpPr>
          <p:cNvPr id="9" name="Rectangle 8"/>
          <p:cNvSpPr/>
          <p:nvPr/>
        </p:nvSpPr>
        <p:spPr>
          <a:xfrm>
            <a:off x="1161288" y="2276856"/>
            <a:ext cx="3072384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欄位清單、Test Case、Test Data、Unit Test、mock data、註解與開發文件、Release Note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8264" y="1600200"/>
            <a:ext cx="3291840" cy="1938528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4507992" y="1673352"/>
            <a:ext cx="3072384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Arial"/>
                <a:ea typeface="微軟正黑體"/>
              </a:rPr>
              <a:t>常發生 × 判斷多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AI 起草，IT 逐項審查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7992" y="2276856"/>
            <a:ext cx="3072384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程式碼、API 規格（OpenAPI）、ERD、資料表、Code Review 風險檢查、測試失敗原因分析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3593592"/>
            <a:ext cx="3291840" cy="1938528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1161288" y="3666744"/>
            <a:ext cx="3072384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Arial"/>
                <a:ea typeface="微軟正黑體"/>
              </a:rPr>
              <a:t>少發生 × 判斷少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做成範本，重複使用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61288" y="4270248"/>
            <a:ext cx="3072384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Deploy Guide、User Guide、Migration Script、BPMN 圖的格式、部署腳本、CI/CD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3593592"/>
            <a:ext cx="329184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4507992" y="3666744"/>
            <a:ext cx="3072384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Arial"/>
                <a:ea typeface="微軟正黑體"/>
              </a:rPr>
              <a:t>少發生 × 判斷多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人決定，AI 只提供資料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07992" y="4270248"/>
            <a:ext cx="3072384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接受需求、架構與技術選型、核准合併、授權上線、事件與例外處置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1600200"/>
            <a:ext cx="594360" cy="19385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Arial"/>
                <a:ea typeface="微軟正黑體"/>
              </a:rPr>
              <a:t>常發生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593592"/>
            <a:ext cx="594360" cy="19385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Arial"/>
                <a:ea typeface="微軟正黑體"/>
              </a:rPr>
              <a:t>少發生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5568696"/>
            <a:ext cx="663854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595959"/>
                </a:solidFill>
                <a:latin typeface="微軟正黑體"/>
                <a:ea typeface="微軟正黑體"/>
              </a:rPr>
              <a:t>需要判斷：少 ─────────────→ 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1600200"/>
            <a:ext cx="3794760" cy="42062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怎麼用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・左上角最適合先做：最常發生、規則最清楚，最快看到效果，也最容易做成工具包。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・右上角量最大，但要人逐項審查；AI 讓審查變快，不能讓審查消失。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・右下角永遠由人決定，對應五個人工關卡。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出處：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Sawhney, MIT Sloan Management Review, 2024：先把服務拆成活動，用「頻率」與「認知複雜度」評估，常發生、判斷少的活動最適合產品化。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053328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任務清單取自 Rex《AI Agent 協作開發流程與產出範本》v3 各階段「AI 可以做什麼」；分類為提案，請 IT 團隊依實際專案調整。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Georgia"/>
                <a:ea typeface="微軟正黑體"/>
              </a:rPr>
              <a:t>AI 協作</a:t>
            </a:r>
          </a:p>
          <a:p>
            <a:r>
              <a:rPr sz="3000">
                <a:latin typeface="Georgia"/>
                <a:ea typeface="微軟正黑體"/>
              </a:rPr>
              <a:t>怎麼落地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Arial"/>
                <a:ea typeface="微軟正黑體"/>
              </a:rPr>
              <a:t>03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內部討論｜以 Rex《AI Agent 協作開發流程與產出範本》v3 為基礎更新｜AI 協助產出，需人工確認後再對外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11480" y="640080"/>
            <a:ext cx="722376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這一章要回答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0000"/>
                </a:solidFill>
                <a:latin typeface="Arial"/>
                <a:ea typeface="微軟正黑體"/>
              </a:rPr>
              <a:t>怎麼讓 AI 每次都照規矩做，而不是看每個人 Prompt 寫得好不好？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接下來你會看到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  <a:ea typeface="微軟正黑體"/>
              </a:rPr>
              <a:t>・從 Prompt 到範本、技能與自動閘門的四層做法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  <a:ea typeface="微軟正黑體"/>
              </a:rPr>
              <a:t>・Review Checklist 升級版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  <a:ea typeface="微軟正黑體"/>
              </a:rPr>
              <a:t>・五頁案例頁怎麼填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從寫好 Prompt 到把規則寫進工具：v3 的 Prompt 六要素是第一層，工具包要往下做三層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內部討論｜以 Rex《AI Agent 協作開發流程與產出範本》v3 為基礎更新｜AI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11480" y="1325880"/>
            <a:ext cx="502920" cy="502920"/>
          </a:xfrm>
          <a:prstGeom prst="ellipse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325880"/>
            <a:ext cx="214884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595959"/>
                </a:solidFill>
                <a:latin typeface="Arial"/>
                <a:ea typeface="微軟正黑體"/>
              </a:rPr>
              <a:t>v3 附錄已有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920240"/>
            <a:ext cx="2743200" cy="566928"/>
          </a:xfrm>
          <a:prstGeom prst="rect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Prompt 六要素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532888"/>
            <a:ext cx="2743200" cy="187451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背景、權威輸入、角色、具體任務、限制、輸出格式。寫得好不好看個人。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453128"/>
            <a:ext cx="2743200" cy="43891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效果因人而異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54680" y="3291840"/>
            <a:ext cx="128016" cy="274320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82696" y="1325880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77056" y="1325880"/>
            <a:ext cx="214884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這一版新增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2696" y="1920240"/>
            <a:ext cx="2743200" cy="56692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範本與團隊說明檔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82696" y="2532888"/>
            <a:ext cx="2743200" cy="187451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需求說明、規格、實作計畫用固定範本；團隊慣例寫進 CLAUDE.md，AI 每次都會先讀。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82696" y="4453128"/>
            <a:ext cx="2743200" cy="43891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格式一致、可以交接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25896" y="3291840"/>
            <a:ext cx="128016" cy="274320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53912" y="1325880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48272" y="1325880"/>
            <a:ext cx="214884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這一版新增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3912" y="1920240"/>
            <a:ext cx="2743200" cy="56692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技能（Skill）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3912" y="2532888"/>
            <a:ext cx="2743200" cy="187451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資安、API、命名、法遵規範寫成檔案，AI 做事時自動套用；規範改了，下次使用就是新版。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53912" y="4453128"/>
            <a:ext cx="2743200" cy="43891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讓違規變少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97112" y="3291840"/>
            <a:ext cx="128016" cy="274320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025128" y="1325880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19488" y="1325880"/>
            <a:ext cx="214884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這一版新增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25128" y="1920240"/>
            <a:ext cx="2743200" cy="56692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自動閘門（Hook）與集中設定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25128" y="2532888"/>
            <a:ext cx="2743200" cy="187451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AI 每個動作前先檢查：沒有核准不能合併、不能上線；不能讀金鑰與機密檔。個人關不掉。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25128" y="4453128"/>
            <a:ext cx="2743200" cy="43891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讓違規幾乎做不到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120640"/>
            <a:ext cx="91440" cy="7315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120640"/>
            <a:ext cx="11292840" cy="73152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建議：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工具包第一版做第 2 層（需求說明、規格、計畫三份範本）和一條第 3 層技能（例如「入口網站不能新增個資」），再用第 4 層守住「沒有核准不能上線」。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98932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手冊原話：技能讓違規變少，鉤子讓違規幾乎不可能。來源：Anthropic《The AI-Native SDLC Playbook》，第 25–27、40–46 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Review Checklist 升級：v3 的五項保留，再加四項保險業一定會被問的檢查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內部討論｜以 Rex《AI Agent 協作開發流程與產出範本》v3 為基礎更新｜AI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14264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檢查項目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20" y="1280160"/>
            <a:ext cx="490118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問什麼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2280" y="1280160"/>
            <a:ext cx="375818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誰檢查、怎麼檢查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0" y="1280160"/>
            <a:ext cx="115214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來源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682495"/>
            <a:ext cx="1426464" cy="4206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正確性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20" y="1682495"/>
            <a:ext cx="4901184" cy="4206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是否符合需求？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12280" y="1682495"/>
            <a:ext cx="3758184" cy="4206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IT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07040" y="1682495"/>
            <a:ext cx="1152144" cy="4206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v3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139696"/>
            <a:ext cx="142646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完整性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74520" y="2139696"/>
            <a:ext cx="490118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有沒有遺漏情境（反向、邊界）？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2139696"/>
            <a:ext cx="375818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IT Review；AI 先列缺口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07040" y="2139696"/>
            <a:ext cx="115214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v3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596896"/>
            <a:ext cx="1426464" cy="4206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一致性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20" y="2596896"/>
            <a:ext cx="4901184" cy="4206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文件、API、程式是否一致？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2596896"/>
            <a:ext cx="3758184" cy="4206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IT Review；可用技能自動比對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07040" y="2596896"/>
            <a:ext cx="1152144" cy="4206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v3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054096"/>
            <a:ext cx="142646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安全性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20" y="3054096"/>
            <a:ext cx="490118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權限、輸入驗證、敏感資料？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12280" y="3054096"/>
            <a:ext cx="375818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IT Review；AI 先做資安初審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07040" y="3054096"/>
            <a:ext cx="115214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v3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511296"/>
            <a:ext cx="1426464" cy="4206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可追溯性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74520" y="3511296"/>
            <a:ext cx="4901184" cy="4206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產出能不能回到需求來源？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3511296"/>
            <a:ext cx="3758184" cy="4206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產出標需求編號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07040" y="3511296"/>
            <a:ext cx="1152144" cy="4206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v3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968496"/>
            <a:ext cx="1426464" cy="42062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法遵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74520" y="3968496"/>
            <a:ext cx="4901184" cy="42062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有沒有用到個資？資料是否在可給 AI 讀的範圍內？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12280" y="3968496"/>
            <a:ext cx="3758184" cy="42062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技能套用規範；資料分級由 IT 設定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07040" y="3968496"/>
            <a:ext cx="1152144" cy="42062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新增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425696"/>
            <a:ext cx="1426464" cy="42062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職責分離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74520" y="4425696"/>
            <a:ext cx="4901184" cy="42062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寫程式的 AI 有沒有自己核准？關卡是否由指定的人簽？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12280" y="4425696"/>
            <a:ext cx="3758184" cy="42062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自動閘門強制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07040" y="4425696"/>
            <a:ext cx="1152144" cy="42062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新增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882896"/>
            <a:ext cx="1426464" cy="42062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測試證據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74520" y="4882896"/>
            <a:ext cx="4901184" cy="42062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有沒有自動測試結果？案例是否綁需求編號？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12280" y="4882896"/>
            <a:ext cx="3758184" cy="42062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CI 自動產生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07040" y="4882896"/>
            <a:ext cx="1152144" cy="42062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新增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5340096"/>
            <a:ext cx="1426464" cy="42062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紀錄完整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74520" y="5340096"/>
            <a:ext cx="4901184" cy="42062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誰核准、何時、套用哪個版本的規範，查得到嗎？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12280" y="5340096"/>
            <a:ext cx="3758184" cy="42062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版本紀錄與核准紀錄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07040" y="5340096"/>
            <a:ext cx="1152144" cy="42062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新增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585216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淺橘底為新增項目，對應金管會 AI 指引的治理與問責、透明可解釋原則。來源：Rex《AI Agent 協作開發流程與產出範本》v3，第 16 頁；Anthropic《The AI-Native SDLC Playbook》。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五頁案例頁怎麼填：用同一個案例走完五個階段，每階段截三張圖、記一個數字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內部討論｜以 Rex《AI Agent 協作開發流程與產出範本》v3 為基礎更新｜AI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138074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階段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280160"/>
            <a:ext cx="247802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軟正黑體"/>
                <a:ea typeface="微軟正黑體"/>
              </a:rPr>
              <a:t>① IT Input 截什麼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280160"/>
            <a:ext cx="298094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軟正黑體"/>
                <a:ea typeface="微軟正黑體"/>
              </a:rPr>
              <a:t>② AI 產出截什麼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60920" y="1280160"/>
            <a:ext cx="25694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軟正黑體"/>
                <a:ea typeface="微軟正黑體"/>
              </a:rPr>
              <a:t>③ IT Review 截什麼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66960" y="1280160"/>
            <a:ext cx="179222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記錄的數字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682495"/>
            <a:ext cx="138074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需求分析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1682495"/>
            <a:ext cx="247802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業務需求原文、畫面需求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682495"/>
            <a:ext cx="298094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AI 追問的問題、需求說明、Prototype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1682495"/>
            <a:ext cx="25694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修正前後差異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0" y="1682495"/>
            <a:ext cx="179222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到需求定稿花多久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249424"/>
            <a:ext cx="138074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SA&amp;D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2249424"/>
            <a:ext cx="247802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需求說明、既有資料表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2249424"/>
            <a:ext cx="298094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ERD、API 規格、Test Plan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20" y="2249424"/>
            <a:ext cx="256946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技術 Review 意見、標「待確認」的欄位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66960" y="2249424"/>
            <a:ext cx="179222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開發後還要改規格幾次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816352"/>
            <a:ext cx="138074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開發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2816352"/>
            <a:ext cx="247802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規格、既有程式、Coding Convention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2816352"/>
            <a:ext cx="298094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實作計畫、程式差異、Unit Test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60920" y="2816352"/>
            <a:ext cx="25694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Code Review 意見與修改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66960" y="2816352"/>
            <a:ext cx="179222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第一次就能合併的比例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383279"/>
            <a:ext cx="138074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測試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3383279"/>
            <a:ext cx="247802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驗收條件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383279"/>
            <a:ext cx="298094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正向、反向、邊界案例；失敗原因分析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60920" y="3383279"/>
            <a:ext cx="256946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補了哪些案例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66960" y="3383279"/>
            <a:ext cx="179222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第一次通過 CI 的比例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950208"/>
            <a:ext cx="138074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上版／交付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3950208"/>
            <a:ext cx="247802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版本差異、測試結果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950208"/>
            <a:ext cx="298094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Release Note、Deploy Guide 草稿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60920" y="3950208"/>
            <a:ext cx="25694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核准紀錄、rollback 計畫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66960" y="3950208"/>
            <a:ext cx="179222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上線失敗率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526280"/>
            <a:ext cx="5577840" cy="11430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案例怎麼挑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優先用 IT 團隊已經做過的真實專案；沒有的話，用「理賠進度自助查詢」做示範專案。範圍小、規格清楚、已有測試最好。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526280"/>
            <a:ext cx="5577840" cy="114300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一次錄、三處用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微軟正黑體"/>
                <a:ea typeface="微軟正黑體"/>
              </a:rPr>
              <a:t>同一批畫面同時用在：這五頁案例頁、第 3 集影片第③段示範（D1–D4）、對客簡報「為什麼是 PwC FSC1」的實績欄。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580644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截圖與錄影不可含客戶資料或真實個資；示範資料一律用假資料。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Georgia"/>
                <a:ea typeface="微軟正黑體"/>
              </a:rPr>
              <a:t>治理、法規</a:t>
            </a:r>
          </a:p>
          <a:p>
            <a:r>
              <a:rPr sz="3000">
                <a:latin typeface="Georgia"/>
                <a:ea typeface="微軟正黑體"/>
              </a:rPr>
              <a:t>與成效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Arial"/>
                <a:ea typeface="微軟正黑體"/>
              </a:rPr>
              <a:t>04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內部討論｜以 Rex《AI Agent 協作開發流程與產出範本》v3 為基礎更新｜AI 協助產出，需人工確認後再對外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11480" y="640080"/>
            <a:ext cx="722376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這一章要回答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0000"/>
                </a:solidFill>
                <a:latin typeface="Arial"/>
                <a:ea typeface="微軟正黑體"/>
              </a:rPr>
              <a:t>保險業客戶會問哪些法規問題？怎麼證明這套流程有效？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接下來你會看到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  <a:ea typeface="微軟正黑體"/>
              </a:rPr>
              <a:t>・保險業法規與所內規定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  <a:ea typeface="微軟正黑體"/>
              </a:rPr>
              <a:t>・每個階段要量的指標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法規與所內規定：用外部 AI 處理程式與需求可能涉及委外，導入前就要一起規劃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內部討論｜以 Rex《AI Agent 協作開發流程與產出範本》v3 為基礎更新｜AI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389534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法規或規範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280160"/>
            <a:ext cx="197510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現況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280160"/>
            <a:ext cx="540410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對這套流程的意思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682495"/>
            <a:ext cx="389534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《保險業作業委託他人處理內部作業制度及程序辦法》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682495"/>
            <a:ext cx="197510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2025-12-31 施行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682495"/>
            <a:ext cx="540410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程式碼與需求文件交給外部 AI 處理，可能屬作業委外，要判斷是否申報、納入委外管理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40863"/>
            <a:ext cx="3895344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《保險業作業委外使用雲端服務自律規範》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340863"/>
            <a:ext cx="1975104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壽險、產險公會訂定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2340863"/>
            <a:ext cx="5404104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AI 服務架在雲端時，雲端業者的管理與查核安排要一併處理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999232"/>
            <a:ext cx="389534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《保險業運用人工智慧系統自律規範》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2999232"/>
            <a:ext cx="197510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2025-04-10 金管會備查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2999232"/>
            <a:ext cx="540410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保險公司對 AI 結果負最終責任；AI 工具要登錄 AI 清冊、納入風險管理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657600"/>
            <a:ext cx="3895344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金管會《金融業運用 AI 指引》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657600"/>
            <a:ext cx="1975104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2024-06-20 發布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3657600"/>
            <a:ext cx="5404104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治理與問責、透明可解釋、穩健與安全等原則，都要有對應做法與紀錄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206240"/>
            <a:ext cx="11384280" cy="3840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Arial"/>
                <a:ea typeface="微軟正黑體"/>
              </a:rPr>
              <a:t>所內規定（我們自己做的時候也要遵守）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645152"/>
            <a:ext cx="3703320" cy="8686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客戶資料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不放進外部 AI 工具；示範一律用假資料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33672" y="4645152"/>
            <a:ext cx="3703320" cy="8686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AI 產出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對外使用前一定要人工確認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55863" y="4645152"/>
            <a:ext cx="3703320" cy="8686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獨立性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客戶若同時是審計客戶，推案前先和 Risk &amp; Quality 確認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66928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是否屬委外、是否需申報，須依客戶個案與實際架構判斷並與客戶法遵確認；本頁非法律意見。日期依公開資料整理。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怎麼證明有效：每個階段一個先看的指標，數據大多已經在版本紀錄和 CI 裡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內部討論｜以 Rex《AI Agent 協作開發流程與產出範本》v3 為基礎更新｜AI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14264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階段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20" y="1280160"/>
            <a:ext cx="50840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先看（領先指標）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995160" y="1280160"/>
            <a:ext cx="476402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後看（落後指標）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682495"/>
            <a:ext cx="142646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需求分析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74520" y="1682495"/>
            <a:ext cx="508406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從第一次討論到需求說明定稿的時間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95160" y="1682495"/>
            <a:ext cx="476402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被接受、進入 SA&amp;D 的需求比例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231136"/>
            <a:ext cx="1426464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SA&amp;D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4520" y="2231136"/>
            <a:ext cx="5084064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需求說明到規格定稿的時間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60" y="2231136"/>
            <a:ext cx="4764024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開發開始後還要改規格的次數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779776"/>
            <a:ext cx="142646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開發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20" y="2779776"/>
            <a:ext cx="508406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第一次實作就能合併的比例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2779776"/>
            <a:ext cx="476402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每個改動的返工次數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328415"/>
            <a:ext cx="1426464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測試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20" y="3328415"/>
            <a:ext cx="5084064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AI 改動第一次就通過 CI 的比例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3328415"/>
            <a:ext cx="4764024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上線前抓到的缺陷 vs 上線後才發現的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877056"/>
            <a:ext cx="142646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上版／交付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74520" y="3877056"/>
            <a:ext cx="508406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第一次審查的等待時間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95160" y="3877056"/>
            <a:ext cx="476402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上線失敗率、復原時間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425696"/>
            <a:ext cx="1426464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維運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74520" y="4425696"/>
            <a:ext cx="5084064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異常發生到寫成需求說明的時間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95160" y="4425696"/>
            <a:ext cx="4764024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同類事件重複發生的次數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074920"/>
            <a:ext cx="91440" cy="6858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074920"/>
            <a:ext cx="11292840" cy="68580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建議：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試點前先記下現況基準，試點後用同一套指標比較。手冊說的「數週縮短到數小時」是預期，對外只講我們自己量到的數字。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89788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整體交付績效可再搭配 DORA 指標（部署頻率、交付時間、變更失敗率、復原時間）。來源：Anthropic《The AI-Native SDLC Playbook》，各階段「How to measure it」。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Georgia"/>
                <a:ea typeface="微軟正黑體"/>
              </a:rPr>
              <a:t>對外：服務化</a:t>
            </a:r>
          </a:p>
          <a:p>
            <a:r>
              <a:rPr sz="3000">
                <a:latin typeface="Georgia"/>
                <a:ea typeface="微軟正黑體"/>
              </a:rPr>
              <a:t>與影片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Arial"/>
                <a:ea typeface="微軟正黑體"/>
              </a:rPr>
              <a:t>05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內部討論｜以 Rex《AI Agent 協作開發流程與產出範本》v3 為基礎更新｜AI 協助產出，需人工確認後再對外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11480" y="640080"/>
            <a:ext cx="722376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這一章要回答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0000"/>
                </a:solidFill>
                <a:latin typeface="Arial"/>
                <a:ea typeface="微軟正黑體"/>
              </a:rPr>
              <a:t>這套流程怎麼變成可以賣的服務？影片怎麼講？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接下來你會看到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  <a:ea typeface="微軟正黑體"/>
              </a:rPr>
              <a:t>・你自己做、陪你做、幫你做三種合作方式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  <a:ea typeface="微軟正黑體"/>
              </a:rPr>
              <a:t>・同業已經在做什麼、我們的差異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  <a:ea typeface="微軟正黑體"/>
              </a:rPr>
              <a:t>・第 3 集影片和這份簡報的對應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三種合作方式：同一套流程，依客戶想要多少人力參與，包成三種方案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內部討論｜以 Rex《AI Agent 協作開發流程與產出範本》v3 為基礎更新｜AI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3703320" cy="685800"/>
          </a:xfrm>
          <a:prstGeom prst="rect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微軟正黑體"/>
              </a:rPr>
              <a:t>你自己做</a:t>
            </a:r>
            <a:r>
              <a:rPr sz="1200" b="0">
                <a:solidFill>
                  <a:srgbClr val="FFFFFF"/>
                </a:solidFill>
                <a:latin typeface="Arial"/>
                <a:ea typeface="微軟正黑體"/>
              </a:rPr>
              <a:t>　工具包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29968"/>
            <a:ext cx="3703320" cy="21031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・需求說明、規格、計畫三份範本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・保險業規範技能（資安、個資、委外）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・自動閘門設定與 Review Checklist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178808"/>
            <a:ext cx="3703320" cy="56692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適合：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已有 IT 團隊、只缺方法的客戶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3672" y="1298448"/>
            <a:ext cx="3703320" cy="6858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微軟正黑體"/>
              </a:rPr>
              <a:t>陪你做</a:t>
            </a:r>
            <a:r>
              <a:rPr sz="1200" b="0">
                <a:solidFill>
                  <a:srgbClr val="FFFFFF"/>
                </a:solidFill>
                <a:latin typeface="Arial"/>
                <a:ea typeface="微軟正黑體"/>
              </a:rPr>
              <a:t>　試點陪跑＋教學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3672" y="2029968"/>
            <a:ext cx="3703320" cy="21031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・現況診斷，挑一個試點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・帶團隊用真實需求走完五個階段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・各角色教學、試點前後成效比較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3672" y="4178808"/>
            <a:ext cx="3703320" cy="56692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適合：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多數客戶的起點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55863" y="1298448"/>
            <a:ext cx="3703320" cy="685800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微軟正黑體"/>
              </a:rPr>
              <a:t>幫你做</a:t>
            </a:r>
            <a:r>
              <a:rPr sz="1200" b="0">
                <a:solidFill>
                  <a:srgbClr val="FFFFFF"/>
                </a:solidFill>
                <a:latin typeface="Arial"/>
                <a:ea typeface="微軟正黑體"/>
              </a:rPr>
              <a:t>　駐點開發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55863" y="2029968"/>
            <a:ext cx="3703320" cy="21031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・FSC1 人力駐點，用這套流程開發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・交付程式、文件與完整紀錄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・期末交接工具包與做法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5863" y="4178808"/>
            <a:ext cx="3703320" cy="56692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適合：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人力不足、時程緊的客戶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983480"/>
            <a:ext cx="91440" cy="77724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983480"/>
            <a:ext cx="11292840" cy="7772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建議主推：</a:t>
            </a:r>
            <a:r>
              <a:rPr sz="1150" b="0">
                <a:solidFill>
                  <a:srgbClr val="000000"/>
                </a:solidFill>
                <a:latin typeface="微軟正黑體"/>
                <a:ea typeface="微軟正黑體"/>
              </a:rPr>
              <a:t>「陪你做一個試點」。風險低、客戶看得到成效，做完自然延伸到工具包或駐點。對應 SDLC 完整版的四個服務模組：① 診斷、② 規範與控制、③ 陪跑教學、④ 量測擴大。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870448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三種方案的概念出自 Sawhney, MIT Sloan Management Review, 2024（Do it for me／with me／yourself）。範圍與報價待 Sam、Luke 決定，影片不提價格。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同業已經在做：保險顧問業把服務做成產品很普遍，我們要講清楚差在哪裡（內部參考）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內部討論｜以 Rex《AI Agent 協作開發流程與產出範本》v3 為基礎更新｜AI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16550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公司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1280160"/>
            <a:ext cx="27980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280160"/>
            <a:ext cx="4169663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做什麼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280160"/>
            <a:ext cx="261518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對我們的意思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682495"/>
            <a:ext cx="1655064" cy="62179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Deloitte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1682495"/>
            <a:ext cx="2798064" cy="62179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Agentic AI Blueprint for Insurance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1682495"/>
            <a:ext cx="4169663" cy="62179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產險／壽險 AI 導入方法，從評估、設計到試點、規模化，含預建 AI 代理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682495"/>
            <a:ext cx="2615184" cy="62179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最接近我們的 AI 協作開發服務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340863"/>
            <a:ext cx="1655064" cy="62179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Capgemini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03120" y="2340863"/>
            <a:ext cx="2798064" cy="62179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Guidewire 生成式 AI／代理工具組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2340863"/>
            <a:ext cx="4169663" cy="62179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舊商品遷移、需求分析、系統整合的 AI 加速器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2340863"/>
            <a:ext cx="2615184" cy="62179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和第 3 集「核心系統」主題直接重疊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999232"/>
            <a:ext cx="165506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Deloitte、KPMG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2999232"/>
            <a:ext cx="279806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IFRS 17 加速器（與 SAS 合作）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2999232"/>
            <a:ext cx="4169663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預建資料模型與計算引擎，強調數週到 90 天導入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2999232"/>
            <a:ext cx="261518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客戶做 IFRS 17 時可能拿來比較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657600"/>
            <a:ext cx="1655064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McKinsey、BCG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3120" y="3657600"/>
            <a:ext cx="2798064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核心現代化、AI-First 藍圖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3657600"/>
            <a:ext cx="4169663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方法論與藍圖，尚未做成可單獨購買的產品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3657600"/>
            <a:ext cx="2615184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代表「框架」層級，還不是產品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343400"/>
            <a:ext cx="11384280" cy="3840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Arial"/>
                <a:ea typeface="微軟正黑體"/>
              </a:rPr>
              <a:t>我們的差異（影片與對客簡報都用這三點，不點名同業）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773168"/>
            <a:ext cx="3703320" cy="91440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台灣保險法規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委外辦法、公會 AI 與雲端自律規範直接寫進技能與檢查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33672" y="4773168"/>
            <a:ext cx="3703320" cy="91440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在地核心系統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熟悉理賠、核保、核心系統與 IFRS 17，試點直接用客戶的業務情境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55863" y="4773168"/>
            <a:ext cx="3703320" cy="91440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可稽核的人工關卡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五個關卡誰核准、什麼時候核准，全部查得到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80644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資料來自業者新聞稿與產品頁，未經獨立驗證；連結見 research/productization/保險顧問產品化服務盤點.md。對外資料不點名公司。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第 3 集影片〈核心系統，跟得上 AI 嗎？〉：每一段都對應這份簡報，示範要靠案例錄影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內部討論｜以 Rex《AI Agent 協作開發流程與產出範本》v3 為基礎更新｜AI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23408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影片段落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280160"/>
            <a:ext cx="490118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畫面與旁白重點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80" y="1280160"/>
            <a:ext cx="174650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對應本簡報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0" y="1280160"/>
            <a:ext cx="224942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需要誰提供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682495"/>
            <a:ext cx="2340864" cy="603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開場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1682495"/>
            <a:ext cx="4901184" cy="603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一個問題帶出主題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6680" y="1682495"/>
            <a:ext cx="1746504" cy="603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1682495"/>
            <a:ext cx="2249424" cy="603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影片組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322576"/>
            <a:ext cx="2340864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微軟正黑體"/>
                <a:ea typeface="微軟正黑體"/>
              </a:rPr>
              <a:t>① 導入前後對照＋矩陣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2322576"/>
            <a:ext cx="4901184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直線變循環；「常常發生、規則清楚的交給 AI，少見、需要判斷的留給人」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322576"/>
            <a:ext cx="1746504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第 8、10 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2322576"/>
            <a:ext cx="2249424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影片組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962656"/>
            <a:ext cx="2340864" cy="603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微軟正黑體"/>
                <a:ea typeface="微軟正黑體"/>
              </a:rPr>
              <a:t>② 需求範本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62656"/>
            <a:ext cx="4901184" cy="603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AI 用固定範本把需求整理成格式一致的文件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80" y="2962656"/>
            <a:ext cx="1746504" cy="603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第 12 頁第 2 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2962656"/>
            <a:ext cx="2249424" cy="603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Rex、BA（範本內容）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602735"/>
            <a:ext cx="2340864" cy="60350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微軟正黑體"/>
                <a:ea typeface="微軟正黑體"/>
              </a:rPr>
              <a:t>③ 預錄示範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88920" y="3602735"/>
            <a:ext cx="4901184" cy="60350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AI 在各階段怎麼用，最後由人決定能不能上線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26680" y="3602735"/>
            <a:ext cx="1746504" cy="60350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第 14 頁案例錄影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60" y="3602735"/>
            <a:ext cx="2249424" cy="60350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Rex、Kenny（錄影 D1–D4）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242816"/>
            <a:ext cx="2340864" cy="603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微軟正黑體"/>
                <a:ea typeface="微軟正黑體"/>
              </a:rPr>
              <a:t>④ 工具包＋三種合作方式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88920" y="4242816"/>
            <a:ext cx="4901184" cy="603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工具包依台灣法規與核心系統調整；你自己做、陪你做、幫你做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26680" y="4242816"/>
            <a:ext cx="1746504" cy="603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第 19、20 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0" y="4242816"/>
            <a:ext cx="2249424" cy="603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Sam、Luke（範圍與 CTA）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937760"/>
            <a:ext cx="91440" cy="6858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937760"/>
            <a:ext cx="11292840" cy="68580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時程：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腳本 v0.3（22 個鏡頭、約 128 秒）已完成；10/28 與 Sam 檢視腳本；11/04 獨立性檢查。示範錄影是目前最大的缺口。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580644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腳本：pwc-fsc1-ai-short-vid/08-core-system-ai/script.md。影片不點名公司、不使用真人肖像。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Georgia"/>
                <a:ea typeface="微軟正黑體"/>
              </a:rPr>
              <a:t>下一步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Arial"/>
                <a:ea typeface="微軟正黑體"/>
              </a:rPr>
              <a:t>06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內部討論｜以 Rex《AI Agent 協作開發流程與產出範本》v3 為基礎更新｜AI 協助產出，需人工確認後再對外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11480" y="640080"/>
            <a:ext cx="722376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這一章要回答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0000"/>
                </a:solidFill>
                <a:latin typeface="Arial"/>
                <a:ea typeface="微軟正黑體"/>
              </a:rPr>
              <a:t>今天會議要決定什麼？誰負責哪一件？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接下來你會看到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  <a:ea typeface="微軟正黑體"/>
              </a:rPr>
              <a:t>・四個要決定的問題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  <a:ea typeface="微軟正黑體"/>
              </a:rPr>
              <a:t>・分工與期限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今天要決定的四件事，以及會後分工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內部討論｜以 Rex《AI Agent 協作開發流程與產出範本》v3 為基礎更新｜AI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4206240" cy="38404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Arial"/>
                <a:ea typeface="微軟正黑體"/>
              </a:rPr>
              <a:t>要決定的事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947672"/>
            <a:ext cx="411480" cy="41148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719072"/>
            <a:ext cx="3703320" cy="9144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Arial"/>
                <a:ea typeface="微軟正黑體"/>
              </a:rPr>
              <a:t>案例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五頁案例頁用哪一個專案？IT 團隊的真實專案，還是理賠進度自助查詢示範？</a:t>
            </a:r>
          </a:p>
        </p:txBody>
      </p:sp>
      <p:sp>
        <p:nvSpPr>
          <p:cNvPr id="10" name="Oval 9"/>
          <p:cNvSpPr/>
          <p:nvPr/>
        </p:nvSpPr>
        <p:spPr>
          <a:xfrm>
            <a:off x="411480" y="2935224"/>
            <a:ext cx="411480" cy="41148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06624"/>
            <a:ext cx="3703320" cy="9144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Arial"/>
                <a:ea typeface="微軟正黑體"/>
              </a:rPr>
              <a:t>需求分析分工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第 9 頁的 BA × IT × AI 分工是否採用？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3922776"/>
            <a:ext cx="411480" cy="41148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694176"/>
            <a:ext cx="3703320" cy="9144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Arial"/>
                <a:ea typeface="微軟正黑體"/>
              </a:rPr>
              <a:t>工具包第一版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先做三份範本＋一條技能＋上線閘門，是否同意？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4910328"/>
            <a:ext cx="411480" cy="41148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681728"/>
            <a:ext cx="3703320" cy="9144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Arial"/>
                <a:ea typeface="微軟正黑體"/>
              </a:rPr>
              <a:t>錄影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誰錄、用哪個環境、什麼時候錄（同時給影片 D1–D4）？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92040" y="1280160"/>
            <a:ext cx="352958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事項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1280160"/>
            <a:ext cx="2066543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負責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61320" y="1280160"/>
            <a:ext cx="11978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期限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1682495"/>
            <a:ext cx="3529584" cy="51206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選定案例並錄製五階段畫面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1682495"/>
            <a:ext cx="2066543" cy="51206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Rex、Kenny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61320" y="1682495"/>
            <a:ext cx="1197864" cy="51206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會議決定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92040" y="2231136"/>
            <a:ext cx="3529584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填寫 IT 團隊實績填寫表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8200" y="2231136"/>
            <a:ext cx="2066543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Kenny／IT 團隊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61320" y="2231136"/>
            <a:ext cx="1197864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會議決定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2779776"/>
            <a:ext cx="352958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需求說明、規格、計畫三份範本初版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58200" y="2779776"/>
            <a:ext cx="2066543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BA、Rex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61320" y="2779776"/>
            <a:ext cx="119786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會議決定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92040" y="3328415"/>
            <a:ext cx="3529584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保險業規範技能與 Review Checklist 定稿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58200" y="3328415"/>
            <a:ext cx="2066543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BA 起草、IT 確認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61320" y="3328415"/>
            <a:ext cx="1197864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會議決定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92040" y="3877056"/>
            <a:ext cx="352958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工具包名稱與範圍、三種方案報價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58200" y="3877056"/>
            <a:ext cx="2066543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Sam、Luke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61320" y="3877056"/>
            <a:ext cx="119786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會議決定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92040" y="4425696"/>
            <a:ext cx="3529584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影片腳本檢視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58200" y="4425696"/>
            <a:ext cx="2066543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影片組、Sam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61320" y="4425696"/>
            <a:ext cx="1197864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10/28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92040" y="4974336"/>
            <a:ext cx="352958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獨立性檢查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200" y="4974336"/>
            <a:ext cx="2066543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影片組、R&amp;Q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61320" y="4974336"/>
            <a:ext cx="119786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11/04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580644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負責人與期限為提案，以會議決定為準。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附錄｜來源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內部討論｜以 Rex《AI Agent 協作開發流程與產出範本》v3 為基礎更新｜AI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1828800" cy="6858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上週版本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280160"/>
            <a:ext cx="9509760" cy="6858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Rex《AI Agent 協作開發流程與產出範本》v3（19 頁）。本簡報的五階段架構、IT／AI 分工、Review Checklist 與 Prompt 六要素皆沿用此版。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039112"/>
            <a:ext cx="1828800" cy="6858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流程與控制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039112"/>
            <a:ext cx="9509760" cy="6858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Louis Claxton，Anthropic《The AI-Native SDLC Playbook》，2026。人工關卡、交接檔案、技能與鉤子、成效指標。完整白話說明見 research/ai-native-sdlc/AI原生SDLC_白話說明.pptx。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98063"/>
            <a:ext cx="1828800" cy="6858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產品化框架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2798063"/>
            <a:ext cx="9509760" cy="6858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Mohanbir Sawhney，〈How to Turn Professional Services Into Products〉，MIT Sloan Management Review，2024。中文整理見 research/productization/MIT-SMR_專業服務產品化_文章報告.md。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557015"/>
            <a:ext cx="1828800" cy="6858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同業盤點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3557015"/>
            <a:ext cx="9509760" cy="6858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research/productization/保險顧問產品化服務盤點.md（業者新聞稿與產品頁，含連結）。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315968"/>
            <a:ext cx="1828800" cy="6858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法規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4315968"/>
            <a:ext cx="9509760" cy="6858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保險業作業委託他人處理內部作業制度及程序辦法；保險業作業委外使用雲端服務自律規範；保險業運用人工智慧系統自律規範；金管會《金融業運用人工智慧（AI）指引》。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5074919"/>
            <a:ext cx="1828800" cy="6858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影片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5074919"/>
            <a:ext cx="9509760" cy="6858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第 3 集腳本 v0.3：pwc-fsc1-ai-short-vid/08-core-system-ai/script.md。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AAAAAA"/>
      </a:dk1>
      <a:lt1>
        <a:srgbClr val="FFFFFF"/>
      </a:lt1>
      <a:dk2>
        <a:srgbClr val="08204C"/>
      </a:dk2>
      <a:lt2>
        <a:srgbClr val="FEFFFE"/>
      </a:lt2>
      <a:accent1>
        <a:srgbClr val="FEA200"/>
      </a:accent1>
      <a:accent2>
        <a:srgbClr val="61CAE2"/>
      </a:accent2>
      <a:accent3>
        <a:srgbClr val="FE7050"/>
      </a:accent3>
      <a:accent4>
        <a:srgbClr val="64D795"/>
      </a:accent4>
      <a:accent5>
        <a:srgbClr val="69449B"/>
      </a:accent5>
      <a:accent6>
        <a:srgbClr val="EBECEB"/>
      </a:accent6>
      <a:hlink>
        <a:srgbClr val="6B9F25"/>
      </a:hlink>
      <a:folHlink>
        <a:srgbClr val="B26B0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Default Theme">
  <a:themeElements>
    <a:clrScheme name="IGPIA - Theme 12 - Light">
      <a:dk1>
        <a:srgbClr val="737572"/>
      </a:dk1>
      <a:lt1>
        <a:srgbClr val="FFFFFF"/>
      </a:lt1>
      <a:dk2>
        <a:srgbClr val="445469"/>
      </a:dk2>
      <a:lt2>
        <a:srgbClr val="FFFFFF"/>
      </a:lt2>
      <a:accent1>
        <a:srgbClr val="5DCEDB"/>
      </a:accent1>
      <a:accent2>
        <a:srgbClr val="5ECB95"/>
      </a:accent2>
      <a:accent3>
        <a:srgbClr val="F0D065"/>
      </a:accent3>
      <a:accent4>
        <a:srgbClr val="EC9F56"/>
      </a:accent4>
      <a:accent5>
        <a:srgbClr val="DC653D"/>
      </a:accent5>
      <a:accent6>
        <a:srgbClr val="CAC9D0"/>
      </a:accent6>
      <a:hlink>
        <a:srgbClr val="216BA9"/>
      </a:hlink>
      <a:folHlink>
        <a:srgbClr val="1FB18A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4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68F217C4-1E00-F143-AAD3-4BCCBF0A5677}" vid="{0BD6579F-3F24-3941-8ED8-09116B1E7436}"/>
    </a:ext>
  </a:extLst>
</a:theme>
</file>

<file path=ppt/theme/theme5.xml><?xml version="1.0" encoding="utf-8"?>
<a:theme xmlns:a="http://schemas.openxmlformats.org/drawingml/2006/main" name="2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6.xml><?xml version="1.0" encoding="utf-8"?>
<a:theme xmlns:a="http://schemas.openxmlformats.org/drawingml/2006/main" name="3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45195d-0402-4561-91d6-fad97d760b90">
      <Terms xmlns="http://schemas.microsoft.com/office/infopath/2007/PartnerControls"/>
    </lcf76f155ced4ddcb4097134ff3c332f>
    <TaxCatchAll xmlns="4e47112c-55e5-4d87-b35d-79e596036eb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CEFDBAE80C59469568A37FF2AD9E46" ma:contentTypeVersion="15" ma:contentTypeDescription="Create a new document." ma:contentTypeScope="" ma:versionID="9b80cff5c45fe37fe7e79aba68c8730b">
  <xsd:schema xmlns:xsd="http://www.w3.org/2001/XMLSchema" xmlns:xs="http://www.w3.org/2001/XMLSchema" xmlns:p="http://schemas.microsoft.com/office/2006/metadata/properties" xmlns:ns2="3445195d-0402-4561-91d6-fad97d760b90" xmlns:ns3="4e47112c-55e5-4d87-b35d-79e596036ebc" targetNamespace="http://schemas.microsoft.com/office/2006/metadata/properties" ma:root="true" ma:fieldsID="6b6ba577ede3a76c2b1fbac158428f6a" ns2:_="" ns3:_="">
    <xsd:import namespace="3445195d-0402-4561-91d6-fad97d760b90"/>
    <xsd:import namespace="4e47112c-55e5-4d87-b35d-79e596036e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45195d-0402-4561-91d6-fad97d760b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47112c-55e5-4d87-b35d-79e596036eb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b7c682cc-33cd-40ab-8bfc-09a3a49d63b9}" ma:internalName="TaxCatchAll" ma:showField="CatchAllData" ma:web="4e47112c-55e5-4d87-b35d-79e596036e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46A3C2-4B54-413D-8C27-17731F2BCB53}">
  <ds:schemaRefs>
    <ds:schemaRef ds:uri="3445195d-0402-4561-91d6-fad97d760b90"/>
    <ds:schemaRef ds:uri="4e47112c-55e5-4d87-b35d-79e596036eb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83975D9-63BD-47B2-B0FB-84D03020E5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F0BA2-F4F2-46E4-AB38-70E65A5766DC}">
  <ds:schemaRefs>
    <ds:schemaRef ds:uri="3445195d-0402-4561-91d6-fad97d760b90"/>
    <ds:schemaRef ds:uri="4e47112c-55e5-4d87-b35d-79e596036eb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114</Slides>
  <Notes>24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114</vt:i4>
      </vt:variant>
    </vt:vector>
  </HeadingPairs>
  <TitlesOfParts>
    <vt:vector size="120" baseType="lpstr">
      <vt:lpstr>1_Office Theme</vt:lpstr>
      <vt:lpstr>Default Theme</vt:lpstr>
      <vt:lpstr>1_PwC Slide Master</vt:lpstr>
      <vt:lpstr>PwC Slide Master</vt:lpstr>
      <vt:lpstr>2_PwC Slide Master</vt:lpstr>
      <vt:lpstr>3_PwC Slide Master</vt:lpstr>
      <vt:lpstr>PowerPoint Presentation</vt:lpstr>
      <vt:lpstr>PowerPoint Presentation</vt:lpstr>
      <vt:lpstr>PowerPoint Presentation</vt:lpstr>
      <vt:lpstr>PowerPoint Presentation</vt:lpstr>
      <vt:lpstr>Agenda</vt:lpstr>
      <vt:lpstr>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在Discovery階段聚焦，PwC主要三個關鍵轉換點</vt:lpstr>
      <vt:lpstr>制定策略建議與行動計畫，PwC協助實現CRM Discovery Phase目標</vt:lpstr>
      <vt:lpstr>PwC 將主導制定一個從快速成果到長期成功的執行計劃</vt:lpstr>
      <vt:lpstr>A-1 訪談洞察：全面評估關鍵業務，規劃未來策略執行方向</vt:lpstr>
      <vt:lpstr>A-1 公司未來發展願景與策略目標對齊執行方式</vt:lpstr>
      <vt:lpstr>A-1 從準備到確認，業務單位訪談作業規劃</vt:lpstr>
      <vt:lpstr>Timeline</vt:lpstr>
      <vt:lpstr>Timeline</vt:lpstr>
      <vt:lpstr>Timeline</vt:lpstr>
      <vt:lpstr>Timeline</vt:lpstr>
      <vt:lpstr>Gantt Chart</vt:lpstr>
      <vt:lpstr>Gantt chart</vt:lpstr>
      <vt:lpstr>Gantt chart</vt:lpstr>
      <vt:lpstr>Gantt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Process</vt:lpstr>
      <vt:lpstr>Process</vt:lpstr>
      <vt:lpstr>Process</vt:lpstr>
      <vt:lpstr>Process</vt:lpstr>
      <vt:lpstr>Process</vt:lpstr>
      <vt:lpstr>全球環境動態資料轉換與應用實例：從一則情資到缺藥風險預警</vt:lpstr>
      <vt:lpstr>系統上線後的每日運作機制</vt:lpstr>
      <vt:lpstr>PowerPoint Presentation</vt:lpstr>
      <vt:lpstr>Process</vt:lpstr>
      <vt:lpstr>Process</vt:lpstr>
      <vt:lpstr>Process</vt:lpstr>
      <vt:lpstr>Four segments</vt:lpstr>
      <vt:lpstr>Four segments</vt:lpstr>
      <vt:lpstr>Four segments</vt:lpstr>
      <vt:lpstr>藥品短缺監控模型與風險燈號-雙模型優勢說明 本案將以「藥品短缺預測模型」與「重大短缺風險規則庫」建立兩道防線，第一道防線係以過往 貴署之資料進行短缺因子萃取，第二道防線係以過往 貴署資深同仁業務經驗/作業規範建立短缺防線。</vt:lpstr>
      <vt:lpstr>本案執行策略：先打底、快驗證、可交付、可發展 以資料基礎建設為起點，導入務實可用之 AI 應用，於專案期程內完成具驗證價值之藥品供應智慧監測 POC 雛形，並預留後續研究成果銜接與正式系統擴充空間。</vt:lpstr>
      <vt:lpstr>PowerPoint Presentation</vt:lpstr>
      <vt:lpstr>附件7 外部藥品資料庫擴充可行性評估(1/3)</vt:lpstr>
      <vt:lpstr>附件7 外部藥品資料庫擴充可行性評估(2/3) </vt:lpstr>
      <vt:lpstr>Table slide sample</vt:lpstr>
      <vt:lpstr>Table slide sample </vt:lpstr>
      <vt:lpstr>Table slide sample   </vt:lpstr>
      <vt:lpstr>Table slide sample    </vt:lpstr>
      <vt:lpstr>Short case studies</vt:lpstr>
      <vt:lpstr>Brand table 1</vt:lpstr>
      <vt:lpstr>PowerPoint Presentation</vt:lpstr>
      <vt:lpstr>PowerPoint Presentation</vt:lpstr>
      <vt:lpstr>One column chart </vt:lpstr>
      <vt:lpstr>Three images three content</vt:lpstr>
      <vt:lpstr>Graphs</vt:lpstr>
      <vt:lpstr>Graphs</vt:lpstr>
      <vt:lpstr>Charts</vt:lpstr>
      <vt:lpstr>Chart and two content</vt:lpstr>
      <vt:lpstr>Graphs</vt:lpstr>
      <vt:lpstr>Graphs</vt:lpstr>
      <vt:lpstr>Donut chart</vt:lpstr>
      <vt:lpstr>PowerPoint Presentation</vt:lpstr>
      <vt:lpstr>Text and large stat  lorem ipsum dolor sit amet, consectetuer adipiscing elit </vt:lpstr>
      <vt:lpstr>Text and large stat lorem ipsum dolor sit amet, consectetuer adipiscing elit </vt:lpstr>
      <vt:lpstr>Process</vt:lpstr>
      <vt:lpstr>Process</vt:lpstr>
      <vt:lpstr>PwC 顧問團隊 – Leadership</vt:lpstr>
      <vt:lpstr>Intro title</vt:lpstr>
      <vt:lpstr>Intro title</vt:lpstr>
      <vt:lpstr>Intro title</vt:lpstr>
      <vt:lpstr>CV—one person</vt:lpstr>
      <vt:lpstr>CV—one person</vt:lpstr>
      <vt:lpstr>CV—one person</vt:lpstr>
      <vt:lpstr>CV—two people</vt:lpstr>
      <vt:lpstr>CV—two people</vt:lpstr>
      <vt:lpstr>Bios—two people</vt:lpstr>
      <vt:lpstr>Bios—two people</vt:lpstr>
      <vt:lpstr>Bios—three people</vt:lpstr>
      <vt:lpstr>Bios—three people</vt:lpstr>
      <vt:lpstr>Bios—four people</vt:lpstr>
      <vt:lpstr>Bios—four people</vt:lpstr>
      <vt:lpstr>Four team images</vt:lpstr>
      <vt:lpstr>Four team images stacked</vt:lpstr>
      <vt:lpstr>Team chart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2026-08-13T06:16:32Z</dcterms:created>
  <dcterms:modified xsi:type="dcterms:W3CDTF">2026-08-28T08:56:35Z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0x01010057CEFDBAE80C59469568A37FF2AD9E46</vt:lpwstr>
  </property>
  <property fmtid="{D5CDD505-2E9C-101B-9397-08002B2CF9AE}" pid="3" name="MediaServiceImageTags">
    <vt:lpwstr/>
  </property>
</Properties>
</file>