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週、一個場景的試點；達到事先講好的標準才擴大，而且範本、規則與關卡會沿用到下一個系統。理由有三個。第一，為什麼是現在：委外辦法和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做了什麼、誰核准的紀錄。第二，為什麼只買工具不夠：AI 讓交付變快，但也更不穩，PwC 調查也顯示多數 CEO 還沒看到 AI 的財務效益。第三，為什麼找我們：我們自己已經這樣在做，懂保險業務與法規的 BA 和實作的 IT 是同一組人。」最後指向下方：今天想請貴公司決定的，是安排一場現場示範並選出 1–2 個候選場景；如果先不做，工具照樣擴散，但紀錄要等到金檢時再補。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【講法】「四個數字。第一，Stanford 大學今年的 AI Index：全球 88% 的企業已經至少在一個部門用 AI，而治理跟不上採用的速度。第二，金管會今年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已經是金融業正在找的職位；我們的 BA 也這樣做，駐點客戶現場，用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【這頁的重點】五個痛點，每個都有一個做法、一個數字驗收。</a:t>
            </a:r>
          </a:p>
          <a:p>
            <a:r>
              <a:t>【講法】由上往下：需求來回很多輪，AI 快速做出原型，業務當場確認，量需求定稿時間；審查排隊，AI 先審、人只判斷風險，量等待時間和返工次數；上線出錯，每次改動自動測試，量變更失敗率；稽核壓力，每一步自動留紀錄，量調閱佐證的時間；交付難預期，每階段交出檔案，量交付時間。試點前先量基準，不先承諾數字。</a:t>
            </a:r>
          </a:p>
          <a:p>
            <a:r>
              <a:t>【可能被問】「能保證快多少嗎？」→ 不承諾數字，用試點前後的實測證明。回收期參考：需要大量治理的大型企業，12 到 18 個月屬可接受。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【這頁的重點】金檢和內稽一定會問的五題，每一題都有做法、也留得下紀錄。</a:t>
            </a:r>
          </a:p>
          <a:p>
            <a:r>
              <a:t>【講法】逐張講：AI 工具有沒有納管？診斷時就判斷委外、登錄 AI 清冊。個資會不會進到 AI？資料分級，機密檔 AI 讀不到。上線誰核准？指定的人，AI 不能核准自己寫的程式。出事能不能退？先演練，AI 建議、人決定。事後查不查得到？所有文件都存版本。一句話：AI 的使用從個人行為變成有紀錄的流程。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週：盤點現況與卡點、做法規檢查、挑第一個場景、訂成功標準；交付瓶頸地圖、法規檢查結果、場景建議與導入藍圖。中間，一個場景的試點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【講法】四個差異，每個都有證據：已經在用，見現場示範；台灣保險法規內建，見法規檢查清單；懂保險業務與在地系統，場景直接挑理賠、核保、核心系統周邊；可稽核的人工關卡，寫程式的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【這頁的重點】每一步只承諾下一步；越往上，範本和規則越多，下一個越快。</a:t>
            </a:r>
          </a:p>
          <a:p>
            <a:r>
              <a:t>【講法】四個台階，箭頭往上：一個場景，然後驗證價值，決定擴大、調整或停止，再到相鄰場景，最後才是全公司。右邊是為什麼這樣做：風險小、成本可控、有數據才擴大、越做越快。最後一點：導入初期會先變慢一陣子，最常見的失敗是在低谷時喊停，所以成功標準和觀察期間要先講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【講法】第一，現場示範：拿貴公司一個真實需求，當場跑一次，從寫需求到上線前的核准。第二，一起挑題目：開一次會，挑出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個最適合先做的開發場景或業務痛點，順便確認資料、系統和法規上的限制。第三，開始診斷：定好範圍和窗口，開始盤點現在的開發流程和法規要求。右邊是需要貴公司提供的資料。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【這頁的重點】收尾：把整場濃縮成一句話、四個證據、一個行動。</a:t>
            </a:r>
          </a:p>
          <a:p>
            <a:r>
              <a:t>【講法】「最後一頁。AI 寫程式很快會是每家公司的常態，速度大家都買得到；真正拉開差距的，是誰管得住：每一步查得到、每個關鍵決定由人做。四個數字幫大家記住今天：保險業 53% 已經在用 AI；AI 寫程式的任務裡，45% 選了不安全的寫法；我們的流程有 5 個關鍵決定，由貴公司指定的人做；而且只要 1 個場景就能開始，6 到 8 週就拿到貴公司自己的數字。」停一下，再講下一步：「我們想請貴公司做的只有一件事：約一場現場示範，用你們自己的一個需求。兩週內就能安排。」</a:t>
            </a:r>
          </a:p>
          <a:p>
            <a:r>
              <a:t>【收尾】講完下一步就停，不要再補充；把時間留給對方回應。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6-ai-index-report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allenandgledhill.com/sg/publication/articles/29565/mas-publishes-information-paper-on-ai-model-risk-management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5、15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11、17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13–17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18–21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22–29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至少一個部門在用 AI；AI 能力與採用的速度，已超過治理跟上的速度。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Stanford AI Index 2026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我們的 BA 也這樣做：駐點客戶現場，用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16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很快就能做出原型，需求、審查、測試都跟著變快；每一項都用一個數字驗收。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07" name="Right Arrow 306"/>
          <p:cNvSpPr/>
          <p:nvPr/>
        </p:nvSpPr>
        <p:spPr>
          <a:xfrm>
            <a:off x="3017520" y="1895135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474720" y="1691640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823960" y="1691640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3017520" y="2632806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474720" y="2429311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2429311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審查等待時間、返工次數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166982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5" name="Right Arrow 314"/>
          <p:cNvSpPr/>
          <p:nvPr/>
        </p:nvSpPr>
        <p:spPr>
          <a:xfrm>
            <a:off x="3017520" y="3370478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474720" y="3166982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823960" y="3166982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904654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稽核壓力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3017520" y="4108149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474720" y="3904654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每一步自動留下紀錄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823960" y="3904654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調閱佐證所需時間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642325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3" name="Right Arrow 322"/>
          <p:cNvSpPr/>
          <p:nvPr/>
        </p:nvSpPr>
        <p:spPr>
          <a:xfrm>
            <a:off x="3017520" y="4845821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474720" y="4642325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823960" y="4642325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54957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試點前先量基準、訂合格線；效益不先承諾數字，以實測為準。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回收期參考：需要大量治理的大型企業導入，12–18 個月屬可接受（國際研究，附錄 G）。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金檢與內稽一定會問這五題，每一題都有做法、也留得下紀錄；條文見附錄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的使用，從「難以稽核的個人行為」變成「有紀錄的流程」。法規檢查清單是草稿，診斷時與貴公司法遵逐條確認。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・挑出第一個場景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擴大到下一個場景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場景直接選理賠、核保、核心系統周邊等真實流程，不必從頭解釋業務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cxnSp>
        <p:nvCxnSpPr>
          <p:cNvPr id="314" name="Connector 313"/>
          <p:cNvCxnSpPr/>
          <p:nvPr/>
        </p:nvCxnSpPr>
        <p:spPr>
          <a:xfrm flipV="1">
            <a:off x="548640" y="1564455"/>
            <a:ext cx="8229600" cy="2034955"/>
          </a:xfrm>
          <a:prstGeom prst="line">
            <a:avLst/>
          </a:prstGeom>
          <a:ln w="50800">
            <a:solidFill>
              <a:srgbClr val="FE7C3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第一步只動一個場景。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範本與規則沿用，下一個場景不必從頭來。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導入初期會先變慢一陣子，最常見的失敗是在低谷時喊停；成功標準和觀察期間要先講好。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寫程式很快就是常態；贏的，是管得住的公司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週拿到貴公司自己的實測數字。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關鍵決定由貴公司指定的人做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你買到什麼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Allen &amp; Gledhill，MAS 發布 AI 模型風險管理資訊文件（2024-12-05）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