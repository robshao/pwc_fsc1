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74" r:id="rId5"/>
    <p:sldMasterId id="2147483677" r:id="rId6"/>
    <p:sldMasterId id="2147483752" r:id="rId7"/>
    <p:sldMasterId id="2147483828" r:id="rId8"/>
    <p:sldMasterId id="2147483916" r:id="rId9"/>
  </p:sldMasterIdLst>
  <p:notesMasterIdLst>
    <p:notesMasterId r:id="rId124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385F48-5DE5-14CF-FD55-8C71A0CF0FD8}" v="3" dt="2026-08-28T03:28:32.066"/>
    <p1510:client id="{15D06E23-814D-4FB8-96A8-0FFE2568AE7B}" v="63" dt="2026-08-28T08:56:32.5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Master" Target="slideMasters/slideMaster6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Relationship Id="rId34" Type="http://schemas.openxmlformats.org/officeDocument/2006/relationships/slide" Target="slides/slide18.xml"/><Relationship Id="rId35" Type="http://schemas.openxmlformats.org/officeDocument/2006/relationships/slide" Target="slides/slide19.xml"/><Relationship Id="rId36" Type="http://schemas.openxmlformats.org/officeDocument/2006/relationships/slide" Target="slides/slide20.xml"/><Relationship Id="rId37" Type="http://schemas.openxmlformats.org/officeDocument/2006/relationships/slide" Target="slides/slide21.xml"/><Relationship Id="rId38" Type="http://schemas.openxmlformats.org/officeDocument/2006/relationships/slide" Target="slides/slide22.xml"/><Relationship Id="rId39" Type="http://schemas.openxmlformats.org/officeDocument/2006/relationships/slide" Target="slides/slide23.xml"/><Relationship Id="rId124" Type="http://schemas.openxmlformats.org/officeDocument/2006/relationships/notesMaster" Target="notesMasters/notesMaster1.xml"/><Relationship Id="rId125" Type="http://schemas.openxmlformats.org/officeDocument/2006/relationships/presProps" Target="presProps.xml"/><Relationship Id="rId126" Type="http://schemas.openxmlformats.org/officeDocument/2006/relationships/viewProps" Target="viewProps.xml"/><Relationship Id="rId127" Type="http://schemas.openxmlformats.org/officeDocument/2006/relationships/theme" Target="theme/theme1.xml"/><Relationship Id="rId128" Type="http://schemas.openxmlformats.org/officeDocument/2006/relationships/tableStyles" Target="tableStyles.xml"/><Relationship Id="rId129" Type="http://schemas.microsoft.com/office/2016/11/relationships/changesInfo" Target="changesInfos/changesInfo1.xml"/><Relationship Id="rId1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y TJ Wang (TW)" userId="18033001-5856-41bf-97cd-f021b2ea7695" providerId="ADAL" clId="{86509E4E-F890-43B6-97AB-BA7419744C2D}"/>
    <pc:docChg chg="undo custSel addSld delSld modSld sldOrd delMainMaster modMainMaster addSection delSection modSection">
      <pc:chgData name="Tony TJ Wang (TW)" userId="18033001-5856-41bf-97cd-f021b2ea7695" providerId="ADAL" clId="{86509E4E-F890-43B6-97AB-BA7419744C2D}" dt="2026-08-28T08:56:32.543" v="594"/>
      <pc:docMkLst>
        <pc:docMk/>
      </pc:docMkLst>
      <pc:sldChg chg="ord">
        <pc:chgData name="Tony TJ Wang (TW)" userId="18033001-5856-41bf-97cd-f021b2ea7695" providerId="ADAL" clId="{86509E4E-F890-43B6-97AB-BA7419744C2D}" dt="2026-08-26T07:36:28.665" v="347"/>
        <pc:sldMkLst>
          <pc:docMk/>
          <pc:sldMk cId="1607610444" sldId="256"/>
        </pc:sldMkLst>
      </pc:sldChg>
      <pc:sldChg chg="addSp new mod">
        <pc:chgData name="Tony TJ Wang (TW)" userId="18033001-5856-41bf-97cd-f021b2ea7695" providerId="ADAL" clId="{86509E4E-F890-43B6-97AB-BA7419744C2D}" dt="2026-08-13T08:26:10.078" v="26" actId="22"/>
        <pc:sldMkLst>
          <pc:docMk/>
          <pc:sldMk cId="4171859083" sldId="257"/>
        </pc:sldMkLst>
        <pc:picChg chg="add">
          <ac:chgData name="Tony TJ Wang (TW)" userId="18033001-5856-41bf-97cd-f021b2ea7695" providerId="ADAL" clId="{86509E4E-F890-43B6-97AB-BA7419744C2D}" dt="2026-08-13T08:26:10.078" v="26" actId="22"/>
          <ac:picMkLst>
            <pc:docMk/>
            <pc:sldMk cId="4171859083" sldId="257"/>
            <ac:picMk id="3" creationId="{EC1DED65-A97B-2E45-E83A-4778C0D9ADC1}"/>
          </ac:picMkLst>
        </pc:picChg>
      </pc:sldChg>
      <pc:sldChg chg="addSp delSp modSp mod">
        <pc:chgData name="Tony TJ Wang (TW)" userId="18033001-5856-41bf-97cd-f021b2ea7695" providerId="ADAL" clId="{86509E4E-F890-43B6-97AB-BA7419744C2D}" dt="2026-08-28T08:56:31.825" v="591" actId="1076"/>
        <pc:sldMkLst>
          <pc:docMk/>
          <pc:sldMk cId="2420393673" sldId="272"/>
        </pc:sldMkLst>
        <pc:picChg chg="add mod">
          <ac:chgData name="Tony TJ Wang (TW)" userId="18033001-5856-41bf-97cd-f021b2ea7695" providerId="ADAL" clId="{86509E4E-F890-43B6-97AB-BA7419744C2D}" dt="2026-08-28T08:56:31.825" v="591" actId="1076"/>
          <ac:picMkLst>
            <pc:docMk/>
            <pc:sldMk cId="2420393673" sldId="272"/>
            <ac:picMk id="5" creationId="{23EC51DD-9D24-701E-2C38-1BABBB089B81}"/>
          </ac:picMkLst>
        </pc:picChg>
      </pc:sldChg>
      <pc:sldChg chg="ord">
        <pc:chgData name="Tony TJ Wang (TW)" userId="18033001-5856-41bf-97cd-f021b2ea7695" providerId="ADAL" clId="{86509E4E-F890-43B6-97AB-BA7419744C2D}" dt="2026-08-26T07:18:53.925" v="287"/>
        <pc:sldMkLst>
          <pc:docMk/>
          <pc:sldMk cId="4069544170" sldId="289"/>
        </pc:sldMkLst>
      </pc:sldChg>
      <pc:sldChg chg="addSp delSp modSp new mod ord">
        <pc:chgData name="Tony TJ Wang (TW)" userId="18033001-5856-41bf-97cd-f021b2ea7695" providerId="ADAL" clId="{86509E4E-F890-43B6-97AB-BA7419744C2D}" dt="2026-08-26T08:40:20.622" v="556" actId="255"/>
        <pc:sldMkLst>
          <pc:docMk/>
          <pc:sldMk cId="2599464912" sldId="296"/>
        </pc:sldMkLst>
        <pc:spChg chg="add mod">
          <ac:chgData name="Tony TJ Wang (TW)" userId="18033001-5856-41bf-97cd-f021b2ea7695" providerId="ADAL" clId="{86509E4E-F890-43B6-97AB-BA7419744C2D}" dt="2026-08-26T08:40:12.736" v="552" actId="1076"/>
          <ac:spMkLst>
            <pc:docMk/>
            <pc:sldMk cId="2599464912" sldId="296"/>
            <ac:spMk id="3" creationId="{699D2354-99A8-0B65-8271-5F3C9B2AE63C}"/>
          </ac:spMkLst>
        </pc:spChg>
        <pc:spChg chg="add mod">
          <ac:chgData name="Tony TJ Wang (TW)" userId="18033001-5856-41bf-97cd-f021b2ea7695" providerId="ADAL" clId="{86509E4E-F890-43B6-97AB-BA7419744C2D}" dt="2026-08-26T08:40:14.745" v="553" actId="1076"/>
          <ac:spMkLst>
            <pc:docMk/>
            <pc:sldMk cId="2599464912" sldId="296"/>
            <ac:spMk id="5" creationId="{82CAD90D-E01E-8658-C010-750747A1866D}"/>
          </ac:spMkLst>
        </pc:spChg>
        <pc:spChg chg="add mod">
          <ac:chgData name="Tony TJ Wang (TW)" userId="18033001-5856-41bf-97cd-f021b2ea7695" providerId="ADAL" clId="{86509E4E-F890-43B6-97AB-BA7419744C2D}" dt="2026-08-26T08:40:20.622" v="556" actId="255"/>
          <ac:spMkLst>
            <pc:docMk/>
            <pc:sldMk cId="2599464912" sldId="296"/>
            <ac:spMk id="8" creationId="{B181DE30-50A2-082B-CEF4-18CD5B21EDD5}"/>
          </ac:spMkLst>
        </pc:spChg>
        <pc:picChg chg="add mod">
          <ac:chgData name="Tony TJ Wang (TW)" userId="18033001-5856-41bf-97cd-f021b2ea7695" providerId="ADAL" clId="{86509E4E-F890-43B6-97AB-BA7419744C2D}" dt="2026-08-26T08:39:40.237" v="539" actId="1076"/>
          <ac:picMkLst>
            <pc:docMk/>
            <pc:sldMk cId="2599464912" sldId="296"/>
            <ac:picMk id="7" creationId="{C1178097-20D2-CF88-6BF5-A0D7A81F423D}"/>
          </ac:picMkLst>
        </pc:picChg>
      </pc:sldChg>
      <pc:sldChg chg="addSp delSp modSp add mod ord">
        <pc:chgData name="Tony TJ Wang (TW)" userId="18033001-5856-41bf-97cd-f021b2ea7695" providerId="ADAL" clId="{86509E4E-F890-43B6-97AB-BA7419744C2D}" dt="2026-08-26T08:40:50.577" v="566" actId="1076"/>
        <pc:sldMkLst>
          <pc:docMk/>
          <pc:sldMk cId="106630151" sldId="297"/>
        </pc:sldMkLst>
        <pc:spChg chg="add mod">
          <ac:chgData name="Tony TJ Wang (TW)" userId="18033001-5856-41bf-97cd-f021b2ea7695" providerId="ADAL" clId="{86509E4E-F890-43B6-97AB-BA7419744C2D}" dt="2026-08-26T08:40:50.577" v="566" actId="1076"/>
          <ac:spMkLst>
            <pc:docMk/>
            <pc:sldMk cId="106630151" sldId="297"/>
            <ac:spMk id="5" creationId="{FA068CB2-23AF-6FCE-7A50-CFDF4DCD3FE4}"/>
          </ac:spMkLst>
        </pc:spChg>
        <pc:picChg chg="add mod">
          <ac:chgData name="Tony TJ Wang (TW)" userId="18033001-5856-41bf-97cd-f021b2ea7695" providerId="ADAL" clId="{86509E4E-F890-43B6-97AB-BA7419744C2D}" dt="2026-08-26T08:40:37.943" v="560" actId="1076"/>
          <ac:picMkLst>
            <pc:docMk/>
            <pc:sldMk cId="106630151" sldId="297"/>
            <ac:picMk id="3" creationId="{77441DA9-BD51-D469-063C-F2B197A6FACF}"/>
          </ac:picMkLst>
        </pc:picChg>
      </pc:sldChg>
      <pc:sldChg chg="addSp delSp modSp new mod ord">
        <pc:chgData name="Tony TJ Wang (TW)" userId="18033001-5856-41bf-97cd-f021b2ea7695" providerId="ADAL" clId="{86509E4E-F890-43B6-97AB-BA7419744C2D}" dt="2026-08-26T08:40:43.914" v="562" actId="1076"/>
        <pc:sldMkLst>
          <pc:docMk/>
          <pc:sldMk cId="2554360611" sldId="299"/>
        </pc:sldMkLst>
        <pc:spChg chg="add mod">
          <ac:chgData name="Tony TJ Wang (TW)" userId="18033001-5856-41bf-97cd-f021b2ea7695" providerId="ADAL" clId="{86509E4E-F890-43B6-97AB-BA7419744C2D}" dt="2026-08-26T08:40:41.294" v="561" actId="1076"/>
          <ac:spMkLst>
            <pc:docMk/>
            <pc:sldMk cId="2554360611" sldId="299"/>
            <ac:spMk id="9" creationId="{E6E1ADB4-38E1-10F2-0F7C-DB46EEAA8488}"/>
          </ac:spMkLst>
        </pc:spChg>
        <pc:spChg chg="add mod">
          <ac:chgData name="Tony TJ Wang (TW)" userId="18033001-5856-41bf-97cd-f021b2ea7695" providerId="ADAL" clId="{86509E4E-F890-43B6-97AB-BA7419744C2D}" dt="2026-08-26T08:40:43.914" v="562" actId="1076"/>
          <ac:spMkLst>
            <pc:docMk/>
            <pc:sldMk cId="2554360611" sldId="299"/>
            <ac:spMk id="11" creationId="{975761DE-5B44-1383-F92A-065EDC92E756}"/>
          </ac:spMkLst>
        </pc:spChg>
        <pc:picChg chg="add mod">
          <ac:chgData name="Tony TJ Wang (TW)" userId="18033001-5856-41bf-97cd-f021b2ea7695" providerId="ADAL" clId="{86509E4E-F890-43B6-97AB-BA7419744C2D}" dt="2026-08-26T08:33:04.428" v="503" actId="1076"/>
          <ac:picMkLst>
            <pc:docMk/>
            <pc:sldMk cId="2554360611" sldId="299"/>
            <ac:picMk id="5" creationId="{293E2457-47C0-6017-1FA6-55408733CB32}"/>
          </ac:picMkLst>
        </pc:picChg>
        <pc:picChg chg="add mod">
          <ac:chgData name="Tony TJ Wang (TW)" userId="18033001-5856-41bf-97cd-f021b2ea7695" providerId="ADAL" clId="{86509E4E-F890-43B6-97AB-BA7419744C2D}" dt="2026-08-26T08:33:00.695" v="501" actId="1076"/>
          <ac:picMkLst>
            <pc:docMk/>
            <pc:sldMk cId="2554360611" sldId="299"/>
            <ac:picMk id="8" creationId="{C7EBA735-B78C-2D41-2D87-F29DEB7BEB39}"/>
          </ac:picMkLst>
        </pc:picChg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721359538" sldId="30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344019484" sldId="301"/>
        </pc:sldMkLst>
      </pc:sldChg>
      <pc:sldChg chg="addSp delSp modSp new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514704115" sldId="302"/>
        </pc:sldMkLst>
        <pc:picChg chg="add mod">
          <ac:chgData name="Tony TJ Wang (TW)" userId="18033001-5856-41bf-97cd-f021b2ea7695" providerId="ADAL" clId="{86509E4E-F890-43B6-97AB-BA7419744C2D}" dt="2026-08-26T07:41:00.343" v="395" actId="1076"/>
          <ac:picMkLst>
            <pc:docMk/>
            <pc:sldMk cId="2514704115" sldId="302"/>
            <ac:picMk id="8" creationId="{D55881AE-99AA-9CF5-6ACB-22F1023CE548}"/>
          </ac:picMkLst>
        </pc:picChg>
        <pc:picChg chg="add mod">
          <ac:chgData name="Tony TJ Wang (TW)" userId="18033001-5856-41bf-97cd-f021b2ea7695" providerId="ADAL" clId="{86509E4E-F890-43B6-97AB-BA7419744C2D}" dt="2026-08-26T07:41:04.905" v="397" actId="1076"/>
          <ac:picMkLst>
            <pc:docMk/>
            <pc:sldMk cId="2514704115" sldId="302"/>
            <ac:picMk id="10" creationId="{E06E8876-7662-E0DB-9807-C866C62E715D}"/>
          </ac:picMkLst>
        </pc:picChg>
      </pc:sldChg>
      <pc:sldChg chg="addSp delSp modSp new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360654132" sldId="303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60654132" sldId="303"/>
            <ac:spMk id="2" creationId="{FFC61194-AA99-E57E-DA3E-2C31C77FA507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60654132" sldId="303"/>
            <ac:spMk id="3" creationId="{37DD5E59-9F8C-3409-2221-C1C12AA72571}"/>
          </ac:spMkLst>
        </pc:spChg>
        <pc:picChg chg="add mod">
          <ac:chgData name="Tony TJ Wang (TW)" userId="18033001-5856-41bf-97cd-f021b2ea7695" providerId="ADAL" clId="{86509E4E-F890-43B6-97AB-BA7419744C2D}" dt="2026-08-26T07:41:16.282" v="402" actId="1076"/>
          <ac:picMkLst>
            <pc:docMk/>
            <pc:sldMk cId="360654132" sldId="303"/>
            <ac:picMk id="6" creationId="{B639B532-BDF9-36FD-8483-EECA3E104FF1}"/>
          </ac:picMkLst>
        </pc:picChg>
      </pc:sldChg>
      <pc:sldChg chg="addSp delSp modSp add mod">
        <pc:chgData name="Tony TJ Wang (TW)" userId="18033001-5856-41bf-97cd-f021b2ea7695" providerId="ADAL" clId="{86509E4E-F890-43B6-97AB-BA7419744C2D}" dt="2026-08-26T09:01:17.332" v="590" actId="1076"/>
        <pc:sldMkLst>
          <pc:docMk/>
          <pc:sldMk cId="741598415" sldId="304"/>
        </pc:sldMkLst>
        <pc:spChg chg="mod">
          <ac:chgData name="Tony TJ Wang (TW)" userId="18033001-5856-41bf-97cd-f021b2ea7695" providerId="ADAL" clId="{86509E4E-F890-43B6-97AB-BA7419744C2D}" dt="2026-08-26T09:01:16.082" v="589" actId="1076"/>
          <ac:spMkLst>
            <pc:docMk/>
            <pc:sldMk cId="741598415" sldId="304"/>
            <ac:spMk id="7" creationId="{5C1C04AE-6023-888A-7864-8A3DD60FC73E}"/>
          </ac:spMkLst>
        </pc:spChg>
        <pc:spChg chg="add mod">
          <ac:chgData name="Tony TJ Wang (TW)" userId="18033001-5856-41bf-97cd-f021b2ea7695" providerId="ADAL" clId="{86509E4E-F890-43B6-97AB-BA7419744C2D}" dt="2026-08-26T08:39:22.172" v="535" actId="14100"/>
          <ac:spMkLst>
            <pc:docMk/>
            <pc:sldMk cId="741598415" sldId="304"/>
            <ac:spMk id="8" creationId="{EE2A7D4C-2416-2A1F-AFC4-788F5196D71B}"/>
          </ac:spMkLst>
        </pc:spChg>
        <pc:picChg chg="add mod modCrop">
          <ac:chgData name="Tony TJ Wang (TW)" userId="18033001-5856-41bf-97cd-f021b2ea7695" providerId="ADAL" clId="{86509E4E-F890-43B6-97AB-BA7419744C2D}" dt="2026-08-26T09:01:14.187" v="588" actId="1076"/>
          <ac:picMkLst>
            <pc:docMk/>
            <pc:sldMk cId="741598415" sldId="304"/>
            <ac:picMk id="11" creationId="{799B8E4A-159A-36C8-121D-86218BD82181}"/>
          </ac:picMkLst>
        </pc:picChg>
        <pc:picChg chg="add mod modCrop">
          <ac:chgData name="Tony TJ Wang (TW)" userId="18033001-5856-41bf-97cd-f021b2ea7695" providerId="ADAL" clId="{86509E4E-F890-43B6-97AB-BA7419744C2D}" dt="2026-08-26T09:01:17.332" v="590" actId="1076"/>
          <ac:picMkLst>
            <pc:docMk/>
            <pc:sldMk cId="741598415" sldId="304"/>
            <ac:picMk id="13" creationId="{23AC456D-1263-5706-8781-9C497F98A738}"/>
          </ac:picMkLst>
        </pc:picChg>
      </pc:sldChg>
      <pc:sldChg chg="addSp new mod">
        <pc:chgData name="Tony TJ Wang (TW)" userId="18033001-5856-41bf-97cd-f021b2ea7695" providerId="ADAL" clId="{86509E4E-F890-43B6-97AB-BA7419744C2D}" dt="2026-08-13T08:01:47.483" v="3" actId="22"/>
        <pc:sldMkLst>
          <pc:docMk/>
          <pc:sldMk cId="678161449" sldId="4119"/>
        </pc:sldMkLst>
        <pc:picChg chg="add">
          <ac:chgData name="Tony TJ Wang (TW)" userId="18033001-5856-41bf-97cd-f021b2ea7695" providerId="ADAL" clId="{86509E4E-F890-43B6-97AB-BA7419744C2D}" dt="2026-08-13T08:01:47.483" v="3" actId="22"/>
          <ac:picMkLst>
            <pc:docMk/>
            <pc:sldMk cId="678161449" sldId="4119"/>
            <ac:picMk id="3" creationId="{CC6B2FF3-1D5E-89E5-5953-142FA194390B}"/>
          </ac:picMkLst>
        </pc:picChg>
      </pc:sldChg>
      <pc:sldChg chg="addSp modSp new mod">
        <pc:chgData name="Tony TJ Wang (TW)" userId="18033001-5856-41bf-97cd-f021b2ea7695" providerId="ADAL" clId="{86509E4E-F890-43B6-97AB-BA7419744C2D}" dt="2026-08-13T08:05:56.981" v="8" actId="1076"/>
        <pc:sldMkLst>
          <pc:docMk/>
          <pc:sldMk cId="3708291182" sldId="4121"/>
        </pc:sldMkLst>
        <pc:picChg chg="add mod">
          <ac:chgData name="Tony TJ Wang (TW)" userId="18033001-5856-41bf-97cd-f021b2ea7695" providerId="ADAL" clId="{86509E4E-F890-43B6-97AB-BA7419744C2D}" dt="2026-08-13T08:05:56.981" v="8" actId="1076"/>
          <ac:picMkLst>
            <pc:docMk/>
            <pc:sldMk cId="3708291182" sldId="4121"/>
            <ac:picMk id="3" creationId="{7629E256-9BA1-CC61-6CF6-F32EE6FE4842}"/>
          </ac:picMkLst>
        </pc:picChg>
      </pc:sldChg>
      <pc:sldChg chg="addSp delSp modSp new mod ord">
        <pc:chgData name="Tony TJ Wang (TW)" userId="18033001-5856-41bf-97cd-f021b2ea7695" providerId="ADAL" clId="{86509E4E-F890-43B6-97AB-BA7419744C2D}" dt="2026-08-13T08:14:18.955" v="20" actId="22"/>
        <pc:sldMkLst>
          <pc:docMk/>
          <pc:sldMk cId="2246093613" sldId="4122"/>
        </pc:sldMkLst>
        <pc:picChg chg="add mod">
          <ac:chgData name="Tony TJ Wang (TW)" userId="18033001-5856-41bf-97cd-f021b2ea7695" providerId="ADAL" clId="{86509E4E-F890-43B6-97AB-BA7419744C2D}" dt="2026-08-13T08:12:37.928" v="14" actId="1076"/>
          <ac:picMkLst>
            <pc:docMk/>
            <pc:sldMk cId="2246093613" sldId="4122"/>
            <ac:picMk id="3" creationId="{76B8456D-67EC-335A-05C8-91D0ACFD1628}"/>
          </ac:picMkLst>
        </pc:picChg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338497899" sldId="214747161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3385829111" sldId="2147471611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4266216018" sldId="2147471612"/>
        </pc:sldMkLst>
      </pc:sldChg>
      <pc:sldChg chg="add ord">
        <pc:chgData name="Tony TJ Wang (TW)" userId="18033001-5856-41bf-97cd-f021b2ea7695" providerId="ADAL" clId="{86509E4E-F890-43B6-97AB-BA7419744C2D}" dt="2026-08-26T07:24:04.996" v="302"/>
        <pc:sldMkLst>
          <pc:docMk/>
          <pc:sldMk cId="1984436587" sldId="2147471618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277337181" sldId="2147471622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089504799" sldId="2147471623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1521235129" sldId="2147471626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806025323" sldId="2147471627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4250702178" sldId="2147471632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4237972989" sldId="2147471633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91331744" sldId="2147471634"/>
        </pc:sldMkLst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119080904" sldId="2147471635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2" creationId="{AAAB61BE-CAA7-BC81-B2A4-1E350EAF62FA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3" creationId="{17D14F5D-29BE-1BDE-AE7C-30F43A7B7974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4" creationId="{48E04D8A-0D68-C063-D5ED-17DAC77F4BCA}"/>
          </ac:spMkLst>
        </pc:spChg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467171543" sldId="2147471636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2" creationId="{C961C7A9-8040-8A66-E380-CDB63F8EC85C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3" creationId="{ED1FD4D1-E983-FC7D-989F-B3CD09A45412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4" creationId="{5B0659AF-30A6-74C6-3B06-D0F40A8E5A51}"/>
          </ac:spMkLst>
        </pc:spChg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3574416562" sldId="2147471637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2" creationId="{EA30E22E-10B1-AE8F-677F-A3BC8AD36FA5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3" creationId="{0AC8CD98-B1E4-94FC-E3DE-5F967851D071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4" creationId="{43F0CE76-E751-EDB4-F8D9-45DD6B20AD53}"/>
          </ac:spMkLst>
        </pc:spChg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4132854497" sldId="2147471638"/>
        </pc:sldMkLst>
      </pc:sldChg>
      <pc:sldChg chg="addSp delSp 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055900988" sldId="2147471642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3" creationId="{3CFAF4F7-DD04-E73B-31AC-AA786DD2A3E7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4" creationId="{1F8AC684-621F-56AE-B411-537B5B509B26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13" creationId="{7E0A3E8B-36B3-3088-6BF4-F751E1A28501}"/>
          </ac:spMkLst>
        </pc:spChg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597535416" sldId="2147471647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785920302" sldId="2147471648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3120340878" sldId="2147471649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982551857" sldId="214747165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2948209876" sldId="2147471651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74290052" sldId="2147471652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79908558" sldId="2147471653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3799494147" sldId="2147471654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884221787" sldId="2147471655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2935639352" sldId="2147471656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447439805" sldId="2147471657"/>
        </pc:sldMkLst>
      </pc:sldChg>
      <pc:sldChg chg="add ord">
        <pc:chgData name="Tony TJ Wang (TW)" userId="18033001-5856-41bf-97cd-f021b2ea7695" providerId="ADAL" clId="{86509E4E-F890-43B6-97AB-BA7419744C2D}" dt="2026-08-26T07:24:04.996" v="302"/>
        <pc:sldMkLst>
          <pc:docMk/>
          <pc:sldMk cId="4008478433" sldId="2147471664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1149247235" sldId="2147471665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1885898768" sldId="2147471666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3086659854" sldId="2147471667"/>
        </pc:sldMkLst>
      </pc:sldChg>
      <pc:sldChg chg="add ord">
        <pc:chgData name="Tony TJ Wang (TW)" userId="18033001-5856-41bf-97cd-f021b2ea7695" providerId="ADAL" clId="{86509E4E-F890-43B6-97AB-BA7419744C2D}" dt="2026-08-26T07:25:11.809" v="313"/>
        <pc:sldMkLst>
          <pc:docMk/>
          <pc:sldMk cId="3071817210" sldId="2147471671"/>
        </pc:sldMkLst>
      </pc:sldChg>
      <pc:sldChg chg="add ord">
        <pc:chgData name="Tony TJ Wang (TW)" userId="18033001-5856-41bf-97cd-f021b2ea7695" providerId="ADAL" clId="{86509E4E-F890-43B6-97AB-BA7419744C2D}" dt="2026-08-26T07:25:32.066" v="316"/>
        <pc:sldMkLst>
          <pc:docMk/>
          <pc:sldMk cId="2330717037" sldId="2147471672"/>
        </pc:sldMkLst>
      </pc:sldChg>
      <pc:sldChg chg="add ord">
        <pc:chgData name="Tony TJ Wang (TW)" userId="18033001-5856-41bf-97cd-f021b2ea7695" providerId="ADAL" clId="{86509E4E-F890-43B6-97AB-BA7419744C2D}" dt="2026-08-26T07:25:32.066" v="316"/>
        <pc:sldMkLst>
          <pc:docMk/>
          <pc:sldMk cId="800678970" sldId="2147471673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4004244919" sldId="2147471689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520692316" sldId="2147471690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2250428090" sldId="2147471694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429173059" sldId="2147471695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556327753" sldId="2147471697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2966213305" sldId="2147471698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3311238796" sldId="2147471703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1218129924" sldId="2147471704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1224167629" sldId="2147471705"/>
        </pc:sldMkLst>
      </pc:sldChg>
      <pc:sldChg chg="modSp add del mod">
        <pc:chgData name="Tony TJ Wang (TW)" userId="18033001-5856-41bf-97cd-f021b2ea7695" providerId="ADAL" clId="{86509E4E-F890-43B6-97AB-BA7419744C2D}" dt="2026-08-26T07:21:00.545" v="299"/>
        <pc:sldMkLst>
          <pc:docMk/>
          <pc:sldMk cId="554073569" sldId="2147471722"/>
        </pc:sldMkLst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554073569" sldId="2147471722"/>
            <ac:spMk id="14" creationId="{3BD44A5F-D0AA-BF1E-6829-92E7E607B553}"/>
          </ac:spMkLst>
        </pc:spChg>
      </pc:sldChg>
      <pc:sldChg chg="modSp add del mod">
        <pc:chgData name="Tony TJ Wang (TW)" userId="18033001-5856-41bf-97cd-f021b2ea7695" providerId="ADAL" clId="{86509E4E-F890-43B6-97AB-BA7419744C2D}" dt="2026-08-26T07:21:00.545" v="299"/>
        <pc:sldMkLst>
          <pc:docMk/>
          <pc:sldMk cId="3929345242" sldId="2147471723"/>
        </pc:sldMkLst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7" creationId="{A63A297D-2F35-7812-303A-16AD896A5B3A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1" creationId="{00C68E4D-21AB-08CD-419F-8429E0F0DB56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2" creationId="{E9BB387C-D24E-5C83-0468-18A25461E280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3" creationId="{C772BD97-777E-8670-8416-8547A807F60F}"/>
          </ac:spMkLst>
        </pc:spChg>
      </pc:sldChg>
      <pc:sldChg chg="add">
        <pc:chgData name="Tony TJ Wang (TW)" userId="18033001-5856-41bf-97cd-f021b2ea7695" providerId="ADAL" clId="{86509E4E-F890-43B6-97AB-BA7419744C2D}" dt="2026-08-26T07:28:41.008" v="324"/>
        <pc:sldMkLst>
          <pc:docMk/>
          <pc:sldMk cId="17382343" sldId="2147471724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1821783111" sldId="2147471725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32533317" sldId="2147471726"/>
        </pc:sldMkLst>
      </pc:sldChg>
      <pc:sldChg chg="add ord">
        <pc:chgData name="Tony TJ Wang (TW)" userId="18033001-5856-41bf-97cd-f021b2ea7695" providerId="ADAL" clId="{86509E4E-F890-43B6-97AB-BA7419744C2D}" dt="2026-08-26T07:37:31.476" v="352"/>
        <pc:sldMkLst>
          <pc:docMk/>
          <pc:sldMk cId="2676554576" sldId="2147471727"/>
        </pc:sldMkLst>
      </pc:sldChg>
      <pc:sldChg chg="add ord">
        <pc:chgData name="Tony TJ Wang (TW)" userId="18033001-5856-41bf-97cd-f021b2ea7695" providerId="ADAL" clId="{86509E4E-F890-43B6-97AB-BA7419744C2D}" dt="2026-08-26T07:37:31.476" v="352"/>
        <pc:sldMkLst>
          <pc:docMk/>
          <pc:sldMk cId="3986693228" sldId="2147471728"/>
        </pc:sldMkLst>
      </pc:sldChg>
      <pc:sldChg chg="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242471186" sldId="2147471729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2" creationId="{581566A1-460A-B6C8-7897-25EBDE7DA346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3" creationId="{AE48430D-5555-2028-9FEB-4564DF5DCC45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6" creationId="{F7F50117-E101-A398-85D0-5678B16A31D8}"/>
          </ac:spMkLst>
        </pc:spChg>
      </pc:sldChg>
      <pc:sldChg chg="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216800107" sldId="2147471730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3" creationId="{094D05D2-F793-ECE9-3DE3-ECAC4E0FB80E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6" creationId="{816C4870-D1A1-9A10-A8ED-313BEFC96E11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7" creationId="{C45343BF-FFF9-675A-6730-32F05149995A}"/>
          </ac:spMkLst>
        </pc:spChg>
      </pc:sldChg>
      <pc:sldChg chg="addSp delSp modSp add del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812243640" sldId="2147471758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2" creationId="{3E6E3BE0-C2C0-A042-24DF-086F26D33FBC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3" creationId="{09EF78B3-D5DB-E432-D9FF-6795C54E7044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4" creationId="{9D55DBD4-9962-EEBB-075E-1B36BC34A2AE}"/>
          </ac:spMkLst>
        </pc:spChg>
        <pc:picChg chg="add mod">
          <ac:chgData name="Tony TJ Wang (TW)" userId="18033001-5856-41bf-97cd-f021b2ea7695" providerId="ADAL" clId="{86509E4E-F890-43B6-97AB-BA7419744C2D}" dt="2026-08-26T07:40:21.548" v="384" actId="1076"/>
          <ac:picMkLst>
            <pc:docMk/>
            <pc:sldMk cId="1812243640" sldId="2147471758"/>
            <ac:picMk id="9" creationId="{0EABAE12-ABF6-8964-8620-D2FFB418A2D6}"/>
          </ac:picMkLst>
        </pc:picChg>
        <pc:picChg chg="add mod">
          <ac:chgData name="Tony TJ Wang (TW)" userId="18033001-5856-41bf-97cd-f021b2ea7695" providerId="ADAL" clId="{86509E4E-F890-43B6-97AB-BA7419744C2D}" dt="2026-08-26T07:40:26.519" v="387" actId="1076"/>
          <ac:picMkLst>
            <pc:docMk/>
            <pc:sldMk cId="1812243640" sldId="2147471758"/>
            <ac:picMk id="11" creationId="{A2D57C02-2453-5D13-1ACE-C5C0E1D082D1}"/>
          </ac:picMkLst>
        </pc:picChg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842812038" sldId="2147471765"/>
        </pc:sldMkLst>
      </pc:sldChg>
      <pc:sldChg chg="ord">
        <pc:chgData name="Tony TJ Wang (TW)" userId="18033001-5856-41bf-97cd-f021b2ea7695" providerId="ADAL" clId="{86509E4E-F890-43B6-97AB-BA7419744C2D}" dt="2026-08-26T07:36:28.665" v="347"/>
        <pc:sldMkLst>
          <pc:docMk/>
          <pc:sldMk cId="215186150" sldId="2147471831"/>
        </pc:sldMkLst>
      </pc:sldChg>
      <pc:sldChg chg="delSp mod ord modNotesTx">
        <pc:chgData name="Tony TJ Wang (TW)" userId="18033001-5856-41bf-97cd-f021b2ea7695" providerId="ADAL" clId="{86509E4E-F890-43B6-97AB-BA7419744C2D}" dt="2026-08-26T07:16:10.085" v="280" actId="20577"/>
        <pc:sldMkLst>
          <pc:docMk/>
          <pc:sldMk cId="3693095151" sldId="2147483644"/>
        </pc:sldMkLst>
      </pc:sldChg>
      <pc:sldChg chg="ord">
        <pc:chgData name="Tony TJ Wang (TW)" userId="18033001-5856-41bf-97cd-f021b2ea7695" providerId="ADAL" clId="{86509E4E-F890-43B6-97AB-BA7419744C2D}" dt="2026-08-26T07:33:40.478" v="341"/>
        <pc:sldMkLst>
          <pc:docMk/>
          <pc:sldMk cId="1652456660" sldId="2147483645"/>
        </pc:sldMkLst>
      </pc:sldChg>
      <pc:sldChg chg="ord">
        <pc:chgData name="Tony TJ Wang (TW)" userId="18033001-5856-41bf-97cd-f021b2ea7695" providerId="ADAL" clId="{86509E4E-F890-43B6-97AB-BA7419744C2D}" dt="2026-08-26T07:33:16.815" v="337"/>
        <pc:sldMkLst>
          <pc:docMk/>
          <pc:sldMk cId="2351879941" sldId="2147483647"/>
        </pc:sldMkLst>
      </pc:sldChg>
      <pc:sldMasterChg chg="delSldLayout">
        <pc:chgData name="Tony TJ Wang (TW)" userId="18033001-5856-41bf-97cd-f021b2ea7695" providerId="ADAL" clId="{86509E4E-F890-43B6-97AB-BA7419744C2D}" dt="2026-08-26T07:24:47.954" v="307" actId="47"/>
        <pc:sldMasterMkLst>
          <pc:docMk/>
          <pc:sldMasterMk cId="358941851" sldId="2147483752"/>
        </pc:sldMasterMkLst>
      </pc:sldMasterChg>
      <pc:sldMasterChg chg="delSldLayout modSldLayout sldLayoutOrd">
        <pc:chgData name="Tony TJ Wang (TW)" userId="18033001-5856-41bf-97cd-f021b2ea7695" providerId="ADAL" clId="{86509E4E-F890-43B6-97AB-BA7419744C2D}" dt="2026-08-28T08:56:32.496" v="593"/>
        <pc:sldMasterMkLst>
          <pc:docMk/>
          <pc:sldMasterMk cId="3950966955" sldId="2147483916"/>
        </pc:sldMasterMkLst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47413589" sldId="214748398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47413589" sldId="2147483980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47413589" sldId="2147483980"/>
              <ac:spMk id="5" creationId="{98AB6ED3-C5F6-877C-DAED-BEF7F304594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89345167" sldId="214748398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3" creationId="{DFD90212-F74C-9DC9-0056-4F5DDF0194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5" creationId="{98AB6ED3-C5F6-877C-DAED-BEF7F30459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6" creationId="{5E0745CB-2FF7-A852-6865-A8F426EE120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263929705" sldId="214748398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3" creationId="{75979435-2CA0-F566-8195-3E80CC2D618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5" creationId="{7518CD4E-B949-EF88-4945-7E36C001572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7" creationId="{3A2C4AA3-8599-3431-5E25-2E68E7DB9FC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11330401" sldId="214748398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51454211" sldId="214748398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73329092" sldId="214748398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32537693" sldId="214748398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2" creationId="{B4539E65-4ABC-F7FC-FCE0-B29255497D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6" creationId="{8A3789D3-8936-6361-B279-04482E5DA0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7" creationId="{D2CF944E-CA0D-78C4-2738-7FF65A3C61D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06376902" sldId="214748398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5" creationId="{14843C2F-D12F-B2E4-1020-42BB1F404EE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6" creationId="{78D8C702-FC4B-D3F7-8D51-D2B3DFBA1CC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8" creationId="{2074E594-75BC-BB21-5CB5-2ECACC5760F1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02331590" sldId="214748398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2" creationId="{B4539E65-4ABC-F7FC-FCE0-B29255497D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4" creationId="{50A2C7B7-9D29-E058-E1D5-11CACA15256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7" creationId="{F14AAF1B-63A7-87FB-CF3E-274298F4B36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8" creationId="{06EDDF0F-F4F8-2669-FD63-410B84DD24E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10" creationId="{8BF9F556-4510-F7DD-B333-C401D75BD7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16" creationId="{AFBC73D5-BBD4-6DEA-ABD4-C7C99DE36B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87811106" sldId="214748398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5" creationId="{7518CD4E-B949-EF88-4945-7E36C001572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220726195" sldId="214748399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476535555" sldId="214748399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25261477" sldId="214748399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604783140" sldId="214748399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6" creationId="{E38019E0-279D-A4EC-36F3-E0B1A717FCF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7" creationId="{B8872EE6-00EE-7E3B-FF0A-4031AD0A1F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92594306" sldId="214748399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3" creationId="{65C0038A-3A68-0DB9-64FC-6F889D75D38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6" creationId="{97BC8435-1364-314D-C920-74E9DEDB1E4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7" creationId="{D73A66C0-F670-A68E-E8AB-864BA888682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0198183" sldId="214748399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4" creationId="{EE189DEE-6989-9A74-BDE8-CA73B91086F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7" creationId="{6DE5500C-FE6E-579B-63C3-09F6ADCF909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8" creationId="{DD78BEAF-F2F8-DC26-B864-8F818213806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079323" sldId="214748399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3" creationId="{8D3D9662-5F2D-57D9-7407-78275144A6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6" creationId="{CE0852A2-F289-0299-38DA-54988A9CF40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7" creationId="{D73A66C0-F670-A68E-E8AB-864BA88868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8" creationId="{417BEBC1-805D-DD3E-7FB7-E733D35B8EF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48924780" sldId="214748399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3" creationId="{0EEDD237-2AD5-3154-E113-01E98DC0986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8" creationId="{C3079065-EEA7-BD3F-374F-2BD4FA17413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13" creationId="{D9EB10B1-191A-630B-CAE5-F7CB250CA41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16" creationId="{FB735FB7-5411-F2F1-D974-F773B1B8360F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1254178586" sldId="214748399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8" creationId="{09A13E53-F775-A736-E17E-0D3BA9C73AF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10" creationId="{8379B048-01BA-296A-05B7-D40EDFD37263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26260199" sldId="214748399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5" creationId="{51C9977E-07C7-6A42-E691-FD4699CEC98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7" creationId="{090265C7-5AAC-0489-DEB2-CECC63DAC28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041626689" sldId="214748400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3" creationId="{FB51044C-932D-8FC3-B3AB-1F32819D3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4" creationId="{A5CBFC34-8CB2-CC41-3972-5FC87B9BDCE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5" creationId="{A24DD9E3-0BCC-FF96-2B5A-1C600C721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7" creationId="{9F37A09F-4048-050A-FDB3-83EC9C37253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8" creationId="{E24C1953-6774-4962-D21C-79F931E8AFE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519284577" sldId="214748400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3" creationId="{FB51044C-932D-8FC3-B3AB-1F32819D3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4" creationId="{81241698-5CD8-C604-8076-E2C7174471A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5" creationId="{A24DD9E3-0BCC-FF96-2B5A-1C600C721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6" creationId="{09364D4B-08FC-0F72-14EE-FFE49CBE3E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8" creationId="{37630663-0430-1D7C-EBF0-D28C79961CF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11" creationId="{0161467A-7063-86D7-24E8-072DC8FE58E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710666384" sldId="214748400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3" creationId="{DF56AB70-B001-F407-DDA0-8274B08150B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5" creationId="{BFFD3C8C-DE95-11CF-E112-F1CDEBBBAF2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7" creationId="{BB0E27A5-BC84-EBC4-82C5-E8CF838E43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11" creationId="{0161467A-7063-86D7-24E8-072DC8FE58E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276174915" sldId="214748400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3" creationId="{60C2534F-0DED-9179-1BA0-BA7BBA63E4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5" creationId="{C21211E5-4A9D-2EA5-349A-BFEBB51D88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7" creationId="{51EE832E-3DC6-D6FD-08F2-B144435DFC4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8" creationId="{AF6631A4-F894-4AFF-B75F-0AABD9BAEA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11" creationId="{0161467A-7063-86D7-24E8-072DC8FE58E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12" creationId="{F42546D2-619E-D256-A62A-62019DAA477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68187545" sldId="214748400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2" creationId="{E62847D5-ADA8-3259-2549-281D1A6D552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3" creationId="{91E3B5C0-2252-2AC3-B6AC-A233A36FBD7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5" creationId="{3634351F-B70F-FAD9-F7BB-519E4552F5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7" creationId="{51EE832E-3DC6-D6FD-08F2-B144435DFC4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8" creationId="{AF6631A4-F894-4AFF-B75F-0AABD9BAEA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9" creationId="{BF7E05F9-3B71-A92F-C27D-3EA7295545B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0" creationId="{5436620D-30A8-EA32-EBA9-0FB0D98A3A5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3" creationId="{FCDEC8E4-3556-9DFF-F8E0-3E599203F3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4" creationId="{08EEADAB-1623-2FF8-2487-6AA4F7EC358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64438517" sldId="214748400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5" creationId="{A03E9A5D-D94B-2C14-C57F-8CEEA73EB97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9" creationId="{489906B8-D3A9-4BCE-6015-ACFE378C72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10" creationId="{FE0E6B83-F5A0-569B-4BAB-B7F61D7D08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11" creationId="{46DFEB0B-173F-2B4F-16A8-263FCC6CEC2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85248937" sldId="214748400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4" creationId="{B015D90A-43B1-2686-2FB5-24977CABC77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5" creationId="{1C2027B2-3AF9-ACB0-EFBF-E307D2CA34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7" creationId="{305BD07F-9015-08E7-A1B9-CEE3998C38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8" creationId="{96E79EC7-3C5A-2B86-5F55-4E1518901C1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17" creationId="{281D6954-23FD-DBC4-8238-AE64FBE579A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75404505" sldId="214748400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3" creationId="{BE946374-FA30-CA90-8DA8-4D3D9C8D955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4" creationId="{E9C1A15D-9D72-ADF5-F762-A0FCDB4299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5" creationId="{F894016E-E9A2-621D-7E7E-4C60EA7D14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7" creationId="{B7BD091D-1A71-D98C-9FBE-055914E894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8" creationId="{6B0989A2-BAE8-DBCB-9B68-2A6A9EEEC5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9" creationId="{6B661239-E68D-0808-F96A-FE85956F113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580867760" sldId="214748400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3" creationId="{79626A07-2517-5726-4FDD-0AC9D92990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4" creationId="{943EE09F-88BE-B892-E588-CE1A64CF45A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5" creationId="{06046AFA-0660-1D2A-C174-4EABDBEAAA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6" creationId="{73FDB890-3693-B329-5A7C-C65A3B124F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7" creationId="{89862BAD-5A88-900F-A59B-68B96AB4149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8" creationId="{0DA847B6-5ED7-CD22-AC77-BE2F874194B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33767521" sldId="214748400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3" creationId="{6955500F-3808-9CA2-1F44-A6416457143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5" creationId="{97546331-F0CB-B769-2ED0-10C215328D5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6" creationId="{E6F2E23D-BB9F-B34F-EC85-66F73AA738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8" creationId="{9D560317-BC9E-E5E9-EC4B-BE83B3CA15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9" creationId="{7809C51E-8610-C513-8EEC-D5CB091B65E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10" creationId="{DFE232A4-E7EE-98E3-AD8F-428E48A336B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11" creationId="{A39229A9-9F4B-8863-1C67-62C2859D9BE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540457667" sldId="214748401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3" creationId="{3279AEC2-3D38-AA3C-D9ED-F56066F0252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4" creationId="{2B415381-8D1E-8A6F-693B-DB90EB881D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6" creationId="{1F2E443D-FB19-EC91-F034-92383A4D9EA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8" creationId="{9D560317-BC9E-E5E9-EC4B-BE83B3CA15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0" creationId="{8E8D28FD-FF5F-398A-38AD-0E9B9DE0EC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2" creationId="{E2C8463D-8B6E-9FF2-1B5C-72452E9273E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3" creationId="{39DE996C-A166-458A-310E-FEBC9C52A7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4" creationId="{134591D3-6AC4-CADD-BA45-1311233200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6" creationId="{33601CD4-0BCA-521B-0F56-3E84B8C91F7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23573422" sldId="214748401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3" creationId="{E67D3849-C8CD-8658-1466-0AC905A3290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5" creationId="{C3E8CA74-2A20-C79E-AB93-415F841BF9A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6" creationId="{D986D8FF-CF64-064A-9F64-6F1DDA4C97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7" creationId="{45FB2FC1-37EA-E80B-8E2C-5BB79F82C54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1" creationId="{F4A2F6DA-84DB-C19E-4C0E-907410D65A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2" creationId="{91E96ECE-0D5F-0C73-B9DA-305E820717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3" creationId="{3FB0C79D-C35F-8072-C668-9D9D7A93739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76360593" sldId="214748401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3" creationId="{E6D39F23-E441-3514-2A4F-F9CCA29119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5" creationId="{90658801-9D03-6822-31B7-920A8C4C5D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6" creationId="{C4FF4641-ED6B-EA6B-E1D6-5913E5D1C4A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7" creationId="{FE222EB9-6543-2E06-6048-C32D6D58FB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8" creationId="{738BD24F-B7A9-6A5E-4B91-293E35C9624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9" creationId="{3EA62964-C972-788F-A145-641910913B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1" creationId="{E8465518-586C-3585-5D66-F8C5F7841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2" creationId="{32A0F579-2C59-6C73-6CB2-7D28A65E2EE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3" creationId="{6C860A8A-DDDD-D41D-7D92-718D7B4F0FA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13042700" sldId="214748401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3" creationId="{4BD5BA45-6FFD-0692-0F0F-E110F28E68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4" creationId="{14B2DDC5-30CC-4253-DAE0-02B6367366D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5" creationId="{6A0EF6EA-3F57-5496-E0F3-4864ED1104A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6" creationId="{D986D8FF-CF64-064A-9F64-6F1DDA4C97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7" creationId="{BC4F89F3-153E-1F6B-8CFE-E1D4D687491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12" creationId="{32898A4C-932E-23E9-DC30-A54F1747D7D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26993151" sldId="214748401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3" creationId="{34BACFA0-1865-CA7A-660A-9F840AA5ED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7" creationId="{AB18F79E-2EEB-FEB6-9FD2-CF00E69E399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9" creationId="{BCCFAC37-C331-299A-576E-FB4D9E873F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0" creationId="{B50CDAE4-0C34-CA3B-8150-C653F963250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1" creationId="{32934F70-692D-5369-94C8-0030A3CD43F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2" creationId="{75F0D866-D99D-B922-92B9-43D8C80FC3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4" creationId="{28C2AC20-FA64-9BFB-4B6C-CC4DC765CF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75771468" sldId="214748401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3" creationId="{34BACFA0-1865-CA7A-660A-9F840AA5ED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4" creationId="{35EB01E0-E6A4-D360-2FD4-9B71B2DE0DC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7" creationId="{5AAE7EEF-B347-4D56-A6AE-448368A5BED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9" creationId="{BCCFAC37-C331-299A-576E-FB4D9E873F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0" creationId="{4626FCF7-D9DB-AA92-E09A-63795E0A9BF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1" creationId="{3EAED7B3-1E01-DB3C-A9C0-C02BF6D0CA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2" creationId="{1DF4DD5F-AF74-EA4E-244D-3B8BF6C634D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3" creationId="{663492E0-8524-F0F0-654F-078445BB721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51893358" sldId="214748401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3" creationId="{FDAB432F-854F-42B3-F530-13E74D7AAA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5" creationId="{357B41B5-877C-16C0-86C3-0049A6AEFD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6" creationId="{3B9F6906-FD55-4ECF-BC68-21EDA9D4716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7" creationId="{AF5BE851-36FB-AE1C-238B-97C05E05B1A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8" creationId="{C3EBFD86-34DE-5EF4-510C-8C6F417E645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9" creationId="{87ADAD20-05B4-05C7-E934-6F9C1436EB7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56306695" sldId="214748401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3" creationId="{15B11690-3DC6-7B4C-5196-E388A51146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7" creationId="{DF7CA4CE-E47A-514D-5828-6AA4EAEAA5D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9" creationId="{408A6C4D-3F5E-1CC8-64FD-F01177BD1E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0" creationId="{BE81782A-2131-81EC-B274-273228A022F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1" creationId="{1C7B2FA3-BB01-C042-C3E2-CE1E30B4DC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2" creationId="{5817751D-AEF1-E60E-A99F-8E78DF21FF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4" creationId="{AC495E7E-4FB5-532A-2A69-899751FD4B0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69354394" sldId="214748401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5" creationId="{7A4C48D2-B18D-75C7-0C7E-1D9DB13960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6" creationId="{D9EBCD51-8DA2-A863-38B9-4D39E92CBCD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7" creationId="{EDE25965-5FF0-06E1-006B-1D9AEC33DC6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1" creationId="{F248317B-0C78-D1D7-C7AA-97B940FCDFD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3" creationId="{9E1EEBC7-B3D2-0C33-A1E4-86D938D57B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4" creationId="{DE61D85C-E065-C899-A314-61A9747899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6" creationId="{2AC1B240-8DE4-93F4-7F67-7A0D12BFCB2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7" creationId="{26AF7A0A-28F9-E71C-DA0E-449F854A8D7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36100002" sldId="214748401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3" creationId="{9C3E4A20-48E1-6B96-207C-2A01DD8E9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9" creationId="{404392E8-8FC9-D8AC-538E-69F5A15C16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0" creationId="{E1769020-22C9-8DED-D532-40F11F2D33C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1" creationId="{5F5E5E69-4FFF-DFC2-659C-7E55787A02F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2" creationId="{FEE2C3B1-D32B-2DC8-8154-D81D141486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3" creationId="{E4143737-9FAE-4BEB-0906-D059D53A4E5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4" creationId="{5FAA5E52-06C6-50C6-842F-09B2897EBA2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5" creationId="{BE4E3AAB-764D-686D-74DE-DD6CA156031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8" creationId="{E50EC622-9E3E-7826-5B6E-3F05131728C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9" creationId="{87CC549C-7C7A-4C05-D6A7-8187C41504D4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393728460" sldId="214748402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3" creationId="{15361E65-8489-022E-9A46-0B36035A11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5" creationId="{6F60ED92-61BC-58F9-6255-C99E6BFB73B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6" creationId="{4903BE73-FFB9-9122-4626-1B97EB913FE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1" creationId="{42EA7D05-D7C0-FDE4-0EBC-5FC8729460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4" creationId="{73B30585-2E0B-0145-792D-87F4CBF909B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7" creationId="{CF1ADCBF-761E-4BC8-95AF-5ED8A304B9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8" creationId="{FD1333CB-59A1-E4BE-4739-1CA1A660FB0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824589199" sldId="214748402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3" creationId="{9FC01FB3-8B1A-6F97-AB07-F4AF0F675F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5" creationId="{2E9AFACD-CF24-6CBE-B881-BC67257530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0" creationId="{B1E147C2-A10D-59C4-CC48-6D69F1DA61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1" creationId="{A86AE55E-C7BC-EC71-C728-F72A80B86C8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2" creationId="{F55CDC6F-9090-45B3-C7DF-1D1A5E390D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3" creationId="{CB40FF7B-D30A-160F-9C8B-1003AE57EE9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4" creationId="{97083C73-43EE-6C29-DF37-8BDBD14592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5" creationId="{FAAF6896-CE8D-11B6-CDB6-B5581B467D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9" creationId="{EE952CC9-7B70-01FB-582B-30F68D4C37F3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21476042" sldId="214748402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2" creationId="{F7150835-224A-C855-A540-11B95474A7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3" creationId="{9FC01FB3-8B1A-6F97-AB07-F4AF0F675F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4" creationId="{1C018B1A-B52B-AC9A-63B1-F00217B38E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5" creationId="{2E9AFACD-CF24-6CBE-B881-BC67257530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0" creationId="{83A6C828-337E-DF3F-E796-CD513517E4D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1" creationId="{5039018F-04C9-76F6-FBBC-358D2F0A100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2" creationId="{F0641CF8-17DD-D58B-57D0-9302944604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3" creationId="{F8C87661-3C9C-724E-425D-6BFB684FAA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4" creationId="{C1CA5D93-F653-F2C0-8751-8A90F765D4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5" creationId="{59DA2641-90BA-C589-4AC5-93DB0472E74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47986740" sldId="214748402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3" creationId="{7953C0A1-993D-3C98-C331-16749B76A8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5" creationId="{15441E1C-321B-0C48-3C86-6A2676A09A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7" creationId="{1BE33546-5281-3759-9C24-7C92D3AB81E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8" creationId="{CD8F01FB-26C3-D412-CD60-13931D0A16A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0" creationId="{52D6BCE3-5DC0-F54B-0BF2-1E8CB838F9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2" creationId="{3544A30F-D4EB-D59A-37AC-6229A950B4E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3" creationId="{CC17F671-8B9C-F9FE-AEDA-9A8FBDDADA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4" creationId="{ECE30FE5-2A66-1ECD-730E-80C2B769357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5" creationId="{067701D3-6751-E230-8414-4D83FACD190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7" creationId="{9919F7E4-902E-17BD-9A23-BEC353B5408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55202269" sldId="214748402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5" creationId="{CA070464-B6E7-0612-AE11-56A546D97BD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7" creationId="{D2B9EA5E-E423-D219-6037-CCB61AE3B50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8" creationId="{C901CE32-26BB-268E-2590-66DB5ADDFD9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44750512" sldId="214748402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4" creationId="{D4716BEF-8A35-16AB-2612-D5ADC74B28F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7" creationId="{AE32291E-24B4-2FB8-4B35-A439686DB95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8" creationId="{61A378F0-4CD0-C4E0-D2F7-5959B577E1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9" creationId="{60655EE7-5FC0-8DDF-88F0-21ECCBD7D31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92330433" sldId="214748402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3" creationId="{0617E1E3-DEC2-78E7-9998-E4FF637CE3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7" creationId="{7DFE5ED4-420E-CADB-A68A-A7D42128079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8" creationId="{961284F9-299F-5762-4D10-4246CB963FF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9" creationId="{F7339CEB-91F9-B7FD-86D6-A4C114DA300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13" creationId="{743AD5A7-567D-9EC7-BECB-71D2480F24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17" creationId="{0D1BEFAC-D99F-7020-6110-CD8460311AF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92095817" sldId="214748402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3" creationId="{420F89DA-180E-8B5A-DBF0-E46D4BE19FF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5" creationId="{94CDF16A-3F0F-40AD-25BD-32F2F4A17D0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7" creationId="{E1340CD9-3B8A-B030-B8FC-EAD510678C8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85228471" sldId="214748402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3" creationId="{746CDA39-33E4-3C95-FE9D-6263CE3649C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5" creationId="{A3CBD27D-46ED-F893-79F1-23481FEA9E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7" creationId="{8206B60F-A556-76A5-2FBC-4C736F4B16C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435470971" sldId="214748402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3" creationId="{B31972B4-0D39-C3FB-E17F-DC8EC7D118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5" creationId="{51A77249-98B8-FACA-4ACE-60FB5325B01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7" creationId="{3427FF8A-B4F7-3F6B-6AC3-2F7EC1DCAAD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78859763" sldId="214748403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3" creationId="{F2C136D6-EB53-8EAB-067D-F21D72B54E2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4" creationId="{748F1255-B234-8F3E-2E95-66C55731FF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8" creationId="{694593D8-AEB6-3CA5-7E3B-6BA6D552DB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9" creationId="{C1E67C1D-7D69-01C7-F212-8FD6EC41D5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740448089" sldId="214748403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3" creationId="{CAF96854-0B82-0332-CB0D-B653A0471D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4" creationId="{629E8A37-B7AE-34F5-AC2C-2C3307E453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5" creationId="{83E901E5-0C0F-02C2-6E8B-66E81BE06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10" creationId="{BD055151-7117-866F-6824-F774A7F56F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6205060" sldId="214748403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3" creationId="{20FA2383-F769-2E5D-64C9-71C8F2AC63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4" creationId="{4619E784-11F4-A104-BB77-5E8F8D397AE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5" creationId="{BF37CFFA-3D80-3409-C50E-D2A382F2618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7" creationId="{01119A16-4429-1C3B-93F5-9356F9F7EC6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8" creationId="{AEA67855-93A6-BD43-750C-42D579FD028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44615349" sldId="214748403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3" creationId="{460FE9E2-DC3E-0EAB-DFB7-B3E4A12323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4" creationId="{665F8295-3C5A-A1AE-F43F-1FA6D8B2F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5" creationId="{30A1C61F-1977-8EC5-355B-66B6908EB5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8" creationId="{AEA67855-93A6-BD43-750C-42D579FD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10" creationId="{C8FF515D-AF08-494F-FFD1-C5F2FEFB42C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9990551" sldId="214748403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4" creationId="{DBB20E5E-A5D8-1921-9B3B-F7258AF1BEC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7" creationId="{9B293083-8587-219C-C524-D809D6A866A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8" creationId="{6949215D-624C-7D6A-5688-62477C18FAD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9" creationId="{5AC9A00F-F989-8AFC-7652-904E0B2E41F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40662361" sldId="214748403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4" creationId="{BE8A4846-D27E-80FC-9B7E-3CE63CD42E9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7" creationId="{D88750FF-80B0-EEE6-F89F-A76248A4F83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8" creationId="{6949215D-624C-7D6A-5688-62477C18FAD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9" creationId="{5E9F5B4A-B723-2879-D7EE-D016027E28B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89000832" sldId="214748403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3" creationId="{77299292-477B-B167-FA09-34ABA37250D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4" creationId="{33096CD5-F472-2FF7-8821-A2FC9AB7EE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5" creationId="{6D1E7B3D-67E9-63CB-5191-3A7FBCE6F8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7" creationId="{0A56C71D-1695-AE64-7C05-4DD0750A3DD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8" creationId="{3EB5F658-B8CE-7FB5-990E-79F690D1E1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9" creationId="{1EABDFC4-9BD0-55BC-2846-2FA45EAB535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13" creationId="{099A4469-274E-EB1F-F85D-D95E959AA14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0" creationId="{750FAC0A-93E6-9A08-7990-0346002AB7C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1" creationId="{C66DD72C-97BB-14F2-361C-2441F75A432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2" creationId="{D806524E-A06F-7FE8-9CD5-2244991C1E3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55840572" sldId="214748403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3" creationId="{56F6B0ED-8AF6-B2AA-E6DF-421FC9028A7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4" creationId="{505126B4-5061-ACE1-29DB-F4E4B930507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6" creationId="{A318CA9E-32E8-938F-0187-CE5990310D1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10" creationId="{1E8B33F3-7C1D-479F-3B92-0DE073C2E4F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69211990" sldId="214748403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3" creationId="{F83831A1-36E4-05EF-6AB7-93A548B9DE9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4" creationId="{E2A3DA15-4C69-255A-358A-480458D2DFE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6" creationId="{B39A73BF-92D5-1C5F-A374-82FF2405936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7" creationId="{F61931EA-4F62-CD08-4165-33E08640450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31930664" sldId="214748403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4" creationId="{8DEF9E9E-37B4-DAB9-8C1D-1576E02EB06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6" creationId="{B40D576B-0FB8-2293-FB69-1C5178F9E4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7" creationId="{F61931EA-4F62-CD08-4165-33E08640450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0" creationId="{BCA5BD2F-F935-E22A-B6DD-EB0D8C3A47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6" creationId="{8C582E75-9A43-D86C-AB0D-17BB800A5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8" creationId="{2F01FD17-7652-99C0-4EF4-C1ABF553BD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9" creationId="{DED57F60-7B48-DB96-E422-6BF4821C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22" creationId="{4E2EFFE0-4881-5E4A-962D-11FF92C9F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24" creationId="{C5905E4E-9C03-893D-2D65-9DF29B1CD2B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46862171" sldId="214748404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3" creationId="{2DEADD9F-C4DB-21BA-6151-16846D00A1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4" creationId="{C70956B3-9491-9C33-FC6E-9462B54246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8" creationId="{07C7F8D0-E3EF-7617-C2AE-022970D36D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0" creationId="{1E8B33F3-7C1D-479F-3B92-0DE073C2E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1" creationId="{D54FC496-336B-9871-8C69-A6D0113CD12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2" creationId="{ADB98D30-AF89-AE84-76DB-5252AE8FD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3" creationId="{DEBB524E-5A84-8775-0998-D7CE79E36D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4" creationId="{0FB583A4-A0D5-B473-CEAF-7EDB869751B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5" creationId="{FF63D470-D7BD-0CB6-AB02-AD298B18C3E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578240619" sldId="214748404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3" creationId="{B7CEDE5A-24B5-302A-F9C9-38D8A4ED15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8" creationId="{07C7F8D0-E3EF-7617-C2AE-022970D36D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9" creationId="{850DA203-9211-4FDA-05C5-46A210422A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0" creationId="{1E8B33F3-7C1D-479F-3B92-0DE073C2E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1" creationId="{11C89EB2-461C-D9DB-DBF2-EA17EA40A6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2" creationId="{ADB98D30-AF89-AE84-76DB-5252AE8FD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3" creationId="{B4612D97-4010-1226-69CD-B037A384C2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6" creationId="{44F1DDBE-5AF8-4AE5-035D-1455CB11941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7" creationId="{0506503A-B70F-E2C2-7E96-19228D38F73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8" creationId="{099901CA-C5DD-EA1C-B029-123F8C580614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64832958" sldId="214748404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2" creationId="{6125A049-51AB-8CE0-1E82-0861CFA1A20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3" creationId="{370151B8-84D5-0F32-8BA4-AF23D992BD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4" creationId="{B3172550-E933-8167-0222-DD1326B01A6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6" creationId="{DCC47810-5636-CCFE-D491-CAD999BC70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8" creationId="{40478187-E2B9-385E-A350-C3EAF7AF28E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36006913" sldId="214748404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2" creationId="{51A35449-0894-A02C-8F55-DCFAB1AE42A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4" creationId="{9475B69A-CAC3-88B9-5B3E-2AF1362EFDB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6" creationId="{07859335-E39D-1388-375F-FAA342F28B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8" creationId="{EAA4954E-F516-8DC7-20A3-B649BF25576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9" creationId="{B8FE92CD-7709-9DB8-6AAE-AA80F06744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0" creationId="{A2951703-E32B-EAF8-80B8-BAFE647F1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7" creationId="{CD839F68-5525-1FC6-7F47-6058F961EBE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9" creationId="{AEC3DEC0-C14C-0D3D-E77D-C65F7FA108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59824360" sldId="214748404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2" creationId="{DA84C67F-7F12-B485-C133-367619428FB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3" creationId="{1CE233FD-F166-12B7-E028-644C10A7A4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6" creationId="{62EEDF93-D482-938D-D6D4-B8B66CA764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8" creationId="{6D9BE817-73F1-BA98-D196-7E3B7737E8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9" creationId="{AA220CD4-7D0B-916C-42A1-97C04399E70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3" creationId="{C4995FEB-FD4F-B089-F6E6-2920F4574A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7" creationId="{EB8C9608-59D0-BF46-B719-9598B6A020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8" creationId="{83B437C6-3E7C-2B00-379C-58EBBE522843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3209243924" sldId="214748404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2" creationId="{9049CDF5-8A8F-79F6-E93E-E0A712397C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6" creationId="{D15FEAD4-DFB9-ED08-EBEE-A4E5DE31E31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12562369" sldId="214748404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12562369" sldId="2147484046"/>
              <ac:spMk id="4" creationId="{F688FCD4-650D-9754-A431-CE452572FB6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12562369" sldId="2147484046"/>
              <ac:spMk id="5" creationId="{E49962D1-3866-8382-AE37-FC366FF574B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05645843" sldId="214748404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5645843" sldId="2147484047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5645843" sldId="2147484047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52709834" sldId="214748404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2709834" sldId="2147484048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2709834" sldId="2147484048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037703116" sldId="214748404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37703116" sldId="2147484049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37703116" sldId="2147484049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87924719" sldId="214748405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5" creationId="{0978934B-5525-9236-62EF-C2B06F0BCC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64835213" sldId="214748405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64835213" sldId="2147484051"/>
              <ac:spMk id="4" creationId="{04760CE5-544A-F30C-8082-D31FCC54B7F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64835213" sldId="2147484051"/>
              <ac:spMk id="7" creationId="{B125B3EF-B02C-F8B5-CF3D-C9F9193AA5B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02775034" sldId="214748405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6" creationId="{FD227041-E9DC-98BB-04D1-2512170C5B3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7" creationId="{B46EC276-3627-6ED3-ACC7-6D690C9922B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9" creationId="{0FCB0834-B748-0F65-C02A-23EC83C03DC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0" creationId="{E54573B6-45C7-9732-9BBF-56F180D537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2" creationId="{EE5F59E5-3BCA-20EA-D3B3-B0654D078B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3" creationId="{DCC591AE-859C-530C-6837-BFB4DC8D4B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01593926" sldId="214748405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4" creationId="{3A411CC0-34B1-721C-48C1-951AB61EFA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5" creationId="{EA9401E2-0EFA-96DF-8425-7291F355E20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8" creationId="{76A09CFC-44F1-8A22-B3B7-445685852BA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9" creationId="{2CACCC0E-C26E-1C78-409B-A8BCA62C74C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10" creationId="{BAEBEC96-AF62-8CE5-7B36-0F816681A92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11" creationId="{B65C518D-AE96-1571-E3A5-E43E3AFB314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01841326" sldId="214748405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10" creationId="{97537C81-8D77-5257-7438-91D290209EF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12" creationId="{09220BB3-7853-D956-8C4C-B3FD388756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348469268" sldId="214748405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3" creationId="{2BA4CE36-EFF2-1254-C89C-04B58ADD543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7" creationId="{888EBCEF-BA40-9584-6AE5-C7A98252EE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9" creationId="{B9101461-B876-7D7A-B834-0387E08CC08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12" creationId="{09220BB3-7853-D956-8C4C-B3FD388756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26013445" sldId="214748405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2" creationId="{D69F3CA5-5DA4-19BC-80CC-97F86033399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4" creationId="{9475B69A-CAC3-88B9-5B3E-2AF1362EFDB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6" creationId="{07859335-E39D-1388-375F-FAA342F28B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8" creationId="{567C69A2-1E84-3664-3630-A99E3EFC57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9" creationId="{68638270-30F0-9936-C8A6-BAB6854888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0" creationId="{D3DF84AC-B16C-674A-06A0-5BECA0C9A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3" creationId="{3F004F4B-1B56-27E3-B963-18B1CAE0CC0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7" creationId="{CD839F68-5525-1FC6-7F47-6058F961EBE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9" creationId="{AEC3DEC0-C14C-0D3D-E77D-C65F7FA108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768180181" sldId="214748405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3" creationId="{19FAEB4F-DBB7-31DF-438C-7C91DAD4D9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0" creationId="{ED98C7A9-0033-A08C-5C2C-6910B5E66D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1" creationId="{CCD0D2FD-01B8-FE51-DDAB-0CD8DD4EC5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2" creationId="{09220BB3-7853-D956-8C4C-B3FD3887561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3" creationId="{53D0DB1F-A6EA-AECF-A117-E753C44395E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4" creationId="{24AE2FE3-6FA3-4900-16ED-D0812C6C0D0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460688216" sldId="214748405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9" creationId="{FB0240B5-53DE-E0D1-1D5B-AFBA09737C3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5" creationId="{9183E717-A409-A034-5344-1947E3F9836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6" creationId="{25C242D0-2328-C358-F50B-AFCBA02790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7" creationId="{491F5A2B-72AD-5B1E-1630-FEB88892F6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9" creationId="{72F79ED0-1F83-0104-4637-7DB4EA70741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39735079" sldId="214748405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2" creationId="{5307EEEF-16DC-51E8-05EA-1F6E66B8AB3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3" creationId="{1CE233FD-F166-12B7-E028-644C10A7A4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6" creationId="{62EEDF93-D482-938D-D6D4-B8B66CA764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8" creationId="{6D9BE817-73F1-BA98-D196-7E3B7737E8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9" creationId="{AA220CD4-7D0B-916C-42A1-97C04399E70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6" creationId="{65A86A6E-D0EF-949C-8C67-0573A2ABD8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7" creationId="{B030D65C-F831-C537-C0CD-5D2246DC4DB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8" creationId="{37E69513-40FB-5D75-6BE6-82A63FAB8F4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799584600" sldId="214748406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44" creationId="{3B81DD67-9485-2892-F206-E91C7ED5040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50" creationId="{709A4940-D1BB-7013-F2FE-DACDC2AAE6B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51" creationId="{D9A72C90-D9E8-D491-3497-24DB531EE6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0" creationId="{718DD6F0-5DCD-0835-B530-18A8F025BE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3" creationId="{DD510472-5924-8787-2C9E-08AC89F6299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4" creationId="{93B5743B-317B-CC4D-E4AF-4C26D13928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0" creationId="{8D5DB854-0C4A-401B-87E8-5CAEA904F3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3" creationId="{DE2714AF-4313-7AA1-D7CD-E39C0A1F07D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7" creationId="{92567D26-CC94-BD45-CF55-A29A4E477FF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9" creationId="{9D4D08CE-4663-A5B8-3FEA-01A045F65D3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63764346" sldId="214748406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4" creationId="{8DEF9E9E-37B4-DAB9-8C1D-1576E02EB06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6" creationId="{B40D576B-0FB8-2293-FB69-1C5178F9E4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7" creationId="{F61931EA-4F62-CD08-4165-33E08640450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8" creationId="{B20CC769-A58F-89B1-9B4D-4242345AA6F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16" creationId="{8C582E75-9A43-D86C-AB0D-17BB800A5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19" creationId="{DED57F60-7B48-DB96-E422-6BF4821C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1" creationId="{3EC6947C-841E-3FA9-114B-E3D478A0F9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2" creationId="{4E2EFFE0-4881-5E4A-962D-11FF92C9F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4" creationId="{C5905E4E-9C03-893D-2D65-9DF29B1CD2BF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4226902619" sldId="214748406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2" creationId="{B2A87585-ED95-8AF2-4595-9E941DC9E8A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3" creationId="{79626A07-2517-5726-4FDD-0AC9D92990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5" creationId="{06046AFA-0660-1D2A-C174-4EABDBEAAA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6" creationId="{73FDB890-3693-B329-5A7C-C65A3B124F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15" creationId="{5DB5F46A-D65E-8319-07D3-423E64224A7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16" creationId="{7F220BC4-6918-5D08-690A-5DF19E0F69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783506434" sldId="214748406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2" creationId="{6125A049-51AB-8CE0-1E82-0861CFA1A20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3" creationId="{370151B8-84D5-0F32-8BA4-AF23D992BD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5" creationId="{09F1385C-E183-4949-1E52-945BDAAEC82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6" creationId="{DCC47810-5636-CCFE-D491-CAD999BC70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10" creationId="{1E8B33F3-7C1D-479F-3B92-0DE073C2E4F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2708900" sldId="214748406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3" creationId="{E6D39F23-E441-3514-2A4F-F9CCA29119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6" creationId="{C4FF4641-ED6B-EA6B-E1D6-5913E5D1C4A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7" creationId="{FE222EB9-6543-2E06-6048-C32D6D58FB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8" creationId="{738BD24F-B7A9-6A5E-4B91-293E35C9624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9" creationId="{3EA62964-C972-788F-A145-641910913B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0" creationId="{12157443-656C-E355-D086-838984BEEC1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5" creationId="{5DB5F46A-D65E-8319-07D3-423E64224A7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6" creationId="{7F220BC4-6918-5D08-690A-5DF19E0F69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476880310" sldId="214748406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2" creationId="{22E4AAB0-21A6-A5E6-8408-219CAA2653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4" creationId="{C70956B3-9491-9C33-FC6E-9462B54246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1" creationId="{D54FC496-336B-9871-8C69-A6D0113CD12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3" creationId="{2CE54221-5DBA-0D99-431D-6AD1DF6DC08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4" creationId="{D7CBDAE4-87B4-6E80-BB22-1E1B55D4682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5" creationId="{D63D7C9D-0E4E-53F0-D6B2-88D08609625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39574710" sldId="214748406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59736171" sldId="214748406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3" creationId="{2BA4CE36-EFF2-1254-C89C-04B58ADD543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7" creationId="{888EBCEF-BA40-9584-6AE5-C7A98252EE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10" creationId="{3278752C-0CAC-0916-7122-97587E9A4F7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11" creationId="{D02DDEC1-56EC-AEEF-00A6-506612D9AEAE}"/>
            </ac:spMkLst>
          </pc:spChg>
        </pc:sldLayoutChg>
      </pc:sldMasterChg>
      <pc:sldMasterChg chg="del sldLayoutOrd">
        <pc:chgData name="Tony TJ Wang (TW)" userId="18033001-5856-41bf-97cd-f021b2ea7695" providerId="ADAL" clId="{86509E4E-F890-43B6-97AB-BA7419744C2D}" dt="2026-08-28T08:56:32.496" v="593"/>
        <pc:sldMasterMkLst>
          <pc:docMk/>
          <pc:sldMasterMk cId="4279153857" sldId="2147483979"/>
        </pc:sldMasterMkLst>
      </pc:sldMasterChg>
    </pc:docChg>
  </pc:docChgLst>
  <pc:docChgLst>
    <pc:chgData name="Charlene Tsai (TW)" userId="68b0f2d0-7915-4c79-b8c7-c12efc493c51" providerId="ADAL" clId="{0A7DE034-796F-4C2D-AE47-9095C649598E}"/>
    <pc:docChg chg="undo custSel addSld delSld modSld sldOrd addSection delSection modSection">
      <pc:chgData name="Charlene Tsai (TW)" userId="68b0f2d0-7915-4c79-b8c7-c12efc493c51" providerId="ADAL" clId="{0A7DE034-796F-4C2D-AE47-9095C649598E}" dt="2026-08-13T08:42:14.023" v="81" actId="207"/>
      <pc:docMkLst>
        <pc:docMk/>
      </pc:docMkLst>
      <pc:sldChg chg="add">
        <pc:chgData name="Charlene Tsai (TW)" userId="68b0f2d0-7915-4c79-b8c7-c12efc493c51" providerId="ADAL" clId="{0A7DE034-796F-4C2D-AE47-9095C649598E}" dt="2026-08-13T08:20:30.789" v="49"/>
        <pc:sldMkLst>
          <pc:docMk/>
          <pc:sldMk cId="1607610444" sldId="256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71000337" sldId="258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236025896" sldId="259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448374888" sldId="260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977424334" sldId="261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625510049" sldId="262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680653814" sldId="263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713310017" sldId="26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57538159" sldId="265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662060182" sldId="266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552041981" sldId="267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283832621" sldId="268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399921275" sldId="269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00775308" sldId="270"/>
        </pc:sldMkLst>
      </pc:sldChg>
      <pc:sldChg chg="modSp add mod">
        <pc:chgData name="Charlene Tsai (TW)" userId="68b0f2d0-7915-4c79-b8c7-c12efc493c51" providerId="ADAL" clId="{0A7DE034-796F-4C2D-AE47-9095C649598E}" dt="2026-08-13T08:42:02.561" v="80" actId="207"/>
        <pc:sldMkLst>
          <pc:docMk/>
          <pc:sldMk cId="272960212" sldId="271"/>
        </pc:sldMkLst>
        <pc:spChg chg="mod">
          <ac:chgData name="Charlene Tsai (TW)" userId="68b0f2d0-7915-4c79-b8c7-c12efc493c51" providerId="ADAL" clId="{0A7DE034-796F-4C2D-AE47-9095C649598E}" dt="2026-08-13T08:42:02.561" v="80" actId="207"/>
          <ac:spMkLst>
            <pc:docMk/>
            <pc:sldMk cId="272960212" sldId="271"/>
            <ac:spMk id="3" creationId="{541DBE09-1AFC-C842-B6EC-B78EC10A12EB}"/>
          </ac:spMkLst>
        </pc:spChg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420393673" sldId="272"/>
        </pc:sldMkLst>
      </pc:sldChg>
      <pc:sldChg chg="modSp add">
        <pc:chgData name="Charlene Tsai (TW)" userId="68b0f2d0-7915-4c79-b8c7-c12efc493c51" providerId="ADAL" clId="{0A7DE034-796F-4C2D-AE47-9095C649598E}" dt="2026-08-13T08:42:14.023" v="81" actId="207"/>
        <pc:sldMkLst>
          <pc:docMk/>
          <pc:sldMk cId="1015997899" sldId="273"/>
        </pc:sldMkLst>
        <pc:spChg chg="mod">
          <ac:chgData name="Charlene Tsai (TW)" userId="68b0f2d0-7915-4c79-b8c7-c12efc493c51" providerId="ADAL" clId="{0A7DE034-796F-4C2D-AE47-9095C649598E}" dt="2026-08-13T08:42:14.023" v="81" actId="207"/>
          <ac:spMkLst>
            <pc:docMk/>
            <pc:sldMk cId="1015997899" sldId="273"/>
            <ac:spMk id="9217" creationId="{104A2E4A-87E2-024E-8666-D1692700680D}"/>
          </ac:spMkLst>
        </pc:spChg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756676771" sldId="27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086133829" sldId="275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627087772" sldId="276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991716889" sldId="277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461893677" sldId="278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826896675" sldId="279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044310491" sldId="280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021729379" sldId="281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822418120" sldId="282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768249001" sldId="283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894294223" sldId="28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702774237" sldId="285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429845718" sldId="286"/>
        </pc:sldMkLst>
      </pc:sldChg>
      <pc:sldChg chg="add del">
        <pc:chgData name="Charlene Tsai (TW)" userId="68b0f2d0-7915-4c79-b8c7-c12efc493c51" providerId="ADAL" clId="{0A7DE034-796F-4C2D-AE47-9095C649598E}" dt="2026-08-13T08:38:45.628" v="67"/>
        <pc:sldMkLst>
          <pc:docMk/>
          <pc:sldMk cId="1508368365" sldId="287"/>
        </pc:sldMkLst>
      </pc:sldChg>
      <pc:sldChg chg="add">
        <pc:chgData name="Charlene Tsai (TW)" userId="68b0f2d0-7915-4c79-b8c7-c12efc493c51" providerId="ADAL" clId="{0A7DE034-796F-4C2D-AE47-9095C649598E}" dt="2026-08-13T08:40:08.748" v="73"/>
        <pc:sldMkLst>
          <pc:docMk/>
          <pc:sldMk cId="977793746" sldId="288"/>
        </pc:sldMkLst>
      </pc:sldChg>
      <pc:sldChg chg="add ord">
        <pc:chgData name="Charlene Tsai (TW)" userId="68b0f2d0-7915-4c79-b8c7-c12efc493c51" providerId="ADAL" clId="{0A7DE034-796F-4C2D-AE47-9095C649598E}" dt="2026-08-13T08:40:21.830" v="76"/>
        <pc:sldMkLst>
          <pc:docMk/>
          <pc:sldMk cId="4069544170" sldId="289"/>
        </pc:sldMkLst>
      </pc:sldChg>
      <pc:sldChg chg="add ord">
        <pc:chgData name="Charlene Tsai (TW)" userId="68b0f2d0-7915-4c79-b8c7-c12efc493c51" providerId="ADAL" clId="{0A7DE034-796F-4C2D-AE47-9095C649598E}" dt="2026-08-13T08:39:38.404" v="70"/>
        <pc:sldMkLst>
          <pc:docMk/>
          <pc:sldMk cId="2290726905" sldId="290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1474795709" sldId="291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0" sldId="292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479893034" sldId="293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423802687" sldId="294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866047460" sldId="295"/>
        </pc:sldMkLst>
      </pc:sldChg>
      <pc:sldChg chg="ord">
        <pc:chgData name="Charlene Tsai (TW)" userId="68b0f2d0-7915-4c79-b8c7-c12efc493c51" providerId="ADAL" clId="{0A7DE034-796F-4C2D-AE47-9095C649598E}" dt="2026-08-13T08:17:43.831" v="32"/>
        <pc:sldMkLst>
          <pc:docMk/>
          <pc:sldMk cId="3708291182" sldId="4121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375783746" sldId="2147471719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770756490" sldId="2147471720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992608161" sldId="2147471721"/>
        </pc:sldMkLst>
      </pc:sldChg>
      <pc:sldChg chg="add">
        <pc:chgData name="Charlene Tsai (TW)" userId="68b0f2d0-7915-4c79-b8c7-c12efc493c51" providerId="ADAL" clId="{0A7DE034-796F-4C2D-AE47-9095C649598E}" dt="2026-08-13T08:19:26.254" v="44"/>
        <pc:sldMkLst>
          <pc:docMk/>
          <pc:sldMk cId="215186150" sldId="2147471831"/>
        </pc:sldMkLst>
      </pc:sldChg>
      <pc:sldChg chg="add">
        <pc:chgData name="Charlene Tsai (TW)" userId="68b0f2d0-7915-4c79-b8c7-c12efc493c51" providerId="ADAL" clId="{0A7DE034-796F-4C2D-AE47-9095C649598E}" dt="2026-08-13T08:20:00.740" v="46"/>
        <pc:sldMkLst>
          <pc:docMk/>
          <pc:sldMk cId="1160389668" sldId="2147483632"/>
        </pc:sldMkLst>
      </pc:sldChg>
      <pc:sldChg chg="add">
        <pc:chgData name="Charlene Tsai (TW)" userId="68b0f2d0-7915-4c79-b8c7-c12efc493c51" providerId="ADAL" clId="{0A7DE034-796F-4C2D-AE47-9095C649598E}" dt="2026-08-13T08:20:00.740" v="46"/>
        <pc:sldMkLst>
          <pc:docMk/>
          <pc:sldMk cId="4193839879" sldId="2147483633"/>
        </pc:sldMkLst>
      </pc:sldChg>
      <pc:sldChg chg="add ord">
        <pc:chgData name="Charlene Tsai (TW)" userId="68b0f2d0-7915-4c79-b8c7-c12efc493c51" providerId="ADAL" clId="{0A7DE034-796F-4C2D-AE47-9095C649598E}" dt="2026-08-13T08:17:55.357" v="36"/>
        <pc:sldMkLst>
          <pc:docMk/>
          <pc:sldMk cId="3693095151" sldId="2147483644"/>
        </pc:sldMkLst>
      </pc:sldChg>
      <pc:sldChg chg="add">
        <pc:chgData name="Charlene Tsai (TW)" userId="68b0f2d0-7915-4c79-b8c7-c12efc493c51" providerId="ADAL" clId="{0A7DE034-796F-4C2D-AE47-9095C649598E}" dt="2026-08-13T08:19:33.136" v="45"/>
        <pc:sldMkLst>
          <pc:docMk/>
          <pc:sldMk cId="1652456660" sldId="2147483645"/>
        </pc:sldMkLst>
      </pc:sldChg>
      <pc:sldChg chg="add del">
        <pc:chgData name="Charlene Tsai (TW)" userId="68b0f2d0-7915-4c79-b8c7-c12efc493c51" providerId="ADAL" clId="{0A7DE034-796F-4C2D-AE47-9095C649598E}" dt="2026-08-13T08:19:11.646" v="43"/>
        <pc:sldMkLst>
          <pc:docMk/>
          <pc:sldMk cId="2351879941" sldId="2147483647"/>
        </pc:sldMkLst>
      </pc:sldChg>
      <pc:sldMasterChg chg="delSldLayout">
        <pc:chgData name="Charlene Tsai (TW)" userId="68b0f2d0-7915-4c79-b8c7-c12efc493c51" providerId="ADAL" clId="{0A7DE034-796F-4C2D-AE47-9095C649598E}" dt="2026-08-13T08:17:22.071" v="24" actId="47"/>
        <pc:sldMasterMkLst>
          <pc:docMk/>
          <pc:sldMasterMk cId="627376471" sldId="2147483672"/>
        </pc:sldMasterMkLst>
      </pc:sldMasterChg>
    </pc:docChg>
  </pc:docChgLst>
  <pc:docChgLst>
    <pc:chgData name="Tony TJ Wang (TW)" userId="S::tony.tj.wang@pwc.com::18033001-5856-41bf-97cd-f021b2ea7695" providerId="AD" clId="Web-{01385F48-5DE5-14CF-FD55-8C71A0CF0FD8}"/>
    <pc:docChg chg="modSld">
      <pc:chgData name="Tony TJ Wang (TW)" userId="S::tony.tj.wang@pwc.com::18033001-5856-41bf-97cd-f021b2ea7695" providerId="AD" clId="Web-{01385F48-5DE5-14CF-FD55-8C71A0CF0FD8}" dt="2026-08-28T03:28:32.066" v="2" actId="20577"/>
      <pc:docMkLst>
        <pc:docMk/>
      </pc:docMkLst>
      <pc:sldChg chg="modSp">
        <pc:chgData name="Tony TJ Wang (TW)" userId="S::tony.tj.wang@pwc.com::18033001-5856-41bf-97cd-f021b2ea7695" providerId="AD" clId="Web-{01385F48-5DE5-14CF-FD55-8C71A0CF0FD8}" dt="2026-08-28T03:28:32.066" v="2" actId="20577"/>
        <pc:sldMkLst>
          <pc:docMk/>
          <pc:sldMk cId="106630151" sldId="297"/>
        </pc:sldMkLst>
        <pc:spChg chg="mod">
          <ac:chgData name="Tony TJ Wang (TW)" userId="S::tony.tj.wang@pwc.com::18033001-5856-41bf-97cd-f021b2ea7695" providerId="AD" clId="Web-{01385F48-5DE5-14CF-FD55-8C71A0CF0FD8}" dt="2026-08-28T03:28:32.066" v="2" actId="20577"/>
          <ac:spMkLst>
            <pc:docMk/>
            <pc:sldMk cId="106630151" sldId="297"/>
            <ac:spMk id="5" creationId="{FA068CB2-23AF-6FCE-7A50-CFDF4DCD3FE4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513348-FCAA-44C2-BC77-1D93D3828209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92AE7-3EEB-4206-9110-6E986C15B1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4839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jpeg"/><Relationship Id="rId3" Type="http://schemas.openxmlformats.org/officeDocument/2006/relationships/image" Target="../media/image2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sv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7697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384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1" y="6080125"/>
            <a:ext cx="4718050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952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0" y="6080125"/>
            <a:ext cx="4684447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D90212-F74C-9DC9-0056-4F5DDF019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D16F40-FE44-DE37-84EC-E0DE6B931A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2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7973"/>
            <a:ext cx="4711700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368300"/>
            <a:ext cx="5663406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40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8300"/>
            <a:ext cx="5665786" cy="300196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9671"/>
            <a:ext cx="4711700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195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7776"/>
            <a:ext cx="5665786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4709938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51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6"/>
            <a:ext cx="6624637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8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438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11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9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35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537" y="5029715"/>
            <a:ext cx="5641182" cy="990083"/>
          </a:xfrm>
        </p:spPr>
        <p:txBody>
          <a:bodyPr/>
          <a:lstStyle>
            <a:lvl1pPr>
              <a:defRPr sz="13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32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892267"/>
            <a:ext cx="3746501" cy="196205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55663"/>
            <a:ext cx="3746501" cy="3016512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n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34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886888"/>
            <a:ext cx="4671730" cy="1967437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61042"/>
            <a:ext cx="4671729" cy="3010070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772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350" y="367777"/>
            <a:ext cx="5670349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351" y="1930138"/>
            <a:ext cx="5670349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20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305" y="367777"/>
            <a:ext cx="6635395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6" y="1930138"/>
            <a:ext cx="6635394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73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46" y="373156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9646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7"/>
            <a:ext cx="6635395" cy="560439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746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188180" y="772547"/>
            <a:ext cx="6635520" cy="3227953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zh-TW" altLang="en-US"/>
              <a:t>按一下圖示以新增表格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062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A13E53-F775-A736-E17E-0D3BA9C73A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663892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379B048-01BA-296A-05B7-D40EDFD3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5747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70063"/>
            <a:ext cx="11453638" cy="4046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C9977E-07C7-6A42-E691-FD4699CEC9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9364" y="885381"/>
            <a:ext cx="11454336" cy="521144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0265C7-5AAC-0489-DEB2-CECC63DAC28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9226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 1">
  <p:cSld name="Content and Image 1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1419a44a17_0_521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53181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048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marL="2743200" lvl="5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6pPr>
            <a:lvl7pPr marL="3200400" lvl="6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8pPr>
            <a:lvl9pPr marL="4114800" lvl="8" indent="-31750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0" name="Google Shape;410;g11419a44a17_0_521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53181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1" name="Google Shape;411;g11419a44a17_0_521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9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2" name="Google Shape;412;g11419a44a17_0_521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9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70543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_Pattern header">
  <p:cSld name="3__Pattern header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DE60FBB-185D-5471-C883-29B405E9CE6C}"/>
              </a:ext>
            </a:extLst>
          </p:cNvPr>
          <p:cNvSpPr/>
          <p:nvPr userDrawn="1"/>
        </p:nvSpPr>
        <p:spPr>
          <a:xfrm>
            <a:off x="175491" y="203200"/>
            <a:ext cx="12016509" cy="8347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304" name="Google Shape;304;p38"/>
          <p:cNvSpPr txBox="1">
            <a:spLocks noGrp="1"/>
          </p:cNvSpPr>
          <p:nvPr>
            <p:ph type="title"/>
          </p:nvPr>
        </p:nvSpPr>
        <p:spPr>
          <a:xfrm>
            <a:off x="350982" y="228600"/>
            <a:ext cx="11306176" cy="809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144000" bIns="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6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6C5FE1-B0EA-4EA3-D4D0-ACC429C182B9}"/>
              </a:ext>
            </a:extLst>
          </p:cNvPr>
          <p:cNvSpPr/>
          <p:nvPr userDrawn="1"/>
        </p:nvSpPr>
        <p:spPr>
          <a:xfrm>
            <a:off x="0" y="203200"/>
            <a:ext cx="175491" cy="93600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C395B4-7E1E-1353-4300-A9471B8F8D9F}"/>
              </a:ext>
            </a:extLst>
          </p:cNvPr>
          <p:cNvSpPr/>
          <p:nvPr userDrawn="1"/>
        </p:nvSpPr>
        <p:spPr>
          <a:xfrm>
            <a:off x="0" y="1037979"/>
            <a:ext cx="175491" cy="53640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76867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_bio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367" y="400337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227041-E9DC-98BB-04D1-2512170C5B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48993" y="369719"/>
            <a:ext cx="5674707" cy="3002132"/>
          </a:xfrm>
        </p:spPr>
        <p:txBody>
          <a:bodyPr/>
          <a:lstStyle>
            <a:lvl2pPr>
              <a:defRPr sz="1600"/>
            </a:lvl2pPr>
          </a:lstStyle>
          <a:p>
            <a:pPr lvl="1"/>
            <a:r>
              <a:rPr lang="en-GB"/>
              <a:t>Second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46EC276-3627-6ED3-ACC7-6D690C9922B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83549" y="5139323"/>
            <a:ext cx="3723271" cy="800100"/>
          </a:xfrm>
        </p:spPr>
        <p:txBody>
          <a:bodyPr anchor="b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54573B6-45C7-9732-9BBF-56F180D537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8607" y="4151313"/>
            <a:ext cx="1454150" cy="17875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E5F59E5-3BCA-20EA-D3B3-B0654D078B1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CC591AE-859C-530C-6837-BFB4DC8D4B9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141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_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9401E2-0EFA-96DF-8425-7291F355E20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74878" y="192168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ACCC0E-C26E-1C78-409B-A8BCA62C74C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227668" y="192168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BAEBEC96-AF62-8CE5-7B36-0F816681A92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080458" y="1921687"/>
            <a:ext cx="3238917" cy="2047291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A411CC0-34B1-721C-48C1-951AB61EFA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77200" y="4522183"/>
            <a:ext cx="1285875" cy="142557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A09CFC-44F1-8A22-B3B7-445685852B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571038" y="5045453"/>
            <a:ext cx="2252662" cy="926722"/>
          </a:xfrm>
        </p:spPr>
        <p:txBody>
          <a:bodyPr anchor="b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B65C518D-AE96-1571-E3A5-E43E3AFB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091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V-One 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228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4878" y="4002088"/>
            <a:ext cx="1812697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537C81-8D77-5257-7438-91D290209EF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59949" y="1922690"/>
            <a:ext cx="2782075" cy="3525610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18350" y="1923975"/>
            <a:ext cx="4705350" cy="3524325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36026069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V-Two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6768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6163" y="3998913"/>
            <a:ext cx="1800225" cy="19399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918" y="1928435"/>
            <a:ext cx="3276935" cy="3992563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BA4CE36-EFF2-1254-C89C-04B58ADD54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1756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88EBCEF-BA40-9584-6AE5-C7A98252EEB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61756" y="4003373"/>
            <a:ext cx="1800225" cy="19399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B9101461-B876-7D7A-B834-0387E08CC08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262686" y="1923975"/>
            <a:ext cx="3276935" cy="3992563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32676734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os-Three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26435" y="1926393"/>
            <a:ext cx="1815590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29005" y="4002088"/>
            <a:ext cx="1813020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2923" y="3484563"/>
            <a:ext cx="2779851" cy="2487612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D98C7A9-0033-A08C-5C2C-6910B5E66DB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20272" y="1926393"/>
            <a:ext cx="1800225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0D2FD-01B8-FE51-DDAB-0CD8DD4EC5C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10067" y="4002088"/>
            <a:ext cx="1821208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53D0DB1F-A6EA-AECF-A117-E753C44395E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001616" y="1926393"/>
            <a:ext cx="1822084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24AE2FE3-6FA3-4900-16ED-D0812C6C0D0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0001616" y="3998913"/>
            <a:ext cx="1822084" cy="19732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FAEB4F-DBB7-31DF-438C-7C91DAD4D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0001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os-Four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6769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4878" y="3489910"/>
            <a:ext cx="2778478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FB0240B5-53DE-E0D1-1D5B-AFBA09737C3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59001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9183E717-A409-A034-5344-1947E3F9836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59001" y="3482975"/>
            <a:ext cx="2783024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5C242D0-2328-C358-F50B-AFCBA02790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53728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491F5A2B-72AD-5B1E-1630-FEB88892F6B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53727" y="3489910"/>
            <a:ext cx="2783024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0FD4528-E035-DDBD-ED86-A241F5FEC8B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7566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72F79ED0-1F83-0104-4637-7DB4EA70741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043105" y="3489910"/>
            <a:ext cx="2780595" cy="247533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20140184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Team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576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61883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D839F68-5525-1FC6-7F47-6058F961E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56882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AEC3DEC0-C14C-0D3D-E77D-C65F7FA10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51881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75B69A-CAC3-88B9-5B3E-2AF1362EF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07859335-E39D-1388-375F-FAA342F28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9F3CA5-5DA4-19BC-80CC-97F860333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67C69A2-1E84-3664-3630-A99E3EFC573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68300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8638270-30F0-9936-C8A6-BAB68548884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258699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3DF84AC-B16C-674A-06A0-5BECA0C9A0EA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156882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3F004F4B-1B56-27E3-B963-18B1CAE0CC07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9051881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11070834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Team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576" y="14111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75576" y="34890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62EEDF93-D482-938D-D6D4-B8B66CA76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50438" y="14111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AA220CD4-7D0B-916C-42A1-97C04399E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50438" y="34890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E233FD-F166-12B7-E028-644C10A7A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D9BE817-73F1-BA98-D196-7E3B7737E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7EEEF-16DC-51E8-05EA-1F6E66B8A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8364238-EEEC-3531-E9AD-360B61A33D4B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257550" y="1406525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65A86A6E-D0EF-949C-8C67-0573A2ABD8E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257550" y="3480652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B030D65C-F831-C537-C0CD-5D2246DC4DBD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047263" y="1406525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8" name="Content Placeholder 12">
            <a:extLst>
              <a:ext uri="{FF2B5EF4-FFF2-40B4-BE49-F238E27FC236}">
                <a16:creationId xmlns:a16="http://schemas.microsoft.com/office/drawing/2014/main" id="{37E69513-40FB-5D75-6BE6-82A63FAB8F4B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9047263" y="3480652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96770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1A6F20-3183-89C9-54E7-E4ACDCA1BD19}"/>
              </a:ext>
            </a:extLst>
          </p:cNvPr>
          <p:cNvCxnSpPr/>
          <p:nvPr userDrawn="1"/>
        </p:nvCxnSpPr>
        <p:spPr>
          <a:xfrm>
            <a:off x="2850147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EEB207-28DC-549F-C2B0-58055E671FC9}"/>
              </a:ext>
            </a:extLst>
          </p:cNvPr>
          <p:cNvCxnSpPr/>
          <p:nvPr userDrawn="1"/>
        </p:nvCxnSpPr>
        <p:spPr>
          <a:xfrm>
            <a:off x="5821815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947F83-D89B-6628-15F9-FAC5866A9E4E}"/>
              </a:ext>
            </a:extLst>
          </p:cNvPr>
          <p:cNvCxnSpPr/>
          <p:nvPr userDrawn="1"/>
        </p:nvCxnSpPr>
        <p:spPr>
          <a:xfrm>
            <a:off x="8835145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3B81DD67-9485-2892-F206-E91C7ED504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2502" y="1406525"/>
            <a:ext cx="2093372" cy="19399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5" name="Picture Placeholder 43">
            <a:extLst>
              <a:ext uri="{FF2B5EF4-FFF2-40B4-BE49-F238E27FC236}">
                <a16:creationId xmlns:a16="http://schemas.microsoft.com/office/drawing/2014/main" id="{A75F1099-E20F-F9CE-1544-216F25D4B7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946664" y="1856615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6" name="Picture Placeholder 43">
            <a:extLst>
              <a:ext uri="{FF2B5EF4-FFF2-40B4-BE49-F238E27FC236}">
                <a16:creationId xmlns:a16="http://schemas.microsoft.com/office/drawing/2014/main" id="{54C049AD-B670-6FA8-478A-42246603A7A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53717" y="2952825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9" name="Picture Placeholder 43">
            <a:extLst>
              <a:ext uri="{FF2B5EF4-FFF2-40B4-BE49-F238E27FC236}">
                <a16:creationId xmlns:a16="http://schemas.microsoft.com/office/drawing/2014/main" id="{DFCCFE31-D96A-03E7-8B0C-7C81DAE880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53717" y="377574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0" name="Picture Placeholder 43">
            <a:extLst>
              <a:ext uri="{FF2B5EF4-FFF2-40B4-BE49-F238E27FC236}">
                <a16:creationId xmlns:a16="http://schemas.microsoft.com/office/drawing/2014/main" id="{709A4940-D1BB-7013-F2FE-DACDC2AAE6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53717" y="458854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1" name="Picture Placeholder 43">
            <a:extLst>
              <a:ext uri="{FF2B5EF4-FFF2-40B4-BE49-F238E27FC236}">
                <a16:creationId xmlns:a16="http://schemas.microsoft.com/office/drawing/2014/main" id="{D9A72C90-D9E8-D491-3497-24DB531EE61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953717" y="540218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3" name="Content Placeholder 52">
            <a:extLst>
              <a:ext uri="{FF2B5EF4-FFF2-40B4-BE49-F238E27FC236}">
                <a16:creationId xmlns:a16="http://schemas.microsoft.com/office/drawing/2014/main" id="{E0196963-74D4-62E4-DBA4-A28466BE510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73290" y="3484562"/>
            <a:ext cx="2093368" cy="2454275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4" name="Content Placeholder 52">
            <a:extLst>
              <a:ext uri="{FF2B5EF4-FFF2-40B4-BE49-F238E27FC236}">
                <a16:creationId xmlns:a16="http://schemas.microsoft.com/office/drawing/2014/main" id="{46FE757E-B05C-D13A-2993-3097F76DD88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957167" y="1849501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5" name="Content Placeholder 52">
            <a:extLst>
              <a:ext uri="{FF2B5EF4-FFF2-40B4-BE49-F238E27FC236}">
                <a16:creationId xmlns:a16="http://schemas.microsoft.com/office/drawing/2014/main" id="{3CDDB1B6-64C0-315A-3605-A92DFB8E06C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98965" y="295598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6" name="Content Placeholder 52">
            <a:extLst>
              <a:ext uri="{FF2B5EF4-FFF2-40B4-BE49-F238E27FC236}">
                <a16:creationId xmlns:a16="http://schemas.microsoft.com/office/drawing/2014/main" id="{6C7C3849-49F9-942D-717C-41E2CBE8704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798965" y="3771791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7" name="Content Placeholder 52">
            <a:extLst>
              <a:ext uri="{FF2B5EF4-FFF2-40B4-BE49-F238E27FC236}">
                <a16:creationId xmlns:a16="http://schemas.microsoft.com/office/drawing/2014/main" id="{D54496E2-99F7-2A6B-0035-0EA0460E2E2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798965" y="4587594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8" name="Content Placeholder 52">
            <a:extLst>
              <a:ext uri="{FF2B5EF4-FFF2-40B4-BE49-F238E27FC236}">
                <a16:creationId xmlns:a16="http://schemas.microsoft.com/office/drawing/2014/main" id="{2010DB3D-EBE2-2E5B-0D78-F29E12395AE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798965" y="5399049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9" name="Picture Placeholder 43">
            <a:extLst>
              <a:ext uri="{FF2B5EF4-FFF2-40B4-BE49-F238E27FC236}">
                <a16:creationId xmlns:a16="http://schemas.microsoft.com/office/drawing/2014/main" id="{2B2BB839-9B2F-0F73-5CB1-3ADFE293FE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41073" y="1863729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0" name="Picture Placeholder 43">
            <a:extLst>
              <a:ext uri="{FF2B5EF4-FFF2-40B4-BE49-F238E27FC236}">
                <a16:creationId xmlns:a16="http://schemas.microsoft.com/office/drawing/2014/main" id="{718DD6F0-5DCD-0835-B530-18A8F025BEB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948126" y="2959939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1" name="Picture Placeholder 43">
            <a:extLst>
              <a:ext uri="{FF2B5EF4-FFF2-40B4-BE49-F238E27FC236}">
                <a16:creationId xmlns:a16="http://schemas.microsoft.com/office/drawing/2014/main" id="{4C142BCC-188D-696E-44E7-6A710E9A2A2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48126" y="37828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2" name="Picture Placeholder 43">
            <a:extLst>
              <a:ext uri="{FF2B5EF4-FFF2-40B4-BE49-F238E27FC236}">
                <a16:creationId xmlns:a16="http://schemas.microsoft.com/office/drawing/2014/main" id="{F1318988-B64A-06EE-187B-DC71BA9F29C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948126" y="45956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3" name="Picture Placeholder 43">
            <a:extLst>
              <a:ext uri="{FF2B5EF4-FFF2-40B4-BE49-F238E27FC236}">
                <a16:creationId xmlns:a16="http://schemas.microsoft.com/office/drawing/2014/main" id="{DD510472-5924-8787-2C9E-08AC89F6299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948126" y="540930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4" name="Content Placeholder 52">
            <a:extLst>
              <a:ext uri="{FF2B5EF4-FFF2-40B4-BE49-F238E27FC236}">
                <a16:creationId xmlns:a16="http://schemas.microsoft.com/office/drawing/2014/main" id="{93B5743B-317B-CC4D-E4AF-4C26D139284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951576" y="1856615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5" name="Content Placeholder 52">
            <a:extLst>
              <a:ext uri="{FF2B5EF4-FFF2-40B4-BE49-F238E27FC236}">
                <a16:creationId xmlns:a16="http://schemas.microsoft.com/office/drawing/2014/main" id="{2DE2C93E-A220-A125-AB00-7242BE79F93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793374" y="2963102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6" name="Content Placeholder 52">
            <a:extLst>
              <a:ext uri="{FF2B5EF4-FFF2-40B4-BE49-F238E27FC236}">
                <a16:creationId xmlns:a16="http://schemas.microsoft.com/office/drawing/2014/main" id="{130A4148-657E-CA2A-AD39-C1C60B47A2E2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6793374" y="3778905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7" name="Content Placeholder 52">
            <a:extLst>
              <a:ext uri="{FF2B5EF4-FFF2-40B4-BE49-F238E27FC236}">
                <a16:creationId xmlns:a16="http://schemas.microsoft.com/office/drawing/2014/main" id="{3B8B5468-901B-7B82-D8D3-DF6F47B26B33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6793374" y="459470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8" name="Content Placeholder 52">
            <a:extLst>
              <a:ext uri="{FF2B5EF4-FFF2-40B4-BE49-F238E27FC236}">
                <a16:creationId xmlns:a16="http://schemas.microsoft.com/office/drawing/2014/main" id="{43B694E8-3A07-E3A2-9F3F-697F039D904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793374" y="5406163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9" name="Picture Placeholder 43">
            <a:extLst>
              <a:ext uri="{FF2B5EF4-FFF2-40B4-BE49-F238E27FC236}">
                <a16:creationId xmlns:a16="http://schemas.microsoft.com/office/drawing/2014/main" id="{E19D1C64-222F-0744-20C8-0662359E691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933778" y="1863729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0" name="Picture Placeholder 43">
            <a:extLst>
              <a:ext uri="{FF2B5EF4-FFF2-40B4-BE49-F238E27FC236}">
                <a16:creationId xmlns:a16="http://schemas.microsoft.com/office/drawing/2014/main" id="{8D5DB854-0C4A-401B-87E8-5CAEA904F35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940831" y="2959939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1" name="Picture Placeholder 43">
            <a:extLst>
              <a:ext uri="{FF2B5EF4-FFF2-40B4-BE49-F238E27FC236}">
                <a16:creationId xmlns:a16="http://schemas.microsoft.com/office/drawing/2014/main" id="{BB0B7C6F-E2B7-F7E6-056F-E3FF400CB9C1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940831" y="37828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2" name="Picture Placeholder 43">
            <a:extLst>
              <a:ext uri="{FF2B5EF4-FFF2-40B4-BE49-F238E27FC236}">
                <a16:creationId xmlns:a16="http://schemas.microsoft.com/office/drawing/2014/main" id="{77751A25-C2A3-B5B4-8FBB-127A6616BD87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940831" y="45956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3" name="Picture Placeholder 43">
            <a:extLst>
              <a:ext uri="{FF2B5EF4-FFF2-40B4-BE49-F238E27FC236}">
                <a16:creationId xmlns:a16="http://schemas.microsoft.com/office/drawing/2014/main" id="{DE2714AF-4313-7AA1-D7CD-E39C0A1F07D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940831" y="540930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4" name="Content Placeholder 52">
            <a:extLst>
              <a:ext uri="{FF2B5EF4-FFF2-40B4-BE49-F238E27FC236}">
                <a16:creationId xmlns:a16="http://schemas.microsoft.com/office/drawing/2014/main" id="{B8073BB6-ACFE-F384-C36D-E495A757AB9C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9944281" y="1856615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5" name="Content Placeholder 52">
            <a:extLst>
              <a:ext uri="{FF2B5EF4-FFF2-40B4-BE49-F238E27FC236}">
                <a16:creationId xmlns:a16="http://schemas.microsoft.com/office/drawing/2014/main" id="{1A1F259C-8EB0-5D96-40FD-D099944BF340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9786079" y="2963102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6" name="Content Placeholder 52">
            <a:extLst>
              <a:ext uri="{FF2B5EF4-FFF2-40B4-BE49-F238E27FC236}">
                <a16:creationId xmlns:a16="http://schemas.microsoft.com/office/drawing/2014/main" id="{D3C41004-FFC5-4EB9-1545-D7B24B936B2F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9786079" y="3778905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7" name="Content Placeholder 52">
            <a:extLst>
              <a:ext uri="{FF2B5EF4-FFF2-40B4-BE49-F238E27FC236}">
                <a16:creationId xmlns:a16="http://schemas.microsoft.com/office/drawing/2014/main" id="{92567D26-CC94-BD45-CF55-A29A4E477FFB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9786079" y="459470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8" name="Content Placeholder 52">
            <a:extLst>
              <a:ext uri="{FF2B5EF4-FFF2-40B4-BE49-F238E27FC236}">
                <a16:creationId xmlns:a16="http://schemas.microsoft.com/office/drawing/2014/main" id="{B6E43B1D-4477-345E-4E27-069457E30EB1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9786079" y="5406163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9" name="Content Placeholder 52">
            <a:extLst>
              <a:ext uri="{FF2B5EF4-FFF2-40B4-BE49-F238E27FC236}">
                <a16:creationId xmlns:a16="http://schemas.microsoft.com/office/drawing/2014/main" id="{9D4D08CE-4663-A5B8-3FEA-01A045F65D32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2953718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0" name="Content Placeholder 52">
            <a:extLst>
              <a:ext uri="{FF2B5EF4-FFF2-40B4-BE49-F238E27FC236}">
                <a16:creationId xmlns:a16="http://schemas.microsoft.com/office/drawing/2014/main" id="{CD74F49C-4668-965D-013F-EA197AFED4F2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5939624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1" name="Content Placeholder 52">
            <a:extLst>
              <a:ext uri="{FF2B5EF4-FFF2-40B4-BE49-F238E27FC236}">
                <a16:creationId xmlns:a16="http://schemas.microsoft.com/office/drawing/2014/main" id="{58583576-3574-8BBB-274A-DDAF2CF9A77B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8933778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8A9746-3FB8-5A95-9B1B-4D051BFC4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7839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9F1385C-E183-4949-1E52-945BDAAE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3495320"/>
            <a:ext cx="3719076" cy="245145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CC47810-5636-CCFE-D491-CAD999BC70C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199063" y="1946275"/>
            <a:ext cx="5640387" cy="3992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按一下圖示以新增圖表</a:t>
            </a:r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125A049-51AB-8CE0-1E82-0861CFA1A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370151B8-84D5-0F32-8BA4-AF23D992B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690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Images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2157443-656C-E355-D086-838984BEE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089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4FF4641-ED6B-EA6B-E1D6-5913E5D1C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005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38BD24F-B7A9-6A5E-4B91-293E35C96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47197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3EA62964-C972-788F-A145-64191091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8482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D39F23-E441-3514-2A4F-F9CCA2911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FE222EB9-6543-2E06-6048-C32D6D58F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514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39013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0956B3-9491-9C33-FC6E-9462B5424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4AAB0-21A6-A5E6-8408-219CAA265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CE54221-5DBA-0D99-431D-6AD1DF6DC08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01639" y="3998913"/>
            <a:ext cx="3309588" cy="19452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D7CBDAE4-87B4-6E80-BB22-1E1B55D4682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39454" y="4002088"/>
            <a:ext cx="3309588" cy="19452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D63D7C9D-0E4E-53F0-D6B2-88D08609625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85215" y="1428751"/>
            <a:ext cx="3716812" cy="4515434"/>
          </a:xfrm>
          <a:solidFill>
            <a:srgbClr val="FFF5ED"/>
          </a:solidFill>
        </p:spPr>
        <p:txBody>
          <a:bodyPr lIns="144000" tIns="144000" rIns="144000" bIns="14400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7375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75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618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3393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7361884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120932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3232766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3081327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0936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8742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42802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9255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38935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9592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004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29568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308151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C4C564F-54DF-8C5F-8208-487AC945D74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9" y="1715"/>
            <a:ext cx="12188951" cy="6856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082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533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619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63609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644289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5765476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3626539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0513332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7212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4102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2669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03224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31326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9639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0485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2466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_Pattern header">
  <p:cSld name="3__Pattern header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DE60FBB-185D-5471-C883-29B405E9CE6C}"/>
              </a:ext>
            </a:extLst>
          </p:cNvPr>
          <p:cNvSpPr/>
          <p:nvPr userDrawn="1"/>
        </p:nvSpPr>
        <p:spPr>
          <a:xfrm>
            <a:off x="175491" y="203200"/>
            <a:ext cx="12016509" cy="8347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304" name="Google Shape;304;p38"/>
          <p:cNvSpPr txBox="1">
            <a:spLocks noGrp="1"/>
          </p:cNvSpPr>
          <p:nvPr>
            <p:ph type="title"/>
          </p:nvPr>
        </p:nvSpPr>
        <p:spPr>
          <a:xfrm>
            <a:off x="350982" y="228600"/>
            <a:ext cx="11306176" cy="809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144000" bIns="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6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6C5FE1-B0EA-4EA3-D4D0-ACC429C182B9}"/>
              </a:ext>
            </a:extLst>
          </p:cNvPr>
          <p:cNvSpPr/>
          <p:nvPr userDrawn="1"/>
        </p:nvSpPr>
        <p:spPr>
          <a:xfrm>
            <a:off x="0" y="203200"/>
            <a:ext cx="175491" cy="93600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C395B4-7E1E-1353-4300-A9471B8F8D9F}"/>
              </a:ext>
            </a:extLst>
          </p:cNvPr>
          <p:cNvSpPr/>
          <p:nvPr userDrawn="1"/>
        </p:nvSpPr>
        <p:spPr>
          <a:xfrm>
            <a:off x="0" y="1037979"/>
            <a:ext cx="175491" cy="53640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938004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1" y="6080125"/>
            <a:ext cx="4718050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16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0" y="6080125"/>
            <a:ext cx="4684447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D90212-F74C-9DC9-0056-4F5DDF019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D16F40-FE44-DE37-84EC-E0DE6B931A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84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7973"/>
            <a:ext cx="4711700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368300"/>
            <a:ext cx="5663406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039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8300"/>
            <a:ext cx="5665786" cy="300196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9671"/>
            <a:ext cx="4711700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5167365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7776"/>
            <a:ext cx="5665786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4709938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7284342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6"/>
            <a:ext cx="6624637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60601549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92917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3459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9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35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537" y="5029715"/>
            <a:ext cx="5641182" cy="990083"/>
          </a:xfrm>
        </p:spPr>
        <p:txBody>
          <a:bodyPr/>
          <a:lstStyle>
            <a:lvl1pPr>
              <a:defRPr sz="13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8998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892267"/>
            <a:ext cx="3746501" cy="196205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55663"/>
            <a:ext cx="3746501" cy="3016512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n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2834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886888"/>
            <a:ext cx="4671730" cy="1967437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61042"/>
            <a:ext cx="4671729" cy="3010070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52009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350" y="367777"/>
            <a:ext cx="5670349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351" y="1930138"/>
            <a:ext cx="5670349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9744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305" y="367777"/>
            <a:ext cx="6635395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6" y="1930138"/>
            <a:ext cx="6635394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35144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46" y="373156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9646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7"/>
            <a:ext cx="6635395" cy="560439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6913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188180" y="772547"/>
            <a:ext cx="6635520" cy="3227953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zh-TW" altLang="en-US"/>
              <a:t>按一下圖示以新增表格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92280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645946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12001" y="368300"/>
            <a:ext cx="4711700" cy="3003550"/>
          </a:xfrm>
          <a:solidFill>
            <a:schemeClr val="accent1"/>
          </a:solidFill>
        </p:spPr>
        <p:txBody>
          <a:bodyPr lIns="274320" tIns="274320"/>
          <a:lstStyle>
            <a:lvl1pPr>
              <a:spcAft>
                <a:spcPts val="6000"/>
              </a:spcAft>
              <a:defRPr sz="8600" b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b="1">
                <a:latin typeface="+mn-lt"/>
              </a:defRPr>
            </a:lvl2pPr>
          </a:lstStyle>
          <a:p>
            <a:pPr lvl="0"/>
            <a:r>
              <a:rPr lang="en-US"/>
              <a:t>0,000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2A3DA15-4C69-255A-358A-480458D2D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39A73BF-92D5-1C5F-A374-82FF24059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831A1-36E4-05EF-6AB7-93A548B9DE9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039225" y="3492500"/>
            <a:ext cx="2784475" cy="24796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89952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241133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7914" y="373155"/>
            <a:ext cx="2765424" cy="2777490"/>
          </a:xfrm>
          <a:solidFill>
            <a:srgbClr val="B5BCC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0155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52188" y="373155"/>
            <a:ext cx="2765424" cy="2777490"/>
          </a:xfr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98292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7914" y="3308287"/>
            <a:ext cx="2765424" cy="2777490"/>
          </a:xfr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0155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52188" y="3308287"/>
            <a:ext cx="2765424" cy="2777490"/>
          </a:xfrm>
          <a:solidFill>
            <a:srgbClr val="DFE3E6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8292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1217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x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252" y="3485833"/>
            <a:ext cx="2575470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48994" y="373290"/>
            <a:ext cx="2765424" cy="2777490"/>
          </a:xfrm>
          <a:prstGeom prst="rect">
            <a:avLst/>
          </a:prstGeo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11235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0511" y="373290"/>
            <a:ext cx="2765424" cy="2777490"/>
          </a:xfrm>
          <a:prstGeom prst="rect">
            <a:avLst/>
          </a:prstGeo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02752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48994" y="3281527"/>
            <a:ext cx="2765424" cy="2777490"/>
          </a:xfrm>
          <a:prstGeom prst="rect">
            <a:avLst/>
          </a:prstGeom>
          <a:solidFill>
            <a:srgbClr val="FFCDA8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11235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0511" y="3281527"/>
            <a:ext cx="2765424" cy="2777490"/>
          </a:xfrm>
          <a:prstGeom prst="rect">
            <a:avLst/>
          </a:prstGeom>
          <a:solidFill>
            <a:srgbClr val="FFF5ED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202752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670FEE5-9E0A-0502-9064-02C2958C24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9617" y="373290"/>
            <a:ext cx="2765424" cy="2777490"/>
          </a:xfrm>
          <a:prstGeom prst="rect">
            <a:avLst/>
          </a:prstGeom>
          <a:solidFill>
            <a:schemeClr val="accent2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347B6220-EA18-FCE3-B24E-B96EEBDB79C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21858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20CC769-A58F-89B1-9B4D-4242345AA6F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59617" y="3281527"/>
            <a:ext cx="2765424" cy="2777490"/>
          </a:xfrm>
          <a:prstGeom prst="rect">
            <a:avLst/>
          </a:prstGeom>
          <a:solidFill>
            <a:schemeClr val="accent3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A5CE9CF-2B9A-9CCE-16EB-AF781F3473C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21858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3243295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27520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A13E53-F775-A736-E17E-0D3BA9C73A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663892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379B048-01BA-296A-05B7-D40EDFD3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17858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924392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art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3FDB890-3693-B329-5A7C-C65A3B124F7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5576" y="1408288"/>
            <a:ext cx="5237163" cy="4510088"/>
          </a:xfrm>
        </p:spPr>
        <p:txBody>
          <a:bodyPr/>
          <a:lstStyle/>
          <a:p>
            <a:r>
              <a:rPr lang="zh-TW" altLang="en-US"/>
              <a:t>按一下圖示以新增圖表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867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04804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626A07-2517-5726-4FDD-0AC9D9299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06046AFA-0660-1D2A-C174-4EABDBEAA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87585-ED95-8AF2-4595-9E941DC9E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9026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30.xml"/><Relationship Id="rId29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4.xml"/><Relationship Id="rId3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9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6.xml"/><Relationship Id="rId17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0.xml"/><Relationship Id="rId15" Type="http://schemas.openxmlformats.org/officeDocument/2006/relationships/slideLayout" Target="../slideLayouts/slideLayout81.xml"/><Relationship Id="rId16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4.xml"/><Relationship Id="rId19" Type="http://schemas.openxmlformats.org/officeDocument/2006/relationships/slideLayout" Target="../slideLayouts/slideLayout85.xml"/><Relationship Id="rId20" Type="http://schemas.openxmlformats.org/officeDocument/2006/relationships/slideLayout" Target="../slideLayouts/slideLayout86.xml"/><Relationship Id="rId21" Type="http://schemas.openxmlformats.org/officeDocument/2006/relationships/slideLayout" Target="../slideLayouts/slideLayout87.xml"/><Relationship Id="rId22" Type="http://schemas.openxmlformats.org/officeDocument/2006/relationships/slideLayout" Target="../slideLayouts/slideLayout88.xml"/><Relationship Id="rId23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BBCCF403-77F5-E64B-B3A1-43CAED52C50B}"/>
              </a:ext>
            </a:extLst>
          </p:cNvPr>
          <p:cNvSpPr/>
          <p:nvPr userDrawn="1"/>
        </p:nvSpPr>
        <p:spPr>
          <a:xfrm>
            <a:off x="11154250" y="381000"/>
            <a:ext cx="277139" cy="2770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latin typeface="Lato Light" panose="020F0502020204030203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AFA0A0-434E-E340-A675-5E45B45DDFED}"/>
              </a:ext>
            </a:extLst>
          </p:cNvPr>
          <p:cNvSpPr txBox="1"/>
          <p:nvPr userDrawn="1"/>
        </p:nvSpPr>
        <p:spPr>
          <a:xfrm>
            <a:off x="11208878" y="453222"/>
            <a:ext cx="1891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C2130A1F-96FE-9345-9E91-FD9BE4197128}" type="slidenum">
              <a:rPr lang="en-US" sz="1000" b="0" i="0" spc="0" smtClean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pPr algn="ctr"/>
              <a:t>‹#›</a:t>
            </a:fld>
            <a:endParaRPr lang="en-US" sz="1400" b="0" i="0" spc="0">
              <a:solidFill>
                <a:schemeClr val="bg1"/>
              </a:solidFill>
              <a:latin typeface="Poppins Medium" pitchFamily="2" charset="77"/>
              <a:cs typeface="Poppi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27376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lvl1pPr algn="l" defTabSz="914172" rtl="0" eaLnBrk="1" latinLnBrk="0" hangingPunct="1">
        <a:lnSpc>
          <a:spcPct val="90000"/>
        </a:lnSpc>
        <a:spcBef>
          <a:spcPct val="0"/>
        </a:spcBef>
        <a:buNone/>
        <a:defRPr sz="3300" b="1" i="0" kern="1200">
          <a:solidFill>
            <a:schemeClr val="tx2"/>
          </a:solidFill>
          <a:latin typeface="Poppins" pitchFamily="2" charset="77"/>
          <a:ea typeface="+mj-ea"/>
          <a:cs typeface="+mj-cs"/>
        </a:defRPr>
      </a:lvl1pPr>
    </p:titleStyle>
    <p:bodyStyle>
      <a:lvl1pPr marL="0" indent="0" algn="l" defTabSz="9141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1pPr>
      <a:lvl2pPr marL="457086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2pPr>
      <a:lvl3pPr marL="914172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3pPr>
      <a:lvl4pPr marL="1371257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4pPr>
      <a:lvl5pPr marL="1828343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5pPr>
      <a:lvl6pPr marL="2513972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3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A87DDA4-93F2-7A45-9BB3-0ED68A4AA170}"/>
              </a:ext>
            </a:extLst>
          </p:cNvPr>
          <p:cNvSpPr/>
          <p:nvPr userDrawn="1"/>
        </p:nvSpPr>
        <p:spPr>
          <a:xfrm>
            <a:off x="11154250" y="381000"/>
            <a:ext cx="277139" cy="27706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latin typeface="Poppins Ligh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C132A2-AB80-A845-8566-11C55587F84F}"/>
              </a:ext>
            </a:extLst>
          </p:cNvPr>
          <p:cNvSpPr txBox="1"/>
          <p:nvPr userDrawn="1"/>
        </p:nvSpPr>
        <p:spPr>
          <a:xfrm>
            <a:off x="11203853" y="442590"/>
            <a:ext cx="177934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C2130A1F-96FE-9345-9E91-FD9BE4197128}" type="slidenum">
              <a:rPr lang="en-US" sz="1000" b="0" i="0" spc="0" smtClean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400" b="0" i="0" spc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69399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 ftr="0" dt="0"/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lang="en-US" sz="3000" b="1" i="0" kern="1200">
          <a:solidFill>
            <a:schemeClr val="tx2"/>
          </a:solidFill>
          <a:latin typeface="Poppins" pitchFamily="2" charset="77"/>
          <a:ea typeface="Open Sans Light" panose="020B0306030504020204" pitchFamily="34" charset="0"/>
          <a:cs typeface="Poppins" pitchFamily="2" charset="77"/>
        </a:defRPr>
      </a:lvl1pPr>
    </p:titleStyle>
    <p:bodyStyle>
      <a:lvl1pPr marL="228555" indent="-228555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4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1pPr>
      <a:lvl2pPr marL="68566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2pPr>
      <a:lvl3pPr marL="1142772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3pPr>
      <a:lvl4pPr marL="1599880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4pPr>
      <a:lvl5pPr marL="2056989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dirty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5pPr>
      <a:lvl6pPr marL="2514097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2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86" y="368301"/>
            <a:ext cx="11453114" cy="927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924050"/>
            <a:ext cx="6638925" cy="4048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109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68300" y="649109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491" y="6491091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996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6" r:id="rId16"/>
    <p:sldLayoutId id="2147483697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4068" r:id="rId29"/>
    <p:sldLayoutId id="2147484069" r:id="rId30"/>
    <p:sldLayoutId id="2147484070" r:id="rId31"/>
    <p:sldLayoutId id="2147484071" r:id="rId3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10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Georgia" panose="02040502050405020303" pitchFamily="18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3" pos="232">
          <p15:clr>
            <a:srgbClr val="F26B43"/>
          </p15:clr>
        </p15:guide>
        <p15:guide id="4" pos="7448">
          <p15:clr>
            <a:srgbClr val="F26B43"/>
          </p15:clr>
        </p15:guide>
        <p15:guide id="11" orient="horz" pos="4088">
          <p15:clr>
            <a:srgbClr val="F26B43"/>
          </p15:clr>
        </p15:guide>
        <p15:guide id="12" pos="778">
          <p15:clr>
            <a:srgbClr val="F26B43"/>
          </p15:clr>
        </p15:guide>
        <p15:guide id="13" pos="840">
          <p15:clr>
            <a:srgbClr val="F26B43"/>
          </p15:clr>
        </p15:guide>
        <p15:guide id="14" pos="1378">
          <p15:clr>
            <a:srgbClr val="F26B43"/>
          </p15:clr>
        </p15:guide>
        <p15:guide id="15" pos="1446">
          <p15:clr>
            <a:srgbClr val="F26B43"/>
          </p15:clr>
        </p15:guide>
        <p15:guide id="16" pos="1986">
          <p15:clr>
            <a:srgbClr val="F26B43"/>
          </p15:clr>
        </p15:guide>
        <p15:guide id="17" pos="2052">
          <p15:clr>
            <a:srgbClr val="F26B43"/>
          </p15:clr>
        </p15:guide>
        <p15:guide id="18" pos="2592">
          <p15:clr>
            <a:srgbClr val="F26B43"/>
          </p15:clr>
        </p15:guide>
        <p15:guide id="19" pos="2662">
          <p15:clr>
            <a:srgbClr val="F26B43"/>
          </p15:clr>
        </p15:guide>
        <p15:guide id="20" pos="3200">
          <p15:clr>
            <a:srgbClr val="F26B43"/>
          </p15:clr>
        </p15:guide>
        <p15:guide id="21" pos="3266">
          <p15:clr>
            <a:srgbClr val="F26B43"/>
          </p15:clr>
        </p15:guide>
        <p15:guide id="22" pos="3806">
          <p15:clr>
            <a:srgbClr val="F26B43"/>
          </p15:clr>
        </p15:guide>
        <p15:guide id="23" pos="3874">
          <p15:clr>
            <a:srgbClr val="F26B43"/>
          </p15:clr>
        </p15:guide>
        <p15:guide id="24" pos="4414">
          <p15:clr>
            <a:srgbClr val="F26B43"/>
          </p15:clr>
        </p15:guide>
        <p15:guide id="25" pos="5018">
          <p15:clr>
            <a:srgbClr val="F26B43"/>
          </p15:clr>
        </p15:guide>
        <p15:guide id="26" pos="4480">
          <p15:clr>
            <a:srgbClr val="F26B43"/>
          </p15:clr>
        </p15:guide>
        <p15:guide id="27" pos="5086">
          <p15:clr>
            <a:srgbClr val="F26B43"/>
          </p15:clr>
        </p15:guide>
        <p15:guide id="28" pos="5626">
          <p15:clr>
            <a:srgbClr val="F26B43"/>
          </p15:clr>
        </p15:guide>
        <p15:guide id="29" pos="5694">
          <p15:clr>
            <a:srgbClr val="F26B43"/>
          </p15:clr>
        </p15:guide>
        <p15:guide id="30" pos="6232">
          <p15:clr>
            <a:srgbClr val="F26B43"/>
          </p15:clr>
        </p15:guide>
        <p15:guide id="31" pos="6300">
          <p15:clr>
            <a:srgbClr val="F26B43"/>
          </p15:clr>
        </p15:guide>
        <p15:guide id="32" pos="6840">
          <p15:clr>
            <a:srgbClr val="F26B43"/>
          </p15:clr>
        </p15:guide>
        <p15:guide id="33" pos="6908">
          <p15:clr>
            <a:srgbClr val="F26B43"/>
          </p15:clr>
        </p15:guide>
        <p15:guide id="34" orient="horz" pos="488">
          <p15:clr>
            <a:srgbClr val="F26B43"/>
          </p15:clr>
        </p15:guide>
        <p15:guide id="35" orient="horz" pos="560">
          <p15:clr>
            <a:srgbClr val="F26B43"/>
          </p15:clr>
        </p15:guide>
        <p15:guide id="36" orient="horz" pos="816">
          <p15:clr>
            <a:srgbClr val="F26B43"/>
          </p15:clr>
        </p15:guide>
        <p15:guide id="37" orient="horz" pos="886">
          <p15:clr>
            <a:srgbClr val="F26B43"/>
          </p15:clr>
        </p15:guide>
        <p15:guide id="38" orient="horz" pos="1144">
          <p15:clr>
            <a:srgbClr val="F26B43"/>
          </p15:clr>
        </p15:guide>
        <p15:guide id="39" orient="horz" pos="1212">
          <p15:clr>
            <a:srgbClr val="F26B43"/>
          </p15:clr>
        </p15:guide>
        <p15:guide id="40" orient="horz" pos="1472">
          <p15:clr>
            <a:srgbClr val="F26B43"/>
          </p15:clr>
        </p15:guide>
        <p15:guide id="41" orient="horz" pos="1798">
          <p15:clr>
            <a:srgbClr val="F26B43"/>
          </p15:clr>
        </p15:guide>
        <p15:guide id="42" orient="horz" pos="1864">
          <p15:clr>
            <a:srgbClr val="F26B43"/>
          </p15:clr>
        </p15:guide>
        <p15:guide id="43" orient="horz" pos="2124">
          <p15:clr>
            <a:srgbClr val="F26B43"/>
          </p15:clr>
        </p15:guide>
        <p15:guide id="44" orient="horz" pos="2194">
          <p15:clr>
            <a:srgbClr val="F26B43"/>
          </p15:clr>
        </p15:guide>
        <p15:guide id="45" orient="horz" pos="2450">
          <p15:clr>
            <a:srgbClr val="F26B43"/>
          </p15:clr>
        </p15:guide>
        <p15:guide id="46" orient="horz" pos="2520">
          <p15:clr>
            <a:srgbClr val="F26B43"/>
          </p15:clr>
        </p15:guide>
        <p15:guide id="47" orient="horz" pos="2778">
          <p15:clr>
            <a:srgbClr val="F26B43"/>
          </p15:clr>
        </p15:guide>
        <p15:guide id="48" orient="horz" pos="2846">
          <p15:clr>
            <a:srgbClr val="F26B43"/>
          </p15:clr>
        </p15:guide>
        <p15:guide id="49" orient="horz" pos="3104">
          <p15:clr>
            <a:srgbClr val="F26B43"/>
          </p15:clr>
        </p15:guide>
        <p15:guide id="50" orient="horz" pos="3174">
          <p15:clr>
            <a:srgbClr val="F26B43"/>
          </p15:clr>
        </p15:guide>
        <p15:guide id="51" orient="horz" pos="3432">
          <p15:clr>
            <a:srgbClr val="F26B43"/>
          </p15:clr>
        </p15:guide>
        <p15:guide id="52" orient="horz" pos="3498">
          <p15:clr>
            <a:srgbClr val="F26B43"/>
          </p15:clr>
        </p15:guide>
        <p15:guide id="53" orient="horz" pos="3762">
          <p15:clr>
            <a:srgbClr val="F26B43"/>
          </p15:clr>
        </p15:guide>
        <p15:guide id="54" orient="horz" pos="3830">
          <p15:clr>
            <a:srgbClr val="F26B43"/>
          </p15:clr>
        </p15:guide>
        <p15:guide id="55" orient="horz" pos="153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336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41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827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668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166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904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86" y="368301"/>
            <a:ext cx="11453114" cy="927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924050"/>
            <a:ext cx="6638925" cy="4048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109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68300" y="649109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491" y="6491091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966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  <p:sldLayoutId id="2147483928" r:id="rId12"/>
    <p:sldLayoutId id="2147483929" r:id="rId13"/>
    <p:sldLayoutId id="2147483930" r:id="rId14"/>
    <p:sldLayoutId id="2147483931" r:id="rId15"/>
    <p:sldLayoutId id="2147483975" r:id="rId16"/>
    <p:sldLayoutId id="2147483976" r:id="rId17"/>
    <p:sldLayoutId id="2147483977" r:id="rId18"/>
    <p:sldLayoutId id="2147483978" r:id="rId19"/>
    <p:sldLayoutId id="2147483998" r:id="rId20"/>
    <p:sldLayoutId id="2147484045" r:id="rId21"/>
    <p:sldLayoutId id="2147484062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10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Georgia" panose="02040502050405020303" pitchFamily="18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3" pos="232">
          <p15:clr>
            <a:srgbClr val="F26B43"/>
          </p15:clr>
        </p15:guide>
        <p15:guide id="4" pos="7448">
          <p15:clr>
            <a:srgbClr val="F26B43"/>
          </p15:clr>
        </p15:guide>
        <p15:guide id="11" orient="horz" pos="4088">
          <p15:clr>
            <a:srgbClr val="F26B43"/>
          </p15:clr>
        </p15:guide>
        <p15:guide id="12" pos="778">
          <p15:clr>
            <a:srgbClr val="F26B43"/>
          </p15:clr>
        </p15:guide>
        <p15:guide id="13" pos="840">
          <p15:clr>
            <a:srgbClr val="F26B43"/>
          </p15:clr>
        </p15:guide>
        <p15:guide id="14" pos="1378">
          <p15:clr>
            <a:srgbClr val="F26B43"/>
          </p15:clr>
        </p15:guide>
        <p15:guide id="15" pos="1446">
          <p15:clr>
            <a:srgbClr val="F26B43"/>
          </p15:clr>
        </p15:guide>
        <p15:guide id="16" pos="1986">
          <p15:clr>
            <a:srgbClr val="F26B43"/>
          </p15:clr>
        </p15:guide>
        <p15:guide id="17" pos="2052">
          <p15:clr>
            <a:srgbClr val="F26B43"/>
          </p15:clr>
        </p15:guide>
        <p15:guide id="18" pos="2592">
          <p15:clr>
            <a:srgbClr val="F26B43"/>
          </p15:clr>
        </p15:guide>
        <p15:guide id="19" pos="2662">
          <p15:clr>
            <a:srgbClr val="F26B43"/>
          </p15:clr>
        </p15:guide>
        <p15:guide id="20" pos="3200">
          <p15:clr>
            <a:srgbClr val="F26B43"/>
          </p15:clr>
        </p15:guide>
        <p15:guide id="21" pos="3266">
          <p15:clr>
            <a:srgbClr val="F26B43"/>
          </p15:clr>
        </p15:guide>
        <p15:guide id="22" pos="3806">
          <p15:clr>
            <a:srgbClr val="F26B43"/>
          </p15:clr>
        </p15:guide>
        <p15:guide id="23" pos="3874">
          <p15:clr>
            <a:srgbClr val="F26B43"/>
          </p15:clr>
        </p15:guide>
        <p15:guide id="24" pos="4414">
          <p15:clr>
            <a:srgbClr val="F26B43"/>
          </p15:clr>
        </p15:guide>
        <p15:guide id="25" pos="5018">
          <p15:clr>
            <a:srgbClr val="F26B43"/>
          </p15:clr>
        </p15:guide>
        <p15:guide id="26" pos="4480">
          <p15:clr>
            <a:srgbClr val="F26B43"/>
          </p15:clr>
        </p15:guide>
        <p15:guide id="27" pos="5086">
          <p15:clr>
            <a:srgbClr val="F26B43"/>
          </p15:clr>
        </p15:guide>
        <p15:guide id="28" pos="5626">
          <p15:clr>
            <a:srgbClr val="F26B43"/>
          </p15:clr>
        </p15:guide>
        <p15:guide id="29" pos="5694">
          <p15:clr>
            <a:srgbClr val="F26B43"/>
          </p15:clr>
        </p15:guide>
        <p15:guide id="30" pos="6232">
          <p15:clr>
            <a:srgbClr val="F26B43"/>
          </p15:clr>
        </p15:guide>
        <p15:guide id="31" pos="6300">
          <p15:clr>
            <a:srgbClr val="F26B43"/>
          </p15:clr>
        </p15:guide>
        <p15:guide id="32" pos="6840">
          <p15:clr>
            <a:srgbClr val="F26B43"/>
          </p15:clr>
        </p15:guide>
        <p15:guide id="33" pos="6908">
          <p15:clr>
            <a:srgbClr val="F26B43"/>
          </p15:clr>
        </p15:guide>
        <p15:guide id="34" orient="horz" pos="488">
          <p15:clr>
            <a:srgbClr val="F26B43"/>
          </p15:clr>
        </p15:guide>
        <p15:guide id="35" orient="horz" pos="560">
          <p15:clr>
            <a:srgbClr val="F26B43"/>
          </p15:clr>
        </p15:guide>
        <p15:guide id="36" orient="horz" pos="816">
          <p15:clr>
            <a:srgbClr val="F26B43"/>
          </p15:clr>
        </p15:guide>
        <p15:guide id="37" orient="horz" pos="886">
          <p15:clr>
            <a:srgbClr val="F26B43"/>
          </p15:clr>
        </p15:guide>
        <p15:guide id="38" orient="horz" pos="1144">
          <p15:clr>
            <a:srgbClr val="F26B43"/>
          </p15:clr>
        </p15:guide>
        <p15:guide id="39" orient="horz" pos="1212">
          <p15:clr>
            <a:srgbClr val="F26B43"/>
          </p15:clr>
        </p15:guide>
        <p15:guide id="40" orient="horz" pos="1472">
          <p15:clr>
            <a:srgbClr val="F26B43"/>
          </p15:clr>
        </p15:guide>
        <p15:guide id="41" orient="horz" pos="1798">
          <p15:clr>
            <a:srgbClr val="F26B43"/>
          </p15:clr>
        </p15:guide>
        <p15:guide id="42" orient="horz" pos="1864">
          <p15:clr>
            <a:srgbClr val="F26B43"/>
          </p15:clr>
        </p15:guide>
        <p15:guide id="43" orient="horz" pos="2124">
          <p15:clr>
            <a:srgbClr val="F26B43"/>
          </p15:clr>
        </p15:guide>
        <p15:guide id="44" orient="horz" pos="2194">
          <p15:clr>
            <a:srgbClr val="F26B43"/>
          </p15:clr>
        </p15:guide>
        <p15:guide id="45" orient="horz" pos="2450">
          <p15:clr>
            <a:srgbClr val="F26B43"/>
          </p15:clr>
        </p15:guide>
        <p15:guide id="46" orient="horz" pos="2520">
          <p15:clr>
            <a:srgbClr val="F26B43"/>
          </p15:clr>
        </p15:guide>
        <p15:guide id="47" orient="horz" pos="2778">
          <p15:clr>
            <a:srgbClr val="F26B43"/>
          </p15:clr>
        </p15:guide>
        <p15:guide id="48" orient="horz" pos="2846">
          <p15:clr>
            <a:srgbClr val="F26B43"/>
          </p15:clr>
        </p15:guide>
        <p15:guide id="49" orient="horz" pos="3104">
          <p15:clr>
            <a:srgbClr val="F26B43"/>
          </p15:clr>
        </p15:guide>
        <p15:guide id="50" orient="horz" pos="3174">
          <p15:clr>
            <a:srgbClr val="F26B43"/>
          </p15:clr>
        </p15:guide>
        <p15:guide id="51" orient="horz" pos="3432">
          <p15:clr>
            <a:srgbClr val="F26B43"/>
          </p15:clr>
        </p15:guide>
        <p15:guide id="52" orient="horz" pos="3498">
          <p15:clr>
            <a:srgbClr val="F26B43"/>
          </p15:clr>
        </p15:guide>
        <p15:guide id="53" orient="horz" pos="3762">
          <p15:clr>
            <a:srgbClr val="F26B43"/>
          </p15:clr>
        </p15:guide>
        <p15:guide id="54" orient="horz" pos="3830">
          <p15:clr>
            <a:srgbClr val="F26B43"/>
          </p15:clr>
        </p15:guide>
        <p15:guide id="55" orient="horz" pos="153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hyperlink" Target="https://code.claude.com/docs/en/admin-setup" TargetMode="External"/><Relationship Id="rId3" Type="http://schemas.openxmlformats.org/officeDocument/2006/relationships/hyperlink" Target="https://code.claude.com/docs/en/settings" TargetMode="External"/><Relationship Id="rId4" Type="http://schemas.openxmlformats.org/officeDocument/2006/relationships/hyperlink" Target="https://code.claude.com/docs/en/permissions" TargetMode="External"/><Relationship Id="rId5" Type="http://schemas.openxmlformats.org/officeDocument/2006/relationships/hyperlink" Target="https://code.claude.com/docs/en/sandboxing" TargetMode="External"/><Relationship Id="rId6" Type="http://schemas.openxmlformats.org/officeDocument/2006/relationships/hyperlink" Target="https://code.claude.com/docs/en/hooks-guide" TargetMode="External"/><Relationship Id="rId7" Type="http://schemas.openxmlformats.org/officeDocument/2006/relationships/hyperlink" Target="https://code.claude.com/docs/en/skills" TargetMode="External"/><Relationship Id="rId8" Type="http://schemas.openxmlformats.org/officeDocument/2006/relationships/hyperlink" Target="https://code.claude.com/docs/en/plugin-marketplaces" TargetMode="External"/><Relationship Id="rId9" Type="http://schemas.openxmlformats.org/officeDocument/2006/relationships/hyperlink" Target="https://code.claude.com/docs/en/managed-mcp" TargetMode="External"/><Relationship Id="rId10" Type="http://schemas.openxmlformats.org/officeDocument/2006/relationships/hyperlink" Target="https://code.claude.com/docs/en/third-party-integrations" TargetMode="External"/><Relationship Id="rId11" Type="http://schemas.openxmlformats.org/officeDocument/2006/relationships/hyperlink" Target="https://code.claude.com/docs/en/monitoring-usage" TargetMode="External"/><Relationship Id="rId12" Type="http://schemas.openxmlformats.org/officeDocument/2006/relationships/hyperlink" Target="https://code.claude.com/docs/en/security" TargetMode="External"/><Relationship Id="rId13" Type="http://schemas.openxmlformats.org/officeDocument/2006/relationships/hyperlink" Target="https://platform.claude.com/docs/en/manage-claude/compliance-api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>
                <a:latin typeface="Georgia"/>
                <a:ea typeface="微軟正黑體"/>
              </a:rPr>
              <a:t>AI 原生軟體開發流程：</a:t>
            </a:r>
          </a:p>
          <a:p>
            <a:r>
              <a:rPr sz="2800">
                <a:latin typeface="Georgia"/>
                <a:ea typeface="微軟正黑體"/>
              </a:rPr>
              <a:t>實際怎麼運作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200">
                <a:latin typeface="Arial"/>
                <a:ea typeface="微軟正黑體"/>
              </a:rPr>
              <a:t>FSC1｜給管理層與客戶的白話說明｜2026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議程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對外說明版｜內容整理自 Anthropic《The AI-Native SDLC Playbook》｜時間縮短幅度為該手冊所述預期，實際以試點量測為準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88720" y="1280160"/>
            <a:ext cx="33832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"/>
                <a:ea typeface="微軟正黑體"/>
              </a:rPr>
              <a:t>一頁看懂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280160"/>
            <a:ext cx="603504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  <a:ea typeface="微軟正黑體"/>
              </a:rPr>
              <a:t>三句話說清楚：現況、做法、把關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98480" y="1280160"/>
            <a:ext cx="10972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r">
              <a:spcAft>
                <a:spcPts val="200"/>
              </a:spcAft>
            </a:pPr>
            <a:r>
              <a:rPr sz="1500" b="1">
                <a:solidFill>
                  <a:srgbClr val="FD5108"/>
                </a:solidFill>
                <a:latin typeface="Arial"/>
                <a:ea typeface="微軟正黑體"/>
              </a:rPr>
              <a:t>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88720" y="1837943"/>
            <a:ext cx="10607040" cy="0"/>
          </a:xfrm>
          <a:prstGeom prst="line">
            <a:avLst/>
          </a:prstGeom>
          <a:ln w="12700">
            <a:solidFill>
              <a:srgbClr val="CBD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48640" y="1938528"/>
            <a:ext cx="438912" cy="438912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1883664"/>
            <a:ext cx="33832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"/>
                <a:ea typeface="微軟正黑體"/>
              </a:rPr>
              <a:t>為什麼要改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1883664"/>
            <a:ext cx="603504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  <a:ea typeface="微軟正黑體"/>
              </a:rPr>
              <a:t>AI 讓寫程式變快，瓶頸移到前後的人工步驟；流程從直線變循環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98480" y="1883664"/>
            <a:ext cx="10972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r">
              <a:spcAft>
                <a:spcPts val="200"/>
              </a:spcAft>
            </a:pPr>
            <a:r>
              <a:rPr sz="1500" b="1">
                <a:solidFill>
                  <a:srgbClr val="FD5108"/>
                </a:solidFill>
                <a:latin typeface="Arial"/>
                <a:ea typeface="微軟正黑體"/>
              </a:rPr>
              <a:t>4–5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88720" y="2441448"/>
            <a:ext cx="10607040" cy="0"/>
          </a:xfrm>
          <a:prstGeom prst="line">
            <a:avLst/>
          </a:prstGeom>
          <a:ln w="12700">
            <a:solidFill>
              <a:srgbClr val="CBD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48640" y="2542032"/>
            <a:ext cx="438912" cy="438912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20" y="2487168"/>
            <a:ext cx="33832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"/>
                <a:ea typeface="微軟正黑體"/>
              </a:rPr>
              <a:t>實際怎麼運作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2487168"/>
            <a:ext cx="603504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  <a:ea typeface="微軟正黑體"/>
              </a:rPr>
              <a:t>六個階段對照，以及理賠進度自助查詢從提出到上線的完整範例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98480" y="2487168"/>
            <a:ext cx="10972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r">
              <a:spcAft>
                <a:spcPts val="200"/>
              </a:spcAft>
            </a:pPr>
            <a:r>
              <a:rPr sz="1500" b="1">
                <a:solidFill>
                  <a:srgbClr val="FD5108"/>
                </a:solidFill>
                <a:latin typeface="Arial"/>
                <a:ea typeface="微軟正黑體"/>
              </a:rPr>
              <a:t>6–8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88720" y="3044951"/>
            <a:ext cx="10607040" cy="0"/>
          </a:xfrm>
          <a:prstGeom prst="line">
            <a:avLst/>
          </a:prstGeom>
          <a:ln w="12700">
            <a:solidFill>
              <a:srgbClr val="CBD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48640" y="3145536"/>
            <a:ext cx="438912" cy="438912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88720" y="3090672"/>
            <a:ext cx="33832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"/>
                <a:ea typeface="微軟正黑體"/>
              </a:rPr>
              <a:t>誰把關、怎麼控制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3090672"/>
            <a:ext cx="603504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  <a:ea typeface="微軟正黑體"/>
              </a:rPr>
              <a:t>稽核軌跡、五個人工關卡、事件處理、技能與鉤子等控制機制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98480" y="3090672"/>
            <a:ext cx="10972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r">
              <a:spcAft>
                <a:spcPts val="200"/>
              </a:spcAft>
            </a:pPr>
            <a:r>
              <a:rPr sz="1500" b="1">
                <a:solidFill>
                  <a:srgbClr val="FD5108"/>
                </a:solidFill>
                <a:latin typeface="Arial"/>
                <a:ea typeface="微軟正黑體"/>
              </a:rPr>
              <a:t>9–12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88720" y="3648456"/>
            <a:ext cx="10607040" cy="0"/>
          </a:xfrm>
          <a:prstGeom prst="line">
            <a:avLst/>
          </a:prstGeom>
          <a:ln w="12700">
            <a:solidFill>
              <a:srgbClr val="CBD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48640" y="3749039"/>
            <a:ext cx="438912" cy="438912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88720" y="3694176"/>
            <a:ext cx="33832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"/>
                <a:ea typeface="微軟正黑體"/>
              </a:rPr>
              <a:t>客戶常問與成效衡量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3694176"/>
            <a:ext cx="603504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  <a:ea typeface="微軟正黑體"/>
              </a:rPr>
              <a:t>五個常見問題的回答，以及每個階段要看的指標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98480" y="3694176"/>
            <a:ext cx="10972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r">
              <a:spcAft>
                <a:spcPts val="200"/>
              </a:spcAft>
            </a:pPr>
            <a:r>
              <a:rPr sz="1500" b="1">
                <a:solidFill>
                  <a:srgbClr val="FD5108"/>
                </a:solidFill>
                <a:latin typeface="Arial"/>
                <a:ea typeface="微軟正黑體"/>
              </a:rPr>
              <a:t>13–14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188720" y="4251960"/>
            <a:ext cx="10607040" cy="0"/>
          </a:xfrm>
          <a:prstGeom prst="line">
            <a:avLst/>
          </a:prstGeom>
          <a:ln w="12700">
            <a:solidFill>
              <a:srgbClr val="CBD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548640" y="4352544"/>
            <a:ext cx="438912" cy="438912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88720" y="4297680"/>
            <a:ext cx="33832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"/>
                <a:ea typeface="微軟正黑體"/>
              </a:rPr>
              <a:t>怎麼開始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17720" y="4297680"/>
            <a:ext cx="603504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  <a:ea typeface="微軟正黑體"/>
              </a:rPr>
              <a:t>導入順序圖與三步導入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98480" y="4297680"/>
            <a:ext cx="10972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r">
              <a:spcAft>
                <a:spcPts val="200"/>
              </a:spcAft>
            </a:pPr>
            <a:r>
              <a:rPr sz="1500" b="1">
                <a:solidFill>
                  <a:srgbClr val="FD5108"/>
                </a:solidFill>
                <a:latin typeface="Arial"/>
                <a:ea typeface="微軟正黑體"/>
              </a:rPr>
              <a:t>15–16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188720" y="4855464"/>
            <a:ext cx="10607040" cy="0"/>
          </a:xfrm>
          <a:prstGeom prst="line">
            <a:avLst/>
          </a:prstGeom>
          <a:ln w="12700">
            <a:solidFill>
              <a:srgbClr val="CBD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548640" y="4956047"/>
            <a:ext cx="438912" cy="438912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06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88720" y="4901183"/>
            <a:ext cx="33832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D5108"/>
                </a:solidFill>
                <a:latin typeface="Arial"/>
                <a:ea typeface="微軟正黑體"/>
              </a:rPr>
              <a:t>PwC FSC1 能提供什麼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7720" y="4901183"/>
            <a:ext cx="603504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  <a:ea typeface="微軟正黑體"/>
              </a:rPr>
              <a:t>服務模組、教學計畫，以及我們做得到的依據與下一步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98480" y="4901183"/>
            <a:ext cx="10972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r">
              <a:spcAft>
                <a:spcPts val="200"/>
              </a:spcAft>
            </a:pPr>
            <a:r>
              <a:rPr sz="1500" b="1">
                <a:solidFill>
                  <a:srgbClr val="FD5108"/>
                </a:solidFill>
                <a:latin typeface="Arial"/>
                <a:ea typeface="微軟正黑體"/>
              </a:rPr>
              <a:t>17–19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188720" y="5458968"/>
            <a:ext cx="10607040" cy="0"/>
          </a:xfrm>
          <a:prstGeom prst="line">
            <a:avLst/>
          </a:prstGeom>
          <a:ln w="12700">
            <a:solidFill>
              <a:srgbClr val="CBD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48640" y="5559551"/>
            <a:ext cx="438912" cy="438912"/>
          </a:xfrm>
          <a:prstGeom prst="ellipse">
            <a:avLst/>
          </a:prstGeom>
          <a:solidFill>
            <a:srgbClr val="A1A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軟正黑體"/>
              </a:rPr>
              <a:t>附錄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88720" y="5504688"/>
            <a:ext cx="33832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"/>
                <a:ea typeface="微軟正黑體"/>
              </a:rPr>
              <a:t>翻譯小抄、對客戶的說法、來源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17720" y="5504688"/>
            <a:ext cx="603504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  <a:ea typeface="微軟正黑體"/>
              </a:rPr>
              <a:t>工程用語白話對照、30 秒說法、官方文件連結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98480" y="5504688"/>
            <a:ext cx="10972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r">
              <a:spcAft>
                <a:spcPts val="200"/>
              </a:spcAft>
            </a:pPr>
            <a:r>
              <a:rPr sz="1500" b="1">
                <a:solidFill>
                  <a:srgbClr val="FD5108"/>
                </a:solidFill>
                <a:latin typeface="Arial"/>
                <a:ea typeface="微軟正黑體"/>
              </a:rPr>
              <a:t>20–23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188720" y="6062472"/>
            <a:ext cx="10607040" cy="0"/>
          </a:xfrm>
          <a:prstGeom prst="line">
            <a:avLst/>
          </a:prstGeom>
          <a:ln w="12700">
            <a:solidFill>
              <a:srgbClr val="CBD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411480" y="6089904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右側數字為頁碼。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一頁看懂：寫程式變快之後，整個開發流程也要跟著改，關鍵決定仍由人來做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對外說明版｜內容整理自 Anthropic《The AI-Native SDLC Playbook》｜時間縮短幅度為該手冊所述預期，實際以試點量測為準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11480" y="1508760"/>
            <a:ext cx="566928" cy="566928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微軟正黑體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325880"/>
            <a:ext cx="1005840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D5108"/>
                </a:solidFill>
                <a:latin typeface="Arial"/>
                <a:ea typeface="微軟正黑體"/>
              </a:rPr>
              <a:t>現況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325880"/>
            <a:ext cx="4343400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AI 寫程式的速度比一年前快很多，但需求、審查、上線還是人工速度，整體交付時間沒有等比例縮短。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2404872"/>
            <a:ext cx="5349240" cy="0"/>
          </a:xfrm>
          <a:prstGeom prst="line">
            <a:avLst/>
          </a:prstGeom>
          <a:ln w="12700">
            <a:solidFill>
              <a:srgbClr val="CBD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11480" y="2715768"/>
            <a:ext cx="566928" cy="566928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微軟正黑體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532888"/>
            <a:ext cx="1005840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D5108"/>
                </a:solidFill>
                <a:latin typeface="Arial"/>
                <a:ea typeface="微軟正黑體"/>
              </a:rPr>
              <a:t>做法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2532888"/>
            <a:ext cx="4343400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把「規劃、設計、開發、測試、上線、維運」串成一個循環。每個階段結束都留下一份檔案，下一個階段從這份檔案接手。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97280" y="3611880"/>
            <a:ext cx="5349240" cy="0"/>
          </a:xfrm>
          <a:prstGeom prst="line">
            <a:avLst/>
          </a:prstGeom>
          <a:ln w="12700">
            <a:solidFill>
              <a:srgbClr val="CBD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11480" y="3922776"/>
            <a:ext cx="566928" cy="566928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微軟正黑體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739896"/>
            <a:ext cx="1005840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D5108"/>
                </a:solidFill>
                <a:latin typeface="Arial"/>
                <a:ea typeface="微軟正黑體"/>
              </a:rPr>
              <a:t>把關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3739896"/>
            <a:ext cx="4343400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AI 負責起草、檢查與執行。接受需求、核准計畫、核准上線這類需要判斷的決定，一律由指定的人做，而且都有紀錄。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1325880"/>
            <a:ext cx="4983480" cy="438912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對客戶的三個好處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80" y="1828800"/>
            <a:ext cx="1097280" cy="82296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更快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1828800"/>
            <a:ext cx="3840480" cy="82296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手冊預期，從想法到可執行的需求，可由數週縮短到數小時。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12280" y="2724912"/>
            <a:ext cx="1097280" cy="82296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查得到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2724912"/>
            <a:ext cx="3840480" cy="82296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誰提出、AI 產出什麼、誰核准，全部寫在版本紀錄裡，就是現成的稽核軌跡。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12280" y="3621024"/>
            <a:ext cx="1097280" cy="82296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守得住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79" y="3621024"/>
            <a:ext cx="3840480" cy="82296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公司規範寫成 AI 會照做的規則；正式上線前一定要有人授權。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120640"/>
            <a:ext cx="91440" cy="8229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120640"/>
            <a:ext cx="11292840" cy="82296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D5108"/>
                </a:solidFill>
                <a:latin typeface="Arial"/>
                <a:ea typeface="微軟正黑體"/>
              </a:rPr>
              <a:t>給客戶的一句話：</a:t>
            </a:r>
            <a:r>
              <a:rPr sz="1400" b="0">
                <a:solidFill>
                  <a:srgbClr val="000000"/>
                </a:solidFill>
                <a:latin typeface="Arial"/>
                <a:ea typeface="微軟正黑體"/>
              </a:rPr>
              <a:t>「AI 幫你把每一步做得更快，每一步也都留下紀錄；要不要上線，永遠由你的人決定。」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6089904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來源：Anthropic《The AI-Native SDLC Playbook》，第 3–7 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為什麼要改：AI 把「寫程式」縮短到幾小時，等待時間移到了前後的人工步驟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對外說明版｜內容整理自 Anthropic《The AI-Native SDLC Playbook》｜時間縮短幅度為該手冊所述預期，實際以試點量測為準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6675120" cy="257839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1480" y="3931920"/>
            <a:ext cx="66751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圖：Anthropic《The AI-Native SDLC Playbook》 圖 1「The bottleneck moved」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325880"/>
            <a:ext cx="44805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這張圖怎麼看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719072"/>
            <a:ext cx="4480560" cy="219456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  <a:ea typeface="微軟正黑體"/>
              </a:rPr>
              <a:t>上排「Before agents」：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過去每個階段都靠人工，其中開發（橘色 Build）最花時間。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  <a:ea typeface="微軟正黑體"/>
              </a:rPr>
              <a:t>下排「After agents」：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AI 讓開發縮成一小段，但規劃、設計、測試、上線、維運的長度都沒變。右邊虛線框是「可以拿回來的時間」，要靠流程一起改才拿得到。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3931920"/>
            <a:ext cx="44805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Arial"/>
                <a:ea typeface="微軟正黑體"/>
              </a:rPr>
              <a:t>圖中英文：Plan 規劃｜Design 設計｜Build 開發｜Test 測試｜Deploy 上線｜Maintain 維運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4315968"/>
            <a:ext cx="3657600" cy="9601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Arial"/>
                <a:ea typeface="微軟正黑體"/>
              </a:rPr>
              <a:t>1　瓶頸移位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需求、審查、上線還是人工速度，整體時間被這些步驟卡住。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3672" y="4315968"/>
            <a:ext cx="3657600" cy="9601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Arial"/>
                <a:ea typeface="微軟正黑體"/>
              </a:rPr>
              <a:t>2　控制跟不上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逐行人工審查，在人寫程式的年代合理；AI 寫出大部分程式後就追不上。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55863" y="4315968"/>
            <a:ext cx="3657600" cy="9601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Arial"/>
                <a:ea typeface="微軟正黑體"/>
              </a:rPr>
              <a:t>3　治理成本上升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例外事項還是要等每週或每月的會議，AI 做得越快，排隊越長。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5376672"/>
            <a:ext cx="11384280" cy="64008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資安審查的例子：</a:t>
            </a: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資安人力是依人寫程式的產量配置。程式量倍增後，不是審查排隊變長，就是沒審完就上線。受監理的機構兩者都不能接受，所以檢查也必須跟上 AI 的速度。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6089904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來源：Anthropic《The AI-Native SDLC Playbook》，第 3–4 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從「一條直線」變成「一個循環」：每一步自動交棒，人在循環上方發起、指揮與把關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對外說明版｜內容整理自 Anthropic《The AI-Native SDLC Playbook》｜時間縮短幅度為該手冊所述預期，實際以試點量測為準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5253756" cy="37490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1480" y="5102352"/>
            <a:ext cx="5253756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圖：Anthropic《The AI-Native SDLC Playbook》 圖 2「The line and the loop」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5276" y="1325880"/>
            <a:ext cx="5810483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這張圖怎麼看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5276" y="1719072"/>
            <a:ext cx="5810483" cy="333756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000000"/>
                </a:solidFill>
                <a:latin typeface="Arial"/>
                <a:ea typeface="微軟正黑體"/>
              </a:rPr>
              <a:t>左邊「Traditional — the line」傳統的直線：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六個階段由不同角色依序負責，靠文件、工單、簽核交接。只要退回一次，就等於重新開始一個版本週期。</a:t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000000"/>
                </a:solidFill>
                <a:latin typeface="Arial"/>
                <a:ea typeface="微軟正黑體"/>
              </a:rPr>
              <a:t>右邊「AI-native — the loop」AI 原生的循環：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AI（圖中的 Claude）在中間參與每一個階段。上一步核准的檔案直接觸發下一步，手冊的說法是「以小時計，不是以週計」。</a:t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000000"/>
                </a:solidFill>
                <a:latin typeface="Arial"/>
                <a:ea typeface="微軟正黑體"/>
              </a:rPr>
              <a:t>人在循環上方：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人負責發起、指揮與治理，專心看 AI 標出來的重點，不必每一步從頭做起。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5413248"/>
            <a:ext cx="11384280" cy="59436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白話：</a:t>
            </a: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以前是「做完一段、交給下一組人、等簽核」；現在每一段做完就把檔案交出去，下一段立刻接手，人只在關卡上做決定。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089904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來源：Anthropic《The AI-Native SDLC Playbook》，第 5、8–9 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六個階段白話對照：做法都變了，但每一步都留下一份下一步能接手的紀錄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對外說明版｜內容整理自 Anthropic《The AI-Native SDLC Playbook》｜時間縮短幅度為該手冊所述預期，實際以試點量測為準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87782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階段</a:t>
            </a:r>
          </a:p>
        </p:txBody>
      </p:sp>
      <p:sp>
        <p:nvSpPr>
          <p:cNvPr id="8" name="Rectangle 7"/>
          <p:cNvSpPr/>
          <p:nvPr/>
        </p:nvSpPr>
        <p:spPr>
          <a:xfrm>
            <a:off x="1325880" y="1280160"/>
            <a:ext cx="275234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以前怎麼做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280160"/>
            <a:ext cx="3941063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現在怎麼做（AI 原生）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280160"/>
            <a:ext cx="192938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留下的紀錄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0" y="1280160"/>
            <a:ext cx="170078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誰拍板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682495"/>
            <a:ext cx="877824" cy="67665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規劃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25880" y="1682495"/>
            <a:ext cx="2752344" cy="67665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需求要經過多次工作坊與簽核，再由專人寫成文件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1682495"/>
            <a:ext cx="3941063" cy="67665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提出想法的人直接和 AI 討論，整理成一份需求說明檔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682495"/>
            <a:ext cx="1929384" cy="67665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intent.md
需求說明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0" y="1682495"/>
            <a:ext cx="1700784" cy="67665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產品負責人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395728"/>
            <a:ext cx="877824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設計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25880" y="2395728"/>
            <a:ext cx="2752344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分析師寫需求，設計師再轉成設計，兩組人分開做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2395728"/>
            <a:ext cx="3941063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AI 依需求說明一次產出需求與設計規格，套用資安、法遵、品牌規範，並標出疑慮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2395728"/>
            <a:ext cx="1929384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spec.md
規格書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0" y="2395728"/>
            <a:ext cx="1700784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產品負責人（高風險找技術主管）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108960"/>
            <a:ext cx="877824" cy="67665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開發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25880" y="3108960"/>
            <a:ext cx="2752344" cy="67665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工程師讀完設計就寫程式，做法只在自己腦中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3108960"/>
            <a:ext cx="3941063" cy="67665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AI 先寫實作計畫，工程師修正、核准後才動手；團隊慣例寫成 AI 每次都會讀的說明檔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92440" y="3108960"/>
            <a:ext cx="1929384" cy="67665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plan.md 實作計畫
程式與測試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0" y="3108960"/>
            <a:ext cx="1700784" cy="67665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工程師（高風險找架構師）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822191"/>
            <a:ext cx="877824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測試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25880" y="3822191"/>
            <a:ext cx="2752344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階段結束才由 QA 把關，問題很晚才發現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3822191"/>
            <a:ext cx="3941063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AI 每改一次就自己跑測試，通過才交給人；AI 的設定改了，也要重跑評測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92440" y="3822191"/>
            <a:ext cx="1929384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測試結果
建置紀錄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0" y="3822191"/>
            <a:ext cx="1700784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程式負責人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535424"/>
            <a:ext cx="877824" cy="67665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上線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25880" y="4535424"/>
            <a:ext cx="2752344" cy="67665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每一行程式都由人審，品質看審查者忙不忙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4535424"/>
            <a:ext cx="3941063" cy="67665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AI 先做多輪審查並排出嚴重度，人專注判斷意圖與風險；正式上線一定要人授權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92440" y="4535424"/>
            <a:ext cx="1929384" cy="67665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PR 審查紀錄
核准紀錄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00" y="4535424"/>
            <a:ext cx="1700784" cy="67665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程式負責人、發布經理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5248656"/>
            <a:ext cx="877824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維運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25880" y="5248656"/>
            <a:ext cx="2752344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人盯著系統，事件常被擱置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5248656"/>
            <a:ext cx="3941063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監控程式發現異常才請 AI 診斷，結果寫成新的需求說明，重新進入循環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92440" y="5248656"/>
            <a:ext cx="1929384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事件紀錄
新的 intent.md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00" y="5248656"/>
            <a:ext cx="1700784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服務負責人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6089904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來源：Anthropic《The AI-Native SDLC Playbook》，第 6 頁「The shifts」及各階段說明。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實際走一遍（手冊範例）：「理賠進度自助查詢」從客服痛點到上線的七個步驟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對外說明版｜內容整理自 Anthropic《The AI-Native SDLC Playbook》｜時間縮短幅度為該手冊所述預期，實際以試點量測為準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1572768" cy="777240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微軟正黑體"/>
              </a:rPr>
              <a:t>1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理賠作業人員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157984"/>
            <a:ext cx="1572768" cy="17830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82296" bIns="82296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向 AI 描述問題：客戶常打電話問理賠進度，約三分之一通話時間花在查進度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995928"/>
            <a:ext cx="1572768" cy="47548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intent.md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29384" y="2926080"/>
            <a:ext cx="146304" cy="219456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39112" y="1325880"/>
            <a:ext cx="1572768" cy="77724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微軟正黑體"/>
              </a:rPr>
              <a:t>2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產品負責人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39112" y="2157984"/>
            <a:ext cx="1572768" cy="17830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82296" bIns="82296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檢查並修正 AI 整理的需求說明，決定是否接受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39112" y="3995928"/>
            <a:ext cx="1572768" cy="47548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接受紀錄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557015" y="2926080"/>
            <a:ext cx="146304" cy="219456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66744" y="1325880"/>
            <a:ext cx="1572768" cy="777240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微軟正黑體"/>
              </a:rPr>
              <a:t>3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AI＋產品負責人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66744" y="2157984"/>
            <a:ext cx="1572768" cy="17830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82296" bIns="82296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AI 產出規格並套用資安規範（入口網站不新增個資）；疑慮交給規範負責人處理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66744" y="3995928"/>
            <a:ext cx="1572768" cy="47548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spec.md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184648" y="2926080"/>
            <a:ext cx="146304" cy="219456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94376" y="1325880"/>
            <a:ext cx="1572768" cy="777240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微軟正黑體"/>
              </a:rPr>
              <a:t>4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工程師＋AI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4376" y="2157984"/>
            <a:ext cx="1572768" cy="17830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82296" bIns="82296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AI 寫實作計畫：改哪些檔案、順序、風險（核心系統每秒 50 次請求上限，要加快取）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94376" y="3995928"/>
            <a:ext cx="1572768" cy="47548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plan.md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812280" y="2926080"/>
            <a:ext cx="146304" cy="219456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22008" y="1325880"/>
            <a:ext cx="1572768" cy="777240"/>
          </a:xfrm>
          <a:prstGeom prst="rect">
            <a:avLst/>
          </a:prstGeom>
          <a:solidFill>
            <a:srgbClr val="A1A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微軟正黑體"/>
              </a:rPr>
              <a:t>5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22008" y="2157984"/>
            <a:ext cx="1572768" cy="17830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82296" bIns="82296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照計畫寫程式並自己跑測試，四種理賠狀態都要通過，畫面截圖比對設計稿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22008" y="3995928"/>
            <a:ext cx="1572768" cy="47548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程式＋測試結果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439912" y="2926080"/>
            <a:ext cx="146304" cy="219456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49640" y="1325880"/>
            <a:ext cx="1572768" cy="77724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微軟正黑體"/>
              </a:rPr>
              <a:t>6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AI 審查＋人核准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49640" y="2157984"/>
            <a:ext cx="1572768" cy="17830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82296" bIns="82296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AI 依審查規則查錯誤、資安、合規；程式負責人核准合併；發布經理授權上線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995928"/>
            <a:ext cx="1572768" cy="47548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審查與核准紀錄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0067544" y="2926080"/>
            <a:ext cx="146304" cy="219456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77272" y="1325880"/>
            <a:ext cx="1572768" cy="777240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微軟正黑體"/>
              </a:rPr>
              <a:t>7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監控＋AI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77272" y="2157984"/>
            <a:ext cx="1572768" cy="17830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82296" bIns="82296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錯誤率超出正常範圍時，AI 先診斷，必要時執行事先演練的回復，寫成新的需求說明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177272" y="3995928"/>
            <a:ext cx="1572768" cy="47548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事件紀錄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4709160"/>
            <a:ext cx="11384280" cy="86868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BA 的觀察：</a:t>
            </a: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整個過程中，人做了三件事：說清楚問題（第 1 步）、決定要不要做（第 2 步）、決定能不能上線（第 6 步）。其餘起草、計畫、寫程式、測試、初審都由 AI 先做，再交給人看。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6089904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深橘為人做決定的步驟。數字（三分之一通話時間、每秒 50 次）為手冊示例，非實際客戶資料。來源：Anthropic《The AI-Native SDLC Playbook》，第 12–20、48–52 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手冊範例原文：需求說明與實作計畫長什麼樣子（附中文翻譯）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對外說明版｜內容整理自 Anthropic《The AI-Native SDLC Playbook》｜時間縮短幅度為該手冊所述預期，實際以試點量測為準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5532120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需求說明（intent.md）：理賠部門同仁和 AI 討論後產出</a:t>
            </a:r>
          </a:p>
        </p:txBody>
      </p:sp>
      <p:pic>
        <p:nvPicPr>
          <p:cNvPr id="8" name="Picture 7" descr="i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338" y="1719072"/>
            <a:ext cx="4592403" cy="26974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11480" y="4498848"/>
            <a:ext cx="5532120" cy="153619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Arial"/>
                <a:ea typeface="微軟正黑體"/>
              </a:rPr>
              <a:t>中文翻譯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Arial"/>
                <a:ea typeface="微軟正黑體"/>
              </a:rPr>
              <a:t>標題：理賠進度自助查詢｜提出者：理賠作業 J. Ortiz｜狀態：草稿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Arial"/>
                <a:ea typeface="微軟正黑體"/>
              </a:rPr>
              <a:t>問題：客戶打電話問理賠進度，處理人員約三分之一通話時間只在回答進度。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Arial"/>
                <a:ea typeface="微軟正黑體"/>
              </a:rPr>
              <a:t>期望結果：客戶在網站上看到理賠狀態、下一步與預計日期。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Arial"/>
                <a:ea typeface="微軟正黑體"/>
              </a:rPr>
              <a:t>影響對象：理賠人員、網站團隊、理賠核心系統 API。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Arial"/>
                <a:ea typeface="微軟正黑體"/>
              </a:rPr>
              <a:t>限制：網站不新增個資，只用現有登入方式。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Arial"/>
                <a:ea typeface="微軟正黑體"/>
              </a:rPr>
              <a:t>待釐清：外部理賠公估人是否也需要使用？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98448"/>
            <a:ext cx="5532120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實作計畫（plan.md）：工程師核准後才開始寫程式</a:t>
            </a:r>
          </a:p>
        </p:txBody>
      </p:sp>
      <p:pic>
        <p:nvPicPr>
          <p:cNvPr id="11" name="Picture 10" descr="pl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6379" y="1719072"/>
            <a:ext cx="4886640" cy="26974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263640" y="4498848"/>
            <a:ext cx="5532120" cy="153619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Arial"/>
                <a:ea typeface="微軟正黑體"/>
              </a:rPr>
              <a:t>中文翻譯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Arial"/>
                <a:ea typeface="微軟正黑體"/>
              </a:rPr>
              <a:t>標題：理賠進度自助查詢（依 2026-06-02 的需求說明）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Arial"/>
                <a:ea typeface="微軟正黑體"/>
              </a:rPr>
              <a:t>要改的檔案：網站理賠狀態面板（新增）、理賠 API 路由與測試。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微軟正黑體"/>
                <a:ea typeface="微軟正黑體"/>
              </a:rPr>
              <a:t>工作順序：① 在現有驗證下新增狀態 API　② 面板串接 API　③ 放進網站選單。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Arial"/>
                <a:ea typeface="微軟正黑體"/>
              </a:rPr>
              <a:t>風險：理賠核心 API 每秒最多 50 次請求，面板必須做快取。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Arial"/>
                <a:ea typeface="微軟正黑體"/>
              </a:rPr>
              <a:t>完成證明：測試涵蓋四種理賠狀態；畫面截圖與核准的設計稿一致。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6089904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圖：Anthropic《The AI-Native SDLC Playbook》 第 13、20 頁。兩份檔案都是一般文字，產品負責人和 AI 都能直接閱讀與修改；內容為手冊示例，非客戶資料。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每一步都留下紀錄：串起來就是一條完整的稽核軌跡，回答「誰要了什麼、誰核准」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對外說明版｜內容整理自 Anthropic《The AI-Native SDLC Playbook》｜時間縮短幅度為該手冊所述預期，實際以試點量測為準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1691640" cy="6858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intent.md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Arial"/>
                <a:ea typeface="微軟正黑體"/>
              </a:rPr>
              <a:t>需求說明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066543"/>
            <a:ext cx="1691640" cy="7315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誰提出、什麼時候、要解決什麼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30552" y="1536192"/>
            <a:ext cx="164592" cy="256032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31720" y="1325880"/>
            <a:ext cx="1691640" cy="6858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spec.md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Arial"/>
                <a:ea typeface="微軟正黑體"/>
              </a:rPr>
              <a:t>規格書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2066543"/>
            <a:ext cx="1691640" cy="7315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套用了哪些規範、哪些疑慮怎麼處理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50791" y="1536192"/>
            <a:ext cx="164592" cy="256032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325880"/>
            <a:ext cx="1691640" cy="6858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plan.md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Arial"/>
                <a:ea typeface="微軟正黑體"/>
              </a:rPr>
              <a:t>實作計畫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2066543"/>
            <a:ext cx="1691640" cy="7315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誰核准了做法與風險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71032" y="1536192"/>
            <a:ext cx="164592" cy="256032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325880"/>
            <a:ext cx="1691640" cy="6858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程式＋測試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Arial"/>
                <a:ea typeface="微軟正黑體"/>
              </a:rPr>
              <a:t>改動本身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066543"/>
            <a:ext cx="1691640" cy="7315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改了什麼、測試是否通過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891272" y="1536192"/>
            <a:ext cx="164592" cy="256032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325880"/>
            <a:ext cx="1691640" cy="6858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PR 審查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Arial"/>
                <a:ea typeface="微軟正黑體"/>
              </a:rPr>
              <a:t>審查紀錄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2066543"/>
            <a:ext cx="1691640" cy="7315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AI 找到什麼、人怎麼決定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811512" y="1536192"/>
            <a:ext cx="164592" cy="256032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12680" y="1325880"/>
            <a:ext cx="1691640" cy="6858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事件紀錄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Arial"/>
                <a:ea typeface="微軟正黑體"/>
              </a:rPr>
              <a:t>維運紀錄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12680" y="2066543"/>
            <a:ext cx="1691640" cy="7315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發生什麼、怎麼處理、學到什麼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017520"/>
            <a:ext cx="548640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已經有 Jira、ServiceNow 或需求管理系統，怎麼辦？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474720"/>
            <a:ext cx="2103120" cy="74980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000000"/>
                </a:solidFill>
                <a:latin typeface="Arial"/>
                <a:ea typeface="微軟正黑體"/>
              </a:rPr>
              <a:t>以程式庫為準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3474720"/>
            <a:ext cx="3337560" cy="74980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需求說明、規格等檔案是正式紀錄，舊系統放連結。一個工具、一個時間戳記，最乾淨。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297680"/>
            <a:ext cx="2103120" cy="74980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000000"/>
                </a:solidFill>
                <a:latin typeface="Arial"/>
                <a:ea typeface="微軟正黑體"/>
              </a:rPr>
              <a:t>以現有系統為準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4297680"/>
            <a:ext cx="3337560" cy="74980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Jira 等系統是正式紀錄，AI 開工時讀取、做完寫回；檔案只是工作副本。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5120640"/>
            <a:ext cx="2103120" cy="74980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至少互相連結（起步建議）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5120640"/>
            <a:ext cx="3337560" cy="74980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檔案記下工單編號，工單記下檔案版本號。接受兩個來源並存，先讓兩邊能對上。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017520"/>
            <a:ext cx="553212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稽核時可以直接回答的三個問題</a:t>
            </a:r>
          </a:p>
        </p:txBody>
      </p:sp>
      <p:sp>
        <p:nvSpPr>
          <p:cNvPr id="32" name="Oval 31"/>
          <p:cNvSpPr/>
          <p:nvPr/>
        </p:nvSpPr>
        <p:spPr>
          <a:xfrm>
            <a:off x="6263640" y="3630168"/>
            <a:ext cx="438912" cy="438912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12280" y="3474720"/>
            <a:ext cx="4983480" cy="74980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Arial"/>
                <a:ea typeface="微軟正黑體"/>
              </a:rPr>
              <a:t>誰要求了什麼？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需求說明檔的作者、時間與修改歷程</a:t>
            </a:r>
          </a:p>
        </p:txBody>
      </p:sp>
      <p:sp>
        <p:nvSpPr>
          <p:cNvPr id="34" name="Oval 33"/>
          <p:cNvSpPr/>
          <p:nvPr/>
        </p:nvSpPr>
        <p:spPr>
          <a:xfrm>
            <a:off x="6263640" y="4453128"/>
            <a:ext cx="438912" cy="438912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12280" y="4297680"/>
            <a:ext cx="4983480" cy="74980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Arial"/>
                <a:ea typeface="微軟正黑體"/>
              </a:rPr>
              <a:t>AI 產出了什麼？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規格、計畫、程式與測試結果，以及當時套用的規範版本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5276088"/>
            <a:ext cx="438912" cy="438912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12280" y="5120640"/>
            <a:ext cx="4983480" cy="74980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Arial"/>
                <a:ea typeface="微軟正黑體"/>
              </a:rPr>
              <a:t>誰核准？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每個關卡的核准人與時間，記在合併與審查紀錄中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6089904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不需要汰換現有系統，重點是每一種紀錄都說清楚「以哪個系統為準」。來源：Anthropic《The AI-Native SDLC Playbook》，第 6–7、22 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人在哪裡把關：五個關鍵決定由指定的人做，AI 寫的程式不能自己核准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對外說明版｜內容整理自 Anthropic《The AI-Native SDLC Playbook》｜時間縮短幅度為該手冊所述預期，實際以試點量測為準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156362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關卡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280160"/>
            <a:ext cx="270662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誰決定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280160"/>
            <a:ext cx="362102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決定什麼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280160"/>
            <a:ext cx="334670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怎麼確保一定經過這一關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682495"/>
            <a:ext cx="1563624" cy="67665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微軟正黑體"/>
                <a:ea typeface="微軟正黑體"/>
              </a:rPr>
              <a:t>① 接受需求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1682495"/>
            <a:ext cx="2706624" cy="67665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產品負責人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682495"/>
            <a:ext cx="3621024" cy="67665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這個想法值不值得做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1682495"/>
            <a:ext cx="3346704" cy="67665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接受或關閉需求說明，留下紀錄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395728"/>
            <a:ext cx="1563624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微軟正黑體"/>
                <a:ea typeface="微軟正黑體"/>
              </a:rPr>
              <a:t>② 確認規格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0" y="2395728"/>
            <a:ext cx="2706624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產品負責人（高風險找技術主管）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2395728"/>
            <a:ext cx="3621024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規格有沒有解決原本的問題，標出的疑慮是否已找規範負責人處理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2395728"/>
            <a:ext cx="3346704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規格與需求說明一起存檔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108960"/>
            <a:ext cx="1563624" cy="67665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微軟正黑體"/>
                <a:ea typeface="微軟正黑體"/>
              </a:rPr>
              <a:t>③ 核准計畫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3108960"/>
            <a:ext cx="2706624" cy="67665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工程師（高風險找技術主管或架構師）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3108960"/>
            <a:ext cx="3621024" cy="67665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要怎麼改、最大的風險在哪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3108960"/>
            <a:ext cx="3346704" cy="67665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計畫模式下，核准前 AI 不能修改任何檔案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822191"/>
            <a:ext cx="1563624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微軟正黑體"/>
                <a:ea typeface="微軟正黑體"/>
              </a:rPr>
              <a:t>④ 核准合併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0" y="3822191"/>
            <a:ext cx="2706624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程式負責人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3822191"/>
            <a:ext cx="3621024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改動是否符合原意、風險能否接受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3822191"/>
            <a:ext cx="3346704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分支保護：沒有程式負責人核准就不能合併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535424"/>
            <a:ext cx="1563624" cy="67665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微軟正黑體"/>
                <a:ea typeface="微軟正黑體"/>
              </a:rPr>
              <a:t>⑤ 授權上線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0" y="4535424"/>
            <a:ext cx="2706624" cy="67665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發布經理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4535424"/>
            <a:ext cx="3621024" cy="67665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能不能進入正式環境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4535424"/>
            <a:ext cx="3346704" cy="67665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上線閘門：沒有授權，上線指令會被擋下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257800"/>
            <a:ext cx="91440" cy="713232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257800"/>
            <a:ext cx="11292840" cy="71323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原則：</a:t>
            </a:r>
            <a:r>
              <a:rPr sz="1300" b="0">
                <a:solidFill>
                  <a:srgbClr val="000000"/>
                </a:solidFill>
                <a:latin typeface="Arial"/>
                <a:ea typeface="微軟正黑體"/>
              </a:rPr>
              <a:t>AI 可以一路做到正式環境的門口，但不能自己開門。寫程式的 AI 沒有核准權限，職責分離和現在一樣。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6089904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來源：Anthropic《The AI-Native SDLC Playbook》，第 13、17、20、39、46 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上線後出事怎麼辦：AI 在事件頻道當第一線回應，但「要不要回復」由人說了算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對外說明版｜內容整理自 Anthropic《The AI-Native SDLC Playbook》｜時間縮短幅度為該手冊所述預期，實際以試點量測為準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6035040" cy="29777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1480" y="4349388"/>
            <a:ext cx="60350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圖：Anthropic《The AI-Native SDLC Playbook》 圖 4「A first responder in the incident channel」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6720840" y="1325880"/>
            <a:ext cx="50749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對話中文翻譯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737360"/>
            <a:ext cx="5074920" cy="7315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Arial"/>
                <a:ea typeface="微軟正黑體"/>
              </a:rPr>
              <a:t>22:04　R. Mehta（工程師）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結帳頁的 5xx 錯誤率從 21:40 上版後一直上升，@claude 幫忙看一下？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0840" y="2523744"/>
            <a:ext cx="5074920" cy="7315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Arial"/>
                <a:ea typeface="微軟正黑體"/>
              </a:rPr>
              <a:t>22:07　Claude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處理中，正在比對錯誤特徵與這次上版的差異。原因看起來是新的快取鍵漏掉了租戶 ID。今天早上已在測試環境演練過回復，要執行嗎？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3310128"/>
            <a:ext cx="5074920" cy="73152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22:08　R. Mehta（工程師）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執行。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4096512"/>
            <a:ext cx="5074920" cy="7315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Arial"/>
                <a:ea typeface="微軟正黑體"/>
              </a:rPr>
              <a:t>22:12　Claude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已回復。5xx 錯誤率回到正常範圍，事後檢討已寫入 lessons/2026-06-checkout-cache.md。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983480"/>
            <a:ext cx="11384280" cy="100584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重點：</a:t>
            </a: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AI 先診斷原因並提出建議，但只有工程師回覆「執行」之後才回復上一版。請求、診斷、人的授權、處理結果都留在同一個頻道，頻道本身就是稽核軌跡；事後檢討寫成檔案，下次遇到類似事件可以直接參考。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089904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Claude Tag 在手冊撰寫時為 Slack 上的公開測試版，對客戶說明前先確認現況。來源：Anthropic《The AI-Native SDLC Playbook》，第 52 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控制機制白話版：規範手冊讓 AI 照著做，自動閘門讓違規做不到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對外說明版｜內容整理自 Anthropic《The AI-Native SDLC Playbook》｜時間縮短幅度為該手冊所述預期，實際以試點量測為準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5532120" cy="20116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91440" cy="201168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435607"/>
            <a:ext cx="512064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  <a:ea typeface="微軟正黑體"/>
              </a:rPr>
              <a:t>技能（Skill）</a:t>
            </a: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　＝　AI 會讀的公司規範手冊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92807"/>
            <a:ext cx="512064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資安、API、品牌規範寫成檔案，AI 寫程式時自動套用。規範改了，大家下一次使用就是新版。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843784"/>
            <a:ext cx="2651760" cy="365760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建議性：讓違規變少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325880"/>
            <a:ext cx="5532120" cy="20116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325880"/>
            <a:ext cx="91440" cy="201168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1435607"/>
            <a:ext cx="512064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  <a:ea typeface="微軟正黑體"/>
              </a:rPr>
              <a:t>鉤子（Hook）</a:t>
            </a: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　＝　AI 動作前的自動閘門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1892807"/>
            <a:ext cx="512064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AI 每個動作前先檢查，可以放行、要求核准或擋下。例如沒有變更單不能改基礎設施，修錯時不能改測試。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2843784"/>
            <a:ext cx="2651760" cy="365760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強制性：讓違規幾乎做不到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474720"/>
            <a:ext cx="5532120" cy="20116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474720"/>
            <a:ext cx="91440" cy="201168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584448"/>
            <a:ext cx="512064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  <a:ea typeface="微軟正黑體"/>
              </a:rPr>
              <a:t>集中管理設定</a:t>
            </a: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　＝　IT 統一鎖定的規則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041648"/>
            <a:ext cx="512064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禁止讀取密碼與金鑰檔、限制可連的網站、只用公司核准的外掛。工程師無法自行關閉。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992624"/>
            <a:ext cx="2651760" cy="365760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由 IT 管理，個人改不動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474720"/>
            <a:ext cx="5532120" cy="20116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474720"/>
            <a:ext cx="91440" cy="201168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3584448"/>
            <a:ext cx="512064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  <a:ea typeface="微軟正黑體"/>
              </a:rPr>
              <a:t>分環境授權</a:t>
            </a: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　＝　環境越重要，AI 權限越小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4041648"/>
            <a:ext cx="512064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開發環境 AI 可以自由部署；正式環境由 AI 準備、發布經理授權。退回上一版是最常演練的流程。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4992624"/>
            <a:ext cx="2651760" cy="365760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正式環境一定要人授權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760720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手冊原話：技能讓違規變少，鉤子讓違規幾乎不可能。來源：Anthropic《The AI-Native SDLC Playbook》，第 25–27、40–46 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客戶最常問的五個問題，以及可以怎麼回答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對外說明版｜內容整理自 Anthropic《The AI-Native SDLC Playbook》｜時間縮短幅度為該手冊所述預期，實際以試點量測為準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288950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客戶問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280160"/>
            <a:ext cx="842162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可以這樣回答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82495"/>
            <a:ext cx="2889504" cy="82295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會不會失控？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682495"/>
            <a:ext cx="8421624" cy="82295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AI 只能走核准過的路徑。正式上線一定要指定的人授權，每一次放行或阻擋都有時間戳記。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542032"/>
            <a:ext cx="2889504" cy="8229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出事誰負責？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2542032"/>
            <a:ext cx="8421624" cy="8229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每個需要判斷的決定都由人做，並記在版本紀錄中。寫程式的 AI 不能核准自己的程式，職責分離不變。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401568"/>
            <a:ext cx="2889504" cy="82295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會和現有 Jira、變更管理衝突嗎？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3401568"/>
            <a:ext cx="8421624" cy="82295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不需要汰換。每種紀錄指定一個「以誰為準」的系統，其他系統放連結；起步可先做互相連結。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261104"/>
            <a:ext cx="2889504" cy="8229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機密資料安全嗎？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4261104"/>
            <a:ext cx="8421624" cy="8229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IT 可統一禁止 AI 讀取金鑰與機密檔、限制對外連線、在隔離環境執行。也可透過 AWS Bedrock、Google Vertex 或 Microsoft Foundry 使用，留在公司既有的雲端合約內。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5120640"/>
            <a:ext cx="2889504" cy="82295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怎麼知道有沒有效？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5120640"/>
            <a:ext cx="8421624" cy="82295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用版本紀錄與 CI 系統本來就有的資料量測，例如需求定稿時間、第一次就通過測試的比例、審查等待時間、上線失敗率。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6089904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來源：Anthropic《The AI-Native SDLC Playbook》，第 22、37、41–46 頁。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怎麼衡量成效：數據大多已經在版本紀錄和 CI 系統裡，不需要另外填表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對外說明版｜內容整理自 Anthropic《The AI-Native SDLC Playbook》｜時間縮短幅度為該手冊所述預期，實際以試點量測為準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106070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階段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1280160"/>
            <a:ext cx="544982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先看（領先指標）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995160" y="1280160"/>
            <a:ext cx="476402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後看（落後指標）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682495"/>
            <a:ext cx="1060704" cy="56692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規劃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8760" y="1682495"/>
            <a:ext cx="5449824" cy="56692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從第一次討論到需求說明定稿的時間（手冊預期由數週降到數小時）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95160" y="1682495"/>
            <a:ext cx="4764024" cy="56692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被接受、進入設計的需求比例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286000"/>
            <a:ext cx="1060704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設計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08760" y="2286000"/>
            <a:ext cx="5449824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需求說明到規格定稿的時間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95160" y="2286000"/>
            <a:ext cx="4764024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開發開始後還要改規格的次數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889504"/>
            <a:ext cx="1060704" cy="56692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開發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2889504"/>
            <a:ext cx="5449824" cy="56692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第一次實作就能合併的比例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2889504"/>
            <a:ext cx="4764024" cy="56692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每個改動的返工次數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493008"/>
            <a:ext cx="1060704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測試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08760" y="3493008"/>
            <a:ext cx="5449824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AI 改動第一次就通過 CI 的比例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3493008"/>
            <a:ext cx="4764024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每個 PR 的審查時間、上線失敗率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096512"/>
            <a:ext cx="1060704" cy="56692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上線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08760" y="4096512"/>
            <a:ext cx="5449824" cy="56692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第一次審查的等待時間（目標降到分鐘級）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95160" y="4096512"/>
            <a:ext cx="4764024" cy="56692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合併前抓到的缺陷，對比上線後才發現的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700016"/>
            <a:ext cx="1060704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維運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08760" y="4700016"/>
            <a:ext cx="5449824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異常發生到寫成需求說明的時間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95160" y="4700016"/>
            <a:ext cx="4764024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同類事件重複發生的次數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413248"/>
            <a:ext cx="11384280" cy="50292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建議：</a:t>
            </a: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試點前先記下現況基準，試點後用同一套指標比較，對外只引用自己量到的數字。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6053328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整體交付績效可再搭配業界常用的 DORA 指標（部署頻率、交付時間、變更失敗率、復原時間）。來源：Anthropic《The AI-Native SDLC Playbook》，各階段「How to measure it」。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導入順序圖：橘色項目不需要任何前置條件，可以先做；箭頭代表誰要先於誰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對外說明版｜內容整理自 Anthropic《The AI-Native SDLC Playbook》｜時間縮短幅度為該手冊所述預期，實際以試點量測為準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mb-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7498079" cy="282642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1480" y="4198024"/>
            <a:ext cx="7498079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圖：Anthropic《The AI-Native SDLC Playbook》 圖 3「The play dependency graph」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8183879" y="1325880"/>
            <a:ext cx="36118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圖中方塊中文對照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79" y="1737360"/>
            <a:ext cx="1783080" cy="301752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  <a:ea typeface="微軟正黑體"/>
              </a:rPr>
              <a:t>Capture intent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12680" y="1737360"/>
            <a:ext cx="1783080" cy="3017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Arial"/>
                <a:ea typeface="微軟正黑體"/>
              </a:rPr>
              <a:t>記錄需求（需求說明）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2075688"/>
            <a:ext cx="1783080" cy="3017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00000"/>
                </a:solidFill>
                <a:latin typeface="Arial"/>
                <a:ea typeface="微軟正黑體"/>
              </a:rPr>
              <a:t>Requirements &amp; design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12680" y="2075688"/>
            <a:ext cx="1783080" cy="3017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Arial"/>
                <a:ea typeface="微軟正黑體"/>
              </a:rPr>
              <a:t>需求與設計規格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2414015"/>
            <a:ext cx="1783080" cy="3017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00000"/>
                </a:solidFill>
                <a:latin typeface="Arial"/>
                <a:ea typeface="微軟正黑體"/>
              </a:rPr>
              <a:t>Skills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12680" y="2414015"/>
            <a:ext cx="1783080" cy="3017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Arial"/>
                <a:ea typeface="微軟正黑體"/>
              </a:rPr>
              <a:t>技能（規範手冊）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2752344"/>
            <a:ext cx="1783080" cy="301752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  <a:ea typeface="微軟正黑體"/>
              </a:rPr>
              <a:t>CLAUDE.md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12680" y="2752344"/>
            <a:ext cx="1783080" cy="3017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Arial"/>
                <a:ea typeface="微軟正黑體"/>
              </a:rPr>
              <a:t>團隊說明檔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3090672"/>
            <a:ext cx="1783080" cy="3017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00000"/>
                </a:solidFill>
                <a:latin typeface="Arial"/>
                <a:ea typeface="微軟正黑體"/>
              </a:rPr>
              <a:t>Subagents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12680" y="3090672"/>
            <a:ext cx="1783080" cy="3017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Arial"/>
                <a:ea typeface="微軟正黑體"/>
              </a:rPr>
              <a:t>子代理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9" y="3429000"/>
            <a:ext cx="1783080" cy="301752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  <a:ea typeface="微軟正黑體"/>
              </a:rPr>
              <a:t>Plan mode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12680" y="3429000"/>
            <a:ext cx="1783080" cy="3017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Arial"/>
                <a:ea typeface="微軟正黑體"/>
              </a:rPr>
              <a:t>計畫模式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3767327"/>
            <a:ext cx="1783080" cy="3017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00000"/>
                </a:solidFill>
                <a:latin typeface="Arial"/>
                <a:ea typeface="微軟正黑體"/>
              </a:rPr>
              <a:t>Evals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12680" y="3767327"/>
            <a:ext cx="1783080" cy="3017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Arial"/>
                <a:ea typeface="微軟正黑體"/>
              </a:rPr>
              <a:t>持續評測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79" y="4105656"/>
            <a:ext cx="1783080" cy="301752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  <a:ea typeface="微軟正黑體"/>
              </a:rPr>
              <a:t>Feedback loop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12680" y="4105656"/>
            <a:ext cx="1783080" cy="3017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Arial"/>
                <a:ea typeface="微軟正黑體"/>
              </a:rPr>
              <a:t>AI 自我驗證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4443983"/>
            <a:ext cx="1783080" cy="3017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00000"/>
                </a:solidFill>
                <a:latin typeface="Arial"/>
                <a:ea typeface="微軟正黑體"/>
              </a:rPr>
              <a:t>PR review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12680" y="4443983"/>
            <a:ext cx="1783080" cy="3017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Arial"/>
                <a:ea typeface="微軟正黑體"/>
              </a:rPr>
              <a:t>PR 審查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79" y="4782312"/>
            <a:ext cx="1783080" cy="3017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00000"/>
                </a:solidFill>
                <a:latin typeface="Arial"/>
                <a:ea typeface="微軟正黑體"/>
              </a:rPr>
              <a:t>CI/CD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12680" y="4782312"/>
            <a:ext cx="1783080" cy="3017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Arial"/>
                <a:ea typeface="微軟正黑體"/>
              </a:rPr>
              <a:t>自動化流水線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79" y="5120640"/>
            <a:ext cx="1783080" cy="301752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  <a:ea typeface="微軟正黑體"/>
              </a:rPr>
              <a:t>Hooks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12680" y="5120640"/>
            <a:ext cx="1783080" cy="3017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Arial"/>
                <a:ea typeface="微軟正黑體"/>
              </a:rPr>
              <a:t>鉤子（自動閘門）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79" y="5458968"/>
            <a:ext cx="1783080" cy="3017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00000"/>
                </a:solidFill>
                <a:latin typeface="Arial"/>
                <a:ea typeface="微軟正黑體"/>
              </a:rPr>
              <a:t>Closing the loop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12680" y="5458968"/>
            <a:ext cx="1783080" cy="3017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Arial"/>
                <a:ea typeface="微軟正黑體"/>
              </a:rPr>
              <a:t>閉環維運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4572000"/>
            <a:ext cx="7498079" cy="141732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怎麼讀：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圖由左到右分成規劃、設計、開發、測試、上線、維運六欄。橘色方塊是入口，不需要先做任何事就能開始；實線箭頭表示「A 要先於 B」；虛線表示「有幫助但不是必要」。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例如：PR 審查要等團隊說明檔與技能到位，閉環維運則要等審查、鉤子與 CI/CD 都準備好，所以放在最後。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6089904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來源：Anthropic《The AI-Native SDLC Playbook》，第 8–9 頁。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怎麼開始：先做不需要前置條件的項目，再一步一步把循環接起來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對外說明版｜內容整理自 Anthropic《The AI-Native SDLC Playbook》｜時間縮短幅度為該手冊所述預期，實際以試點量測為準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3611880" cy="6858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軟正黑體"/>
              </a:rPr>
              <a:t>第一步｜先做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Arial"/>
                <a:ea typeface="微軟正黑體"/>
              </a:rPr>
              <a:t>不需要任何前置條件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057400"/>
            <a:ext cx="3611880" cy="25146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Arial"/>
                <a:ea typeface="微軟正黑體"/>
              </a:rPr>
              <a:t>・需求說明範本（intent.md）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Arial"/>
                <a:ea typeface="微軟正黑體"/>
              </a:rPr>
              <a:t>・團隊說明檔（CLAUDE.md）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Arial"/>
                <a:ea typeface="微軟正黑體"/>
              </a:rPr>
              <a:t>・把一條常被漏掉的規範寫成技能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Arial"/>
                <a:ea typeface="微軟正黑體"/>
              </a:rPr>
              <a:t>・讓 AI 自己跑測試再交件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Arial"/>
                <a:ea typeface="微軟正黑體"/>
              </a:rPr>
              <a:t>・用鉤子守住現有的核准關卡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41648" y="3108960"/>
            <a:ext cx="182880" cy="292608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33672" y="1325880"/>
            <a:ext cx="3611880" cy="685800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軟正黑體"/>
              </a:rPr>
              <a:t>第二步｜串起來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Arial"/>
                <a:ea typeface="微軟正黑體"/>
              </a:rPr>
              <a:t>以第一步為基礎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3672" y="2057400"/>
            <a:ext cx="3611880" cy="25146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Arial"/>
                <a:ea typeface="微軟正黑體"/>
              </a:rPr>
              <a:t>・設計規格由 AI 起草、人審核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Arial"/>
                <a:ea typeface="微軟正黑體"/>
              </a:rPr>
              <a:t>・計畫模式成為開發的起點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Arial"/>
                <a:ea typeface="微軟正黑體"/>
              </a:rPr>
              <a:t>・AI 參與 PR 審查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Arial"/>
                <a:ea typeface="微軟正黑體"/>
              </a:rPr>
              <a:t>・AI 設定變更要跑持續評測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63840" y="3108960"/>
            <a:ext cx="182880" cy="292608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55863" y="1325880"/>
            <a:ext cx="3611880" cy="685800"/>
          </a:xfrm>
          <a:prstGeom prst="rect">
            <a:avLst/>
          </a:prstGeom>
          <a:solidFill>
            <a:srgbClr val="A1A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軟正黑體"/>
              </a:rPr>
              <a:t>第三步｜自動化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Arial"/>
                <a:ea typeface="微軟正黑體"/>
              </a:rPr>
              <a:t>關卡都到位之後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55863" y="2057400"/>
            <a:ext cx="3611880" cy="25146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Arial"/>
                <a:ea typeface="微軟正黑體"/>
              </a:rPr>
              <a:t>・AI 進入 CI/CD（先唯讀，再寫入）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Arial"/>
                <a:ea typeface="微軟正黑體"/>
              </a:rPr>
              <a:t>・監控觸發 AI 診斷，結果回到規劃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Arial"/>
                <a:ea typeface="微軟正黑體"/>
              </a:rPr>
              <a:t>・事件頻道裡由 AI 擔任第一線回應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754880"/>
            <a:ext cx="11384280" cy="118872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第一個試點怎麼挑：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依手冊建議，挑「規格清楚、影響範圍小、已經有測試覆蓋」的日常工作。先用人工逐步帶著 AI 做，關卡穩定後，再讓核准過的檔案自動觸發下一步。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提醒：</a:t>
            </a: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自動化要在核准關卡都到位之後才做，否則只是讓沒把關的東西更快上線。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6053328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各項目的先後順序見上一頁導入順序圖。來源：Anthropic《The AI-Native SDLC Playbook》，第 8–9、21、44 頁。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PwC FSC1 能提供什麼：四個服務模組，從診斷、規範設計、陪跑教學到量測擴大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對外說明版｜內容整理自 Anthropic《The AI-Native SDLC Playbook》｜時間縮短幅度為該手冊所述預期，實際以試點量測為準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2743200" cy="713232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①　現況診斷與導入藍圖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057400"/>
            <a:ext cx="2743200" cy="23317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盤點客戶六個階段的審查、核准與交接方式，找出真正卡住的地方；對照手冊的導入順序圖排出先後，挑出第一個試點。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434840"/>
            <a:ext cx="2743200" cy="77724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交付成果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瓶頸地圖、導入藍圖、試點選擇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80" y="3063240"/>
            <a:ext cx="128016" cy="274320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82696" y="1298448"/>
            <a:ext cx="2743200" cy="713232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②　規範與控制設計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82696" y="2057400"/>
            <a:ext cx="2743200" cy="23317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把客戶的資安、法遵、品牌規範寫成 AI 會照做的技能；把必須守住的核准關卡寫成鉤子；設計集中管理設定、分環境授權，以及和既有 Jira、變更管理的對接方式。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82696" y="4434840"/>
            <a:ext cx="2743200" cy="77724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交付成果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技能庫、鉤子清單、管理設定、紀錄對接方案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25896" y="3063240"/>
            <a:ext cx="128016" cy="274320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3912" y="1298448"/>
            <a:ext cx="2743200" cy="713232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③　試點陪跑與教學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3912" y="2057400"/>
            <a:ext cx="2743200" cy="23317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用客戶一個真實需求，帶團隊走完需求說明、規格、計畫、開發測試、審查上線、上線後監看；過程中建立團隊說明檔與審查規則，同步教會每個角色。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3912" y="4434840"/>
            <a:ext cx="2743200" cy="77724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交付成果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完成的試點、團隊說明檔、審查規則、教材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97112" y="3063240"/>
            <a:ext cx="128016" cy="274320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25128" y="1298448"/>
            <a:ext cx="2743200" cy="713232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④　量測與擴大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25128" y="2057400"/>
            <a:ext cx="2743200" cy="23317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試點前後用同一套指標比較，數字站得住再擴大到更多團隊，逐步接上 CI/CD 與閉環維運；需要時由 FSC1 人力駐點支援。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25128" y="4434840"/>
            <a:ext cx="2743200" cy="77724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交付成果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成效報告、擴大路線圖、駐點支援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5349240"/>
            <a:ext cx="11384280" cy="65836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對應手冊：</a:t>
            </a:r>
            <a:r>
              <a:rPr sz="1150" b="0">
                <a:solidFill>
                  <a:srgbClr val="000000"/>
                </a:solidFill>
                <a:latin typeface="微軟正黑體"/>
                <a:ea typeface="微軟正黑體"/>
              </a:rPr>
              <a:t>① 對應導入順序圖與試點選擇；② 對應技能、鉤子、集中管理設定；③ 對應規劃到上線的六個階段；④ 對應各階段的量測指標與閉環維運。客戶可以只買其中一段，也可以從 ① 一路做到 ④。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6089904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服務內容依本簡報與手冊整理；期程與報價依客戶範圍另行提出。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教學計畫：不同角色學不同的東西，每一堂課都用客戶自己的需求實際操作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對外說明版｜內容整理自 Anthropic《The AI-Native SDLC Playbook》｜時間縮短幅度為該手冊所述預期，實際以試點量測為準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21122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對象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280160"/>
            <a:ext cx="4169663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學什麼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1280160"/>
            <a:ext cx="215798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上課方式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1280160"/>
            <a:ext cx="27980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學完能做到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682495"/>
            <a:ext cx="2112264" cy="6949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管理層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1682495"/>
            <a:ext cx="4169663" cy="6949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這套流程怎麼運作、人在哪裡把關、怎麼看成效指標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682495"/>
            <a:ext cx="2157984" cy="6949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概念說明＋決策演練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682495"/>
            <a:ext cx="2798064" cy="6949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能判斷要不要導入、從哪裡開始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414015"/>
            <a:ext cx="2112264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產品負責人／業務單位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2414015"/>
            <a:ext cx="4169663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用自己的話和 AI 討論需求、寫出需求說明，審核 AI 起草的規格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2414015"/>
            <a:ext cx="2157984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實作工作坊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2414015"/>
            <a:ext cx="2798064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能獨立產出一份可交給工程團隊的需求說明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145536"/>
            <a:ext cx="2112264" cy="6949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工程師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3145536"/>
            <a:ext cx="4169663" cy="6949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計畫模式、團隊說明檔、技能、鉤子、平行工作階段、讓 AI 自己驗證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3145536"/>
            <a:ext cx="2157984" cy="6949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實作工作坊＋試點陪跑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3145536"/>
            <a:ext cx="2798064" cy="6949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能用計畫模式完成一個改動，並建立團隊說明檔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877056"/>
            <a:ext cx="2112264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資安、法遵、稽核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3877056"/>
            <a:ext cx="4169663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技能與鉤子如何成為控制、稽核軌跡去哪裡查、誰核准了什麼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3877056"/>
            <a:ext cx="2157984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控制設計工作坊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3877056"/>
            <a:ext cx="2798064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能把一條規範寫成技能，知道怎麼查核紀錄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608576"/>
            <a:ext cx="2112264" cy="6949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平台／IT 管理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4608576"/>
            <a:ext cx="4169663" cy="6949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集中管理設定、沙箱、權限、CI/CD 串接、監控與成本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4608576"/>
            <a:ext cx="2157984" cy="6949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技術設定工作坊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0" y="4608576"/>
            <a:ext cx="2798064" cy="6949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能為全公司下發一致的設定與核准關卡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413248"/>
            <a:ext cx="11384280" cy="59436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教學原則：</a:t>
            </a: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不用通用範例上課。每個角色都拿客戶自己的一個需求、自己的一條規範實際做一次，課程結束時試點已經往前推進。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6089904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各角色內容對應手冊各階段的「Getting started」與「How to execute it」。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為什麼是 PwC FSC1：我們已經實際做出成果，並且熟悉保險業務與治理要求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對外說明版｜內容整理自 Anthropic《The AI-Native SDLC Playbook》｜時間縮短幅度為該手冊所述預期，實際以試點量測為準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5760720" cy="38404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我們已經做出來的成果（請 IT 團隊填寫）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1901952"/>
            <a:ext cx="420624" cy="420624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737360"/>
            <a:ext cx="5257800" cy="768096"/>
          </a:xfrm>
          <a:prstGeom prst="rect">
            <a:avLst/>
          </a:prstGeom>
          <a:solidFill>
            <a:srgbClr val="FFFFFF"/>
          </a:solidFill>
          <a:ln w="15875">
            <a:solidFill>
              <a:srgbClr val="FD510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000000"/>
                </a:solidFill>
                <a:latin typeface="Arial"/>
                <a:ea typeface="微軟正黑體"/>
              </a:rPr>
              <a:t>已經做出來的系統或工具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95959"/>
                </a:solidFill>
                <a:latin typeface="Arial"/>
                <a:ea typeface="微軟正黑體"/>
              </a:rPr>
              <a:t>【IT 團隊填寫】名稱、給誰用、解決了什麼問題</a:t>
            </a:r>
          </a:p>
        </p:txBody>
      </p:sp>
      <p:sp>
        <p:nvSpPr>
          <p:cNvPr id="10" name="Oval 9"/>
          <p:cNvSpPr/>
          <p:nvPr/>
        </p:nvSpPr>
        <p:spPr>
          <a:xfrm>
            <a:off x="411480" y="2743200"/>
            <a:ext cx="420624" cy="420624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578608"/>
            <a:ext cx="5257800" cy="768096"/>
          </a:xfrm>
          <a:prstGeom prst="rect">
            <a:avLst/>
          </a:prstGeom>
          <a:solidFill>
            <a:srgbClr val="FFFFFF"/>
          </a:solidFill>
          <a:ln w="15875">
            <a:solidFill>
              <a:srgbClr val="FD510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000000"/>
                </a:solidFill>
                <a:latin typeface="Arial"/>
                <a:ea typeface="微軟正黑體"/>
              </a:rPr>
              <a:t>用了手冊的哪些做法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95959"/>
                </a:solidFill>
                <a:latin typeface="Arial"/>
                <a:ea typeface="微軟正黑體"/>
              </a:rPr>
              <a:t>【IT 團隊填寫】例如計畫模式、團隊說明檔、技能、鉤子、AI 審查、CI/CD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3584448"/>
            <a:ext cx="420624" cy="420624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419856"/>
            <a:ext cx="5257800" cy="768096"/>
          </a:xfrm>
          <a:prstGeom prst="rect">
            <a:avLst/>
          </a:prstGeom>
          <a:solidFill>
            <a:srgbClr val="FFFFFF"/>
          </a:solidFill>
          <a:ln w="15875">
            <a:solidFill>
              <a:srgbClr val="FD510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000000"/>
                </a:solidFill>
                <a:latin typeface="Arial"/>
                <a:ea typeface="微軟正黑體"/>
              </a:rPr>
              <a:t>量到的成效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95959"/>
                </a:solidFill>
                <a:latin typeface="微軟正黑體"/>
                <a:ea typeface="微軟正黑體"/>
              </a:rPr>
              <a:t>【IT 團隊填寫】導入前 → 導入後，例如需求定稿時間、審查等待時間、上線失敗率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4425696"/>
            <a:ext cx="420624" cy="420624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61104"/>
            <a:ext cx="5257800" cy="768096"/>
          </a:xfrm>
          <a:prstGeom prst="rect">
            <a:avLst/>
          </a:prstGeom>
          <a:solidFill>
            <a:srgbClr val="FFFFFF"/>
          </a:solidFill>
          <a:ln w="15875">
            <a:solidFill>
              <a:srgbClr val="FD510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000000"/>
                </a:solidFill>
                <a:latin typeface="Arial"/>
                <a:ea typeface="微軟正黑體"/>
              </a:rPr>
              <a:t>可以現場示範的內容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95959"/>
                </a:solidFill>
                <a:latin typeface="Arial"/>
                <a:ea typeface="微軟正黑體"/>
              </a:rPr>
              <a:t>【IT 團隊填寫】示範哪一段流程、需要多久、需要什麼環境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1280160"/>
            <a:ext cx="5349240" cy="3840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我們帶給客戶的專業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1737360"/>
            <a:ext cx="5349240" cy="7680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懂保險流程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手冊的主要範例是理賠；FSC1 熟悉理賠、核保、核心系統與 IFRS 17，能直接用客戶的業務情境設計試點。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2578608"/>
            <a:ext cx="5349240" cy="7680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懂治理與控制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能把客戶的控制目標寫成技能與鉤子，並設計稽核看得懂的紀錄。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3419856"/>
            <a:ext cx="5349240" cy="7680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BA 當翻譯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把工程語言轉成管理層與業務單位聽得懂的說法，這份簡報就是成果。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4261104"/>
            <a:ext cx="5349240" cy="7680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能長期陪跑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除了顧問藍圖，FSC1 也能提供核心系統、數據與 AI 治理的駐點人力。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193792"/>
            <a:ext cx="11384280" cy="82296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下一步：</a:t>
            </a:r>
            <a:r>
              <a:rPr sz="1100" b="0">
                <a:solidFill>
                  <a:srgbClr val="000000"/>
                </a:solidFill>
                <a:latin typeface="微軟正黑體"/>
                <a:ea typeface="微軟正黑體"/>
              </a:rPr>
              <a:t>① 30 分鐘現場示範：用客戶提供的一個需求，示範從需求說明到實作計畫。② 現況診斷。③ 選定試點、開始陪跑。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Arial"/>
                <a:ea typeface="微軟正黑體"/>
              </a:rPr>
              <a:t>填寫提醒：</a:t>
            </a:r>
            <a:r>
              <a:rPr sz="1100" b="0">
                <a:solidFill>
                  <a:srgbClr val="595959"/>
                </a:solidFill>
                <a:latin typeface="Arial"/>
                <a:ea typeface="微軟正黑體"/>
              </a:rPr>
              <a:t>左欄只放實際做出來、可以現場展示的成果；數字用實際量到的；不放客戶名稱與機密資料。填寫表見 IT團隊實績填寫表.md。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6089904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客戶若同時是所內審計客戶，推案前先與 Risk &amp; Quality 確認獨立性。左欄填好之前，這一頁不對外使用。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BA 翻譯小抄（1／2）：工程團隊常用詞，對管理層和客戶可以這樣說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對外說明版｜內容整理自 Anthropic《The AI-Native SDLC Playbook》｜時間縮短幅度為該手冊所述預期，實際以試點量測為準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3529584" cy="347472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工程用語</a:t>
            </a:r>
          </a:p>
        </p:txBody>
      </p:sp>
      <p:sp>
        <p:nvSpPr>
          <p:cNvPr id="8" name="Rectangle 7"/>
          <p:cNvSpPr/>
          <p:nvPr/>
        </p:nvSpPr>
        <p:spPr>
          <a:xfrm>
            <a:off x="3977639" y="1280160"/>
            <a:ext cx="7781544" cy="347472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白話說法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64207"/>
            <a:ext cx="3529584" cy="35661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SDLC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39" y="1664207"/>
            <a:ext cx="7781544" cy="35661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軟體從想法到上線、再到維護的整套流程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057400"/>
            <a:ext cx="3529584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intent.md（需求說明）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7639" y="2057400"/>
            <a:ext cx="7781544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提出者用自己的話寫下：要什麼、為什麼、有什麼限制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450591"/>
            <a:ext cx="3529584" cy="35661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spec.md（規格書）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77639" y="2450591"/>
            <a:ext cx="7781544" cy="35661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AI 依需求說明和公司規範起草，人負責審核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843784"/>
            <a:ext cx="3529584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plan.md（實作計畫）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7639" y="2843784"/>
            <a:ext cx="7781544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要改哪些地方、順序、風險、怎麼證明完成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236976"/>
            <a:ext cx="3529584" cy="35661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CLAUDE.md（團隊說明檔）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77639" y="3236976"/>
            <a:ext cx="7781544" cy="35661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新進同仁第一天要知道的事，AI 每次開工都先讀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630168"/>
            <a:ext cx="3529584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Skill（技能）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77639" y="3630168"/>
            <a:ext cx="7781544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AI 會自動套用的公司規範手冊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023360"/>
            <a:ext cx="3529584" cy="35661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Hook（鉤子）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77639" y="4023360"/>
            <a:ext cx="7781544" cy="35661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AI 動作前的自動檢查站：放行、詢問或擋下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416552"/>
            <a:ext cx="3529584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Plan mode（計畫模式）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77639" y="4416552"/>
            <a:ext cx="7781544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AI 只能讀不能改，等人核准計畫才動手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809744"/>
            <a:ext cx="3529584" cy="35661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Auto mode（自動模式）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77639" y="4809744"/>
            <a:ext cx="7781544" cy="35661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計畫核准後，AI 不必每改一處都問人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202936"/>
            <a:ext cx="3529584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PR（Pull request）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77639" y="5202936"/>
            <a:ext cx="7781544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改動送審單：附上改了什麼、測試結果，等人核准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5596127"/>
            <a:ext cx="3529584" cy="35661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Code review（程式審查）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77639" y="5596127"/>
            <a:ext cx="7781544" cy="35661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AI 先查錯誤與資安，人判斷意圖與風險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6089904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用語依手冊原文整理；Claude Tag、Claude Design 等產品名稱為手冊撰寫時的預覽或測試版功能，對客戶說明前先確認現況。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BA 翻譯小抄（2／2）：工程團隊常用詞，對管理層和客戶可以這樣說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對外說明版｜內容整理自 Anthropic《The AI-Native SDLC Playbook》｜時間縮短幅度為該手冊所述預期，實際以試點量測為準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3529584" cy="347472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工程用語</a:t>
            </a:r>
          </a:p>
        </p:txBody>
      </p:sp>
      <p:sp>
        <p:nvSpPr>
          <p:cNvPr id="8" name="Rectangle 7"/>
          <p:cNvSpPr/>
          <p:nvPr/>
        </p:nvSpPr>
        <p:spPr>
          <a:xfrm>
            <a:off x="3977639" y="1280160"/>
            <a:ext cx="7781544" cy="347472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白話說法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64207"/>
            <a:ext cx="3529584" cy="35661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CI/CD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39" y="1664207"/>
            <a:ext cx="7781544" cy="35661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自動建置、測試、部署的流水線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057400"/>
            <a:ext cx="3529584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Eval（評測）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7639" y="2057400"/>
            <a:ext cx="7781544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用一組真實任務考 AI，確認換模型或改設定後品質沒有退步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450591"/>
            <a:ext cx="3529584" cy="35661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Worktree／平行工作階段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77639" y="2450591"/>
            <a:ext cx="7781544" cy="35661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一位工程師同時開幾個 AI 分頭做不同工作，彼此不干擾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843784"/>
            <a:ext cx="3529584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Subagent（子代理）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7639" y="2843784"/>
            <a:ext cx="7781544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專做一件事的小幫手，例如驗證程式能不能正常執行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236976"/>
            <a:ext cx="3529584" cy="35661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MCP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77639" y="3236976"/>
            <a:ext cx="7781544" cy="35661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讓 AI 安全連接其他系統（Jira、部署工具）的標準介面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630168"/>
            <a:ext cx="3529584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Sandbox（沙箱）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77639" y="3630168"/>
            <a:ext cx="7781544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隔離環境：AI 在裡面執行，碰不到不該碰的檔案和網路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023360"/>
            <a:ext cx="3529584" cy="35661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Managed settings（集中管理設定）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77639" y="4023360"/>
            <a:ext cx="7781544" cy="35661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IT 統一下發、工程師不能改的設定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416552"/>
            <a:ext cx="3529584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微軟正黑體"/>
                <a:ea typeface="微軟正黑體"/>
              </a:rPr>
              <a:t>Control band（σ）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77639" y="4416552"/>
            <a:ext cx="7781544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指標的正常波動範圍，超出越多，AI 能做的處理越多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809744"/>
            <a:ext cx="3529584" cy="35661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Rollback（回復）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77639" y="4809744"/>
            <a:ext cx="7781544" cy="35661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一個指令退回上一版，平時就要演練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202936"/>
            <a:ext cx="3529584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DORA 指標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77639" y="5202936"/>
            <a:ext cx="7781544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業界常用的交付績效指標：部署頻率、交付時間、變更失敗率、復原時間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5596127"/>
            <a:ext cx="3529584" cy="35661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OpenTelemetry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77639" y="5596127"/>
            <a:ext cx="7781544" cy="35661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把 AI 每個動作記錄下來、送到監控系統的標準格式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6089904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用語依手冊原文整理；Claude Tag、Claude Design 等產品名稱為手冊撰寫時的預覽或測試版功能，對客戶說明前先確認現況。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對客戶怎麼講：30 秒版本、可以強調的重點，以及要避免的說法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對外說明版｜內容整理自 Anthropic《The AI-Native SDLC Playbook》｜時間縮短幅度為該手冊所述預期，實際以試點量測為準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11384280" cy="38404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30 秒版本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00784"/>
            <a:ext cx="11384280" cy="105156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Arial"/>
                <a:ea typeface="微軟正黑體"/>
              </a:rPr>
              <a:t>「現在 AI 寫程式很快，但如果需求、審查、上線還照舊，整體不會快多少。我們協助你把開發流程重新設計：AI 參與每一步，每一步都留下紀錄，關鍵決定仍由你的人做。先從一個小系統試，用你們既有的版本紀錄和 CI 數據量測成效。」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926080"/>
            <a:ext cx="5532120" cy="384048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可以強調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364992"/>
            <a:ext cx="5532120" cy="260604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・每一步都有紀錄，稽核時可以直接調出來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・寫程式的 AI 不能核准自己的程式，職責分離不變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・可沿用現有的 Jira、ServiceNow 與變更管理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・從不需要前置條件的項目開始，風險小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・正式上線一定要指定的人授權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926080"/>
            <a:ext cx="5532120" cy="3840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避免的說法 → 改成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364992"/>
            <a:ext cx="2286000" cy="60350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95959"/>
                </a:solidFill>
                <a:latin typeface="Arial"/>
                <a:ea typeface="微軟正黑體"/>
              </a:rPr>
              <a:t>「AI 會取代工程師」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5360" y="3557016"/>
            <a:ext cx="256032" cy="219456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15400" y="3364992"/>
            <a:ext cx="2880360" cy="60350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  <a:ea typeface="微軟正黑體"/>
              </a:rPr>
              <a:t>工程師的工作轉為規劃、指揮與審查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4023360"/>
            <a:ext cx="2286000" cy="60350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95959"/>
                </a:solidFill>
                <a:latin typeface="Arial"/>
                <a:ea typeface="微軟正黑體"/>
              </a:rPr>
              <a:t>「以後不用人審了」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595360" y="4215384"/>
            <a:ext cx="256032" cy="219456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15400" y="4023360"/>
            <a:ext cx="2880360" cy="60350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  <a:ea typeface="微軟正黑體"/>
              </a:rPr>
              <a:t>人審集中在高風險與受監理的程式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4681728"/>
            <a:ext cx="2286000" cy="60350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95959"/>
                </a:solidFill>
                <a:latin typeface="Arial"/>
                <a:ea typeface="微軟正黑體"/>
              </a:rPr>
              <a:t>「保證從數週變數小時」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595360" y="4873752"/>
            <a:ext cx="256032" cy="219456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15400" y="4681728"/>
            <a:ext cx="2880360" cy="60350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  <a:ea typeface="微軟正黑體"/>
              </a:rPr>
              <a:t>手冊預期可大幅縮短，實際以試點量測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5340096"/>
            <a:ext cx="2286000" cy="60350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95959"/>
                </a:solidFill>
                <a:latin typeface="Arial"/>
                <a:ea typeface="微軟正黑體"/>
              </a:rPr>
              <a:t>「AI 會自己上線」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595360" y="5532120"/>
            <a:ext cx="256032" cy="219456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5400" y="5340096"/>
            <a:ext cx="2880360" cy="60350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  <a:ea typeface="微軟正黑體"/>
              </a:rPr>
              <a:t>AI 只做到上線前，授權一定由人來做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6053328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推案前：客戶若同時是所內審計客戶，先與 Risk &amp; Quality 確認獨立性；客戶資料不放進任何外部 AI 工具試用。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來源與延伸閱讀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對外說明版｜內容整理自 Anthropic《The AI-Native SDLC Playbook》｜時間縮短幅度為該手冊所述預期，實際以試點量測為準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11384280" cy="73152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主要來源：</a:t>
            </a: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Louis Claxton（Anthropic），《The AI-Native SDLC Playbook》，2026。本簡報的流程、範例與控制機制皆整理自該手冊，並改寫為白話中文。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103120"/>
            <a:ext cx="1138428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95959"/>
                </a:solidFill>
                <a:latin typeface="Arial"/>
                <a:ea typeface="微軟正黑體"/>
              </a:rPr>
              <a:t>手冊列出的官方文件（依導入順序，可點擊）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514600"/>
            <a:ext cx="5577840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1. </a:t>
            </a:r>
            <a:r>
              <a:rPr sz="1150" b="0" u="sng">
                <a:solidFill>
                  <a:srgbClr val="000000"/>
                </a:solidFill>
                <a:latin typeface="Arial"/>
                <a:ea typeface="微軟正黑體"/>
                <a:hlinkClick r:id="rId2"/>
              </a:rPr>
              <a:t>組織導入總覽（先看這份）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044952"/>
            <a:ext cx="5577840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2. </a:t>
            </a:r>
            <a:r>
              <a:rPr sz="1150" b="0" u="sng">
                <a:solidFill>
                  <a:srgbClr val="000000"/>
                </a:solidFill>
                <a:latin typeface="Arial"/>
                <a:ea typeface="微軟正黑體"/>
                <a:hlinkClick r:id="rId3"/>
              </a:rPr>
              <a:t>設定與優先順序（含集中管理設定）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575304"/>
            <a:ext cx="5577840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3. </a:t>
            </a:r>
            <a:r>
              <a:rPr sz="1150" b="0" u="sng">
                <a:solidFill>
                  <a:srgbClr val="000000"/>
                </a:solidFill>
                <a:latin typeface="Arial"/>
                <a:ea typeface="微軟正黑體"/>
                <a:hlinkClick r:id="rId4"/>
              </a:rPr>
              <a:t>權限設定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4105656"/>
            <a:ext cx="5577840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4. </a:t>
            </a:r>
            <a:r>
              <a:rPr sz="1150" b="0" u="sng">
                <a:solidFill>
                  <a:srgbClr val="000000"/>
                </a:solidFill>
                <a:latin typeface="Arial"/>
                <a:ea typeface="微軟正黑體"/>
                <a:hlinkClick r:id="rId5"/>
              </a:rPr>
              <a:t>沙箱：檔案與網路隔離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4636008"/>
            <a:ext cx="5577840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5. </a:t>
            </a:r>
            <a:r>
              <a:rPr sz="1150" b="0" u="sng">
                <a:solidFill>
                  <a:srgbClr val="000000"/>
                </a:solidFill>
                <a:latin typeface="Arial"/>
                <a:ea typeface="微軟正黑體"/>
                <a:hlinkClick r:id="rId6"/>
              </a:rPr>
              <a:t>鉤子（Hooks）指南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5166360"/>
            <a:ext cx="5577840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6. </a:t>
            </a:r>
            <a:r>
              <a:rPr sz="1150" b="0" u="sng">
                <a:solidFill>
                  <a:srgbClr val="000000"/>
                </a:solidFill>
                <a:latin typeface="Arial"/>
                <a:ea typeface="微軟正黑體"/>
                <a:hlinkClick r:id="rId7"/>
              </a:rPr>
              <a:t>技能（Skills）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514600"/>
            <a:ext cx="5577840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7. </a:t>
            </a:r>
            <a:r>
              <a:rPr sz="1150" b="0" u="sng">
                <a:solidFill>
                  <a:srgbClr val="000000"/>
                </a:solidFill>
                <a:latin typeface="Arial"/>
                <a:ea typeface="微軟正黑體"/>
                <a:hlinkClick r:id="rId8"/>
              </a:rPr>
              <a:t>外掛與私有市集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044952"/>
            <a:ext cx="5577840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8. </a:t>
            </a:r>
            <a:r>
              <a:rPr sz="1150" b="0" u="sng">
                <a:solidFill>
                  <a:srgbClr val="000000"/>
                </a:solidFill>
                <a:latin typeface="Arial"/>
                <a:ea typeface="微軟正黑體"/>
                <a:hlinkClick r:id="rId9"/>
              </a:rPr>
              <a:t>集中管理 MCP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575304"/>
            <a:ext cx="5577840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9. </a:t>
            </a:r>
            <a:r>
              <a:rPr sz="1150" b="0" u="sng">
                <a:solidFill>
                  <a:srgbClr val="000000"/>
                </a:solidFill>
                <a:latin typeface="Arial"/>
                <a:ea typeface="微軟正黑體"/>
                <a:hlinkClick r:id="rId10"/>
              </a:rPr>
              <a:t>企業部署：Bedrock、Vertex、Foundry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4105656"/>
            <a:ext cx="5577840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10. </a:t>
            </a:r>
            <a:r>
              <a:rPr sz="1150" b="0" u="sng">
                <a:solidFill>
                  <a:srgbClr val="000000"/>
                </a:solidFill>
                <a:latin typeface="Arial"/>
                <a:ea typeface="微軟正黑體"/>
                <a:hlinkClick r:id="rId11"/>
              </a:rPr>
              <a:t>監控（OpenTelemetry）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4636008"/>
            <a:ext cx="5577840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11. </a:t>
            </a:r>
            <a:r>
              <a:rPr sz="1150" b="0" u="sng">
                <a:solidFill>
                  <a:srgbClr val="000000"/>
                </a:solidFill>
                <a:latin typeface="Arial"/>
                <a:ea typeface="微軟正黑體"/>
                <a:hlinkClick r:id="rId12"/>
              </a:rPr>
              <a:t>安全模型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5166360"/>
            <a:ext cx="5577840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12. </a:t>
            </a:r>
            <a:r>
              <a:rPr sz="1150" b="0" u="sng">
                <a:solidFill>
                  <a:srgbClr val="000000"/>
                </a:solidFill>
                <a:latin typeface="Arial"/>
                <a:ea typeface="微軟正黑體"/>
                <a:hlinkClick r:id="rId13"/>
              </a:rPr>
              <a:t>合規 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6089904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連結取自手冊第 54 頁；本工作環境無法開啟網頁，使用前請點開確認。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rgbClr val="AAAAAA"/>
      </a:dk1>
      <a:lt1>
        <a:srgbClr val="FFFFFF"/>
      </a:lt1>
      <a:dk2>
        <a:srgbClr val="08204C"/>
      </a:dk2>
      <a:lt2>
        <a:srgbClr val="FEFFFE"/>
      </a:lt2>
      <a:accent1>
        <a:srgbClr val="FEA200"/>
      </a:accent1>
      <a:accent2>
        <a:srgbClr val="61CAE2"/>
      </a:accent2>
      <a:accent3>
        <a:srgbClr val="FE7050"/>
      </a:accent3>
      <a:accent4>
        <a:srgbClr val="64D795"/>
      </a:accent4>
      <a:accent5>
        <a:srgbClr val="69449B"/>
      </a:accent5>
      <a:accent6>
        <a:srgbClr val="EBECEB"/>
      </a:accent6>
      <a:hlink>
        <a:srgbClr val="6B9F25"/>
      </a:hlink>
      <a:folHlink>
        <a:srgbClr val="B26B0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Default Theme">
  <a:themeElements>
    <a:clrScheme name="IGPIA - Theme 12 - Light">
      <a:dk1>
        <a:srgbClr val="737572"/>
      </a:dk1>
      <a:lt1>
        <a:srgbClr val="FFFFFF"/>
      </a:lt1>
      <a:dk2>
        <a:srgbClr val="445469"/>
      </a:dk2>
      <a:lt2>
        <a:srgbClr val="FFFFFF"/>
      </a:lt2>
      <a:accent1>
        <a:srgbClr val="5DCEDB"/>
      </a:accent1>
      <a:accent2>
        <a:srgbClr val="5ECB95"/>
      </a:accent2>
      <a:accent3>
        <a:srgbClr val="F0D065"/>
      </a:accent3>
      <a:accent4>
        <a:srgbClr val="EC9F56"/>
      </a:accent4>
      <a:accent5>
        <a:srgbClr val="DC653D"/>
      </a:accent5>
      <a:accent6>
        <a:srgbClr val="CAC9D0"/>
      </a:accent6>
      <a:hlink>
        <a:srgbClr val="216BA9"/>
      </a:hlink>
      <a:folHlink>
        <a:srgbClr val="1FB18A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6FBFFF"/>
            </a:gs>
            <a:gs pos="98000">
              <a:srgbClr val="3C8BFF"/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graphic_elements_level2" id="{B5DCB148-F47F-7F4D-9E9E-661A4BBA69EE}" vid="{F6F779DA-93FB-C84A-8406-284B179A63E8}"/>
    </a:ext>
  </a:extLst>
</a:theme>
</file>

<file path=ppt/theme/theme4.xml><?xml version="1.0" encoding="utf-8"?>
<a:theme xmlns:a="http://schemas.openxmlformats.org/drawingml/2006/main" name="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68F217C4-1E00-F143-AAD3-4BCCBF0A5677}" vid="{0BD6579F-3F24-3941-8ED8-09116B1E7436}"/>
    </a:ext>
  </a:extLst>
</a:theme>
</file>

<file path=ppt/theme/theme5.xml><?xml version="1.0" encoding="utf-8"?>
<a:theme xmlns:a="http://schemas.openxmlformats.org/drawingml/2006/main" name="2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0B296F49-9839-BE48-A6B0-07FAE54AD4FB}" vid="{251455FA-3AFB-1547-9744-D9A806732972}"/>
    </a:ext>
  </a:extLst>
</a:theme>
</file>

<file path=ppt/theme/theme6.xml><?xml version="1.0" encoding="utf-8"?>
<a:theme xmlns:a="http://schemas.openxmlformats.org/drawingml/2006/main" name="3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graphic_elements_level2" id="{B5DCB148-F47F-7F4D-9E9E-661A4BBA69EE}" vid="{F6F779DA-93FB-C84A-8406-284B179A63E8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445195d-0402-4561-91d6-fad97d760b90">
      <Terms xmlns="http://schemas.microsoft.com/office/infopath/2007/PartnerControls"/>
    </lcf76f155ced4ddcb4097134ff3c332f>
    <TaxCatchAll xmlns="4e47112c-55e5-4d87-b35d-79e596036eb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CEFDBAE80C59469568A37FF2AD9E46" ma:contentTypeVersion="15" ma:contentTypeDescription="Create a new document." ma:contentTypeScope="" ma:versionID="9b80cff5c45fe37fe7e79aba68c8730b">
  <xsd:schema xmlns:xsd="http://www.w3.org/2001/XMLSchema" xmlns:xs="http://www.w3.org/2001/XMLSchema" xmlns:p="http://schemas.microsoft.com/office/2006/metadata/properties" xmlns:ns2="3445195d-0402-4561-91d6-fad97d760b90" xmlns:ns3="4e47112c-55e5-4d87-b35d-79e596036ebc" targetNamespace="http://schemas.microsoft.com/office/2006/metadata/properties" ma:root="true" ma:fieldsID="6b6ba577ede3a76c2b1fbac158428f6a" ns2:_="" ns3:_="">
    <xsd:import namespace="3445195d-0402-4561-91d6-fad97d760b90"/>
    <xsd:import namespace="4e47112c-55e5-4d87-b35d-79e596036e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45195d-0402-4561-91d6-fad97d760b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47bde53e-b0a2-4e98-8550-8a152603f3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47112c-55e5-4d87-b35d-79e596036eb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b7c682cc-33cd-40ab-8bfc-09a3a49d63b9}" ma:internalName="TaxCatchAll" ma:showField="CatchAllData" ma:web="4e47112c-55e5-4d87-b35d-79e596036e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E46A3C2-4B54-413D-8C27-17731F2BCB53}">
  <ds:schemaRefs>
    <ds:schemaRef ds:uri="3445195d-0402-4561-91d6-fad97d760b90"/>
    <ds:schemaRef ds:uri="4e47112c-55e5-4d87-b35d-79e596036eb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83975D9-63BD-47B2-B0FB-84D03020E56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F0BA2-F4F2-46E4-AB38-70E65A5766DC}">
  <ds:schemaRefs>
    <ds:schemaRef ds:uri="3445195d-0402-4561-91d6-fad97d760b90"/>
    <ds:schemaRef ds:uri="4e47112c-55e5-4d87-b35d-79e596036eb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114</Slides>
  <Notes>24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114</vt:i4>
      </vt:variant>
    </vt:vector>
  </HeadingPairs>
  <TitlesOfParts>
    <vt:vector size="120" baseType="lpstr">
      <vt:lpstr>1_Office Theme</vt:lpstr>
      <vt:lpstr>Default Theme</vt:lpstr>
      <vt:lpstr>1_PwC Slide Master</vt:lpstr>
      <vt:lpstr>PwC Slide Master</vt:lpstr>
      <vt:lpstr>2_PwC Slide Master</vt:lpstr>
      <vt:lpstr>3_PwC Slide Master</vt:lpstr>
      <vt:lpstr>PowerPoint Presentation</vt:lpstr>
      <vt:lpstr>PowerPoint Presentation</vt:lpstr>
      <vt:lpstr>PowerPoint Presentation</vt:lpstr>
      <vt:lpstr>PowerPoint Presentation</vt:lpstr>
      <vt:lpstr>Agenda</vt:lpstr>
      <vt:lpstr>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在Discovery階段聚焦，PwC主要三個關鍵轉換點</vt:lpstr>
      <vt:lpstr>制定策略建議與行動計畫，PwC協助實現CRM Discovery Phase目標</vt:lpstr>
      <vt:lpstr>PwC 將主導制定一個從快速成果到長期成功的執行計劃</vt:lpstr>
      <vt:lpstr>A-1 訪談洞察：全面評估關鍵業務，規劃未來策略執行方向</vt:lpstr>
      <vt:lpstr>A-1 公司未來發展願景與策略目標對齊執行方式</vt:lpstr>
      <vt:lpstr>A-1 從準備到確認，業務單位訪談作業規劃</vt:lpstr>
      <vt:lpstr>Timeline</vt:lpstr>
      <vt:lpstr>Timeline</vt:lpstr>
      <vt:lpstr>Timeline</vt:lpstr>
      <vt:lpstr>Timeline</vt:lpstr>
      <vt:lpstr>Gantt Chart</vt:lpstr>
      <vt:lpstr>Gantt chart</vt:lpstr>
      <vt:lpstr>Gantt chart</vt:lpstr>
      <vt:lpstr>Gantt 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Process</vt:lpstr>
      <vt:lpstr>Process</vt:lpstr>
      <vt:lpstr>Process</vt:lpstr>
      <vt:lpstr>Process</vt:lpstr>
      <vt:lpstr>Process</vt:lpstr>
      <vt:lpstr>全球環境動態資料轉換與應用實例：從一則情資到缺藥風險預警</vt:lpstr>
      <vt:lpstr>系統上線後的每日運作機制</vt:lpstr>
      <vt:lpstr>PowerPoint Presentation</vt:lpstr>
      <vt:lpstr>Process</vt:lpstr>
      <vt:lpstr>Process</vt:lpstr>
      <vt:lpstr>Process</vt:lpstr>
      <vt:lpstr>Four segments</vt:lpstr>
      <vt:lpstr>Four segments</vt:lpstr>
      <vt:lpstr>Four segments</vt:lpstr>
      <vt:lpstr>藥品短缺監控模型與風險燈號-雙模型優勢說明 本案將以「藥品短缺預測模型」與「重大短缺風險規則庫」建立兩道防線，第一道防線係以過往 貴署之資料進行短缺因子萃取，第二道防線係以過往 貴署資深同仁業務經驗/作業規範建立短缺防線。</vt:lpstr>
      <vt:lpstr>本案執行策略：先打底、快驗證、可交付、可發展 以資料基礎建設為起點，導入務實可用之 AI 應用，於專案期程內完成具驗證價值之藥品供應智慧監測 POC 雛形，並預留後續研究成果銜接與正式系統擴充空間。</vt:lpstr>
      <vt:lpstr>PowerPoint Presentation</vt:lpstr>
      <vt:lpstr>附件7 外部藥品資料庫擴充可行性評估(1/3)</vt:lpstr>
      <vt:lpstr>附件7 外部藥品資料庫擴充可行性評估(2/3) </vt:lpstr>
      <vt:lpstr>Table slide sample</vt:lpstr>
      <vt:lpstr>Table slide sample </vt:lpstr>
      <vt:lpstr>Table slide sample   </vt:lpstr>
      <vt:lpstr>Table slide sample    </vt:lpstr>
      <vt:lpstr>Short case studies</vt:lpstr>
      <vt:lpstr>Brand table 1</vt:lpstr>
      <vt:lpstr>PowerPoint Presentation</vt:lpstr>
      <vt:lpstr>PowerPoint Presentation</vt:lpstr>
      <vt:lpstr>One column chart </vt:lpstr>
      <vt:lpstr>Three images three content</vt:lpstr>
      <vt:lpstr>Graphs</vt:lpstr>
      <vt:lpstr>Graphs</vt:lpstr>
      <vt:lpstr>Charts</vt:lpstr>
      <vt:lpstr>Chart and two content</vt:lpstr>
      <vt:lpstr>Graphs</vt:lpstr>
      <vt:lpstr>Graphs</vt:lpstr>
      <vt:lpstr>Donut chart</vt:lpstr>
      <vt:lpstr>PowerPoint Presentation</vt:lpstr>
      <vt:lpstr>Text and large stat  lorem ipsum dolor sit amet, consectetuer adipiscing elit </vt:lpstr>
      <vt:lpstr>Text and large stat lorem ipsum dolor sit amet, consectetuer adipiscing elit </vt:lpstr>
      <vt:lpstr>Process</vt:lpstr>
      <vt:lpstr>Process</vt:lpstr>
      <vt:lpstr>PwC 顧問團隊 – Leadership</vt:lpstr>
      <vt:lpstr>Intro title</vt:lpstr>
      <vt:lpstr>Intro title</vt:lpstr>
      <vt:lpstr>Intro title</vt:lpstr>
      <vt:lpstr>CV—one person</vt:lpstr>
      <vt:lpstr>CV—one person</vt:lpstr>
      <vt:lpstr>CV—one person</vt:lpstr>
      <vt:lpstr>CV—two people</vt:lpstr>
      <vt:lpstr>CV—two people</vt:lpstr>
      <vt:lpstr>Bios—two people</vt:lpstr>
      <vt:lpstr>Bios—two people</vt:lpstr>
      <vt:lpstr>Bios—three people</vt:lpstr>
      <vt:lpstr>Bios—three people</vt:lpstr>
      <vt:lpstr>Bios—four people</vt:lpstr>
      <vt:lpstr>Bios—four people</vt:lpstr>
      <vt:lpstr>Four team images</vt:lpstr>
      <vt:lpstr>Four team images stacked</vt:lpstr>
      <vt:lpstr>Team chart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2026-08-13T06:16:32Z</dcterms:created>
  <dcterms:modified xsi:type="dcterms:W3CDTF">2026-08-28T08:56:35Z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0x01010057CEFDBAE80C59469568A37FF2AD9E46</vt:lpwstr>
  </property>
  <property fmtid="{D5CDD505-2E9C-101B-9397-08002B2CF9AE}" pid="3" name="MediaServiceImageTags">
    <vt:lpwstr/>
  </property>
</Properties>
</file>