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60" r:id="rId21"/>
    <p:sldId id="263" r:id="rId24"/>
    <p:sldId id="264" r:id="rId25"/>
    <p:sldId id="265" r:id="rId26"/>
    <p:sldId id="266" r:id="rId27"/>
    <p:sldId id="269" r:id="rId30"/>
    <p:sldId id="270" r:id="rId31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5" Type="http://schemas.openxmlformats.org/officeDocument/2006/relationships/slide" Target="slides/slide1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今天談三件事：怎麼落地、範本與規則怎麼沿用、怎麼管得住</a:t>
            </a:r>
          </a:p>
          <a:p>
            <a:r>
              <a:t>• 結論：從一個用例開始，做得快，也管得住</a:t>
            </a:r>
          </a:p>
          <a:p>
            <a:r>
              <a:t>• 約 20 分鐘，中間有現場示範</a:t>
            </a:r>
          </a:p>
          <a:p>
            <a:r>
              <a:t>【可能被問】今天要我們決定什麼？→ 只請貴公司安排一場用自己需求的現場示範。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建議：4–6 週診斷＋6–8 週一個用例試點，達標才擴大</a:t>
            </a:r>
          </a:p>
          <a:p>
            <a:r>
              <a:t>• 三個理由：責任在保險公司、只買工具不夠、我們已經在用</a:t>
            </a:r>
          </a:p>
          <a:p>
            <a:r>
              <a:t>• 請決定：安排示範、選 1–2 個候選用例</a:t>
            </a:r>
          </a:p>
          <a:p>
            <a:r>
              <a:t>【可能被問】要多少錢？→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保險業 53% 已在用 AI；用 AI 的業者 76% 已導入生成式 AI</a:t>
            </a:r>
          </a:p>
          <a:p>
            <a:r>
              <a:t>• AI 寫的程式約 45% 有資安漏洞</a:t>
            </a:r>
          </a:p>
          <a:p>
            <a:r>
              <a:t>• 責任在保險公司：紀錄要設計進流程，不能事後補</a:t>
            </a:r>
          </a:p>
          <a:p>
            <a:r>
              <a:t>【可能被問】45% 是你們測的嗎？→ 不是，是資安公司 Veracode 2025 年的研究，來源可點。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工具已普及：開發者 84% 在用；57% 保險業高階主管列為首要投資</a:t>
            </a:r>
          </a:p>
          <a:p>
            <a:r>
              <a:t>• 但交付更不穩；複雜的既有系統，效益常在 10% 以下</a:t>
            </a:r>
          </a:p>
          <a:p>
            <a:r>
              <a:t>• PwC 調查：56% 的 CEO 還沒看到 AI 的財務效益</a:t>
            </a:r>
          </a:p>
          <a:p>
            <a:r>
              <a:t>【可能被問】JPMorgan 不是提升 10–20%？→ 那是個人生產力、公司自述；DORA 看的是整體交付。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開發流程串成循環，維運發現的問題回到需求</a:t>
            </a:r>
          </a:p>
          <a:p>
            <a:r>
              <a:t>• 三個機制：交接靠檔案、規則自動執行、關卡有人簽</a:t>
            </a:r>
          </a:p>
          <a:p>
            <a:r>
              <a:t>• AI 可以做到正式環境門口，不能自己開門</a:t>
            </a:r>
          </a:p>
          <a:p>
            <a:r>
              <a:t>【可能被問】要換掉現有的 Jira 或變更管理嗎？→ 不用，關卡與紀錄接在既有工具上。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依「多常發生 × 需要判斷」把工作分四類</a:t>
            </a:r>
          </a:p>
          <a:p>
            <a:r>
              <a:t>• 右下角就是人工關卡：人決定，AI 只提供資料</a:t>
            </a:r>
          </a:p>
          <a:p>
            <a:r>
              <a:t>• 第一個試點，挑左上角工作多的需求</a:t>
            </a:r>
          </a:p>
          <a:p>
            <a:r>
              <a:t>【可能被問】分類由誰決定？→ 診斷時依貴公司的專案確認。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再保險系統主檔模組：規則 → 規格 → 任務 → 測試 → 追溯</a:t>
            </a:r>
          </a:p>
          <a:p>
            <a:r>
              <a:t>• 下方錄影：系統自動跑畫面測試，點擊播放</a:t>
            </a:r>
          </a:p>
          <a:p>
            <a:r>
              <a:t>• 現場可用貴公司的一個需求走一遍</a:t>
            </a:r>
          </a:p>
          <a:p>
            <a:r>
              <a:t>【可能被問】覆蓋率 90% 是實際結果嗎？→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金檢與內稽一定會問的五題，各有做法與紀錄</a:t>
            </a:r>
          </a:p>
          <a:p>
            <a:r>
              <a:t>• AI 使用從個人行為變成有紀錄的流程</a:t>
            </a:r>
          </a:p>
          <a:p>
            <a:r>
              <a:t>• 法規檢查清單為草稿，診斷時逐條確認</a:t>
            </a:r>
          </a:p>
          <a:p>
            <a:r>
              <a:t>【可能被問】上線是誰核准的？→ 貴公司指定的人；寫程式的 AI 不能核准自己的程式。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診斷 4–6 週、試點 6–8 週，各有明確交付物</a:t>
            </a:r>
          </a:p>
          <a:p>
            <a:r>
              <a:t>• 成功標準：需求定稿時間、審查等待、返工次數；合格線依基準約定</a:t>
            </a:r>
          </a:p>
          <a:p>
            <a:r>
              <a:t>• 達標才擴大，未達標就停</a:t>
            </a:r>
          </a:p>
          <a:p>
            <a:r>
              <a:t>【可能被問】為什麼要三個月？→ 含診斷與基準量測；試點本身 6–8 週，同時教會團隊，不只交一個功能。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三步：現場示範 → 一起挑題目 → 開始診斷</a:t>
            </a:r>
          </a:p>
          <a:p>
            <a:r>
              <a:t>• 請提供：窗口、現有流程與工具、候選需求、法遵規範</a:t>
            </a:r>
          </a:p>
          <a:p>
            <a:r>
              <a:t>• 收尾：AI 讓每一步更快、都留下紀錄；要不要做、能不能上線，由你的人決定</a:t>
            </a:r>
          </a:p>
          <a:p>
            <a:r>
              <a:t>【可能被問】下一步是什麼？→ 約一場用貴公司需求的現場示範。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ctee.com.tw/news/20261016700947-430301" TargetMode="External"/><Relationship Id="rId3" Type="http://schemas.openxmlformats.org/officeDocument/2006/relationships/hyperlink" Target="https://udn.com/news/story/7239/9817114" TargetMode="External"/><Relationship Id="rId4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www.pwc.com/gx/en/ceo-survey/2026/pwc-ceo-survey-2026.pdf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hyperlink" Target="https://softwareengineeringproductivity.stanford.edu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microsoft.com/office/2007/relationships/media" Target="../media/media1.mp4"/><Relationship Id="rId8" Type="http://schemas.openxmlformats.org/officeDocument/2006/relationships/video" Target="../media/media1.mp4"/><Relationship Id="rId9" Type="http://schemas.openxmlformats.org/officeDocument/2006/relationships/image" Target="../media/image10.png"/><Relationship Id="rId10" Type="http://schemas.microsoft.com/office/2007/relationships/media" Target="../media/media2.mp4"/><Relationship Id="rId11" Type="http://schemas.openxmlformats.org/officeDocument/2006/relationships/video" Target="../media/media2.mp4"/><Relationship Id="rId12" Type="http://schemas.openxmlformats.org/officeDocument/2006/relationships/image" Target="../media/image11.png"/><Relationship Id="rId13" Type="http://schemas.microsoft.com/office/2007/relationships/media" Target="../media/media3.mp4"/><Relationship Id="rId14" Type="http://schemas.openxmlformats.org/officeDocument/2006/relationships/video" Target="../media/media3.mp4"/><Relationship Id="rId15" Type="http://schemas.openxmlformats.org/officeDocument/2006/relationships/image" Target="../media/image12.png"/><Relationship Id="rId16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3、8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4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寫的程式近半有資安漏洞，而責任在保險公司。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金管會 2026-10 調查（工商時報）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調查（聯合報）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寫的程式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含有資安漏洞。測了 100 多個 AI 模型、80 個寫程式任務。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Veracode，2025-07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149340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9018269" y="2073194"/>
            <a:ext cx="2777489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年首要科技投資（PwC 調查）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JPMorgan（Yahoo Finance）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Citi（Deloitte Insights）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保險高階主管調查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PwC 第 29 屆全球 CEO 調查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/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既有系統效益：Stanford 軟體工程生產力研究（經 DORA 2026 引用）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242773"/>
            <a:ext cx="3794760" cy="3222013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5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9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團隊的實作為例：規則、規格、任務與測試一路相連；下方錄影是系統自動跑的畫面測試。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video_countries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video_regions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video_currencies.mp4">
            <a:hlinkClick r:id="" action="ppaction://media"/>
          </p:cNvPr>
          <p:cNvPicPr>
            <a:picLocks noChangeAspect="1"/>
          </p:cNvPicPr>
          <p:nvPr>
            <a:videoFile r:link="rId14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上方為 TASK-000013「金融機構主檔」任務包原文節錄；下方為同一系統自動執行畫面測試的錄影（點擊播放，測試資料）。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2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33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金檢與內稽一定會問這五題，每一題都有做法、也留得下紀錄。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診斷時就判斷是否屬委外，並登錄 AI 清冊。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01768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296912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建議退版，人決定。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592056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需求、規格、計畫、測試結果都存版本。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956048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502920" y="4956048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的使用，從「難以稽核的個人行為」變成「有紀錄的流程」。法規檢查清單是草稿，診斷時與貴公司法遵逐條確認。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三個步驟就能開始；請貴公司先指定窗口，並給我們一份想做的需求清單。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