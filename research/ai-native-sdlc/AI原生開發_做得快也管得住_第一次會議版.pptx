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60" r:id="rId21"/>
    <p:sldId id="263" r:id="rId24"/>
    <p:sldId id="264" r:id="rId25"/>
    <p:sldId id="265" r:id="rId26"/>
    <p:sldId id="266" r:id="rId27"/>
    <p:sldId id="267" r:id="rId28"/>
    <p:sldId id="270" r:id="rId31"/>
    <p:sldId id="271" r:id="rId32"/>
    <p:sldId id="275" r:id="rId36"/>
    <p:sldId id="27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21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今天談三件事：怎麼落地、範本與規則怎麼沿用、怎麼管得住</a:t>
            </a:r>
          </a:p>
          <a:p>
            <a:r>
              <a:t>• 結論：從一個場景開始，做得快，也管得住</a:t>
            </a:r>
          </a:p>
          <a:p>
            <a:r>
              <a:t>• 約 20 分鐘，中間有現場示範</a:t>
            </a:r>
          </a:p>
          <a:p>
            <a:r>
              <a:t>【可能被問】今天要我們決定什麼？→ 只請貴公司安排一場用自己需求的現場示範。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建議：4–6 週診斷＋6–8 週一個場景試點，達標才擴大</a:t>
            </a:r>
          </a:p>
          <a:p>
            <a:r>
              <a:t>• 三個理由：責任在保險公司、只買工具不夠、我們已經在用</a:t>
            </a:r>
          </a:p>
          <a:p>
            <a:r>
              <a:t>• 請決定：安排示範、選 1–2 個候選場景</a:t>
            </a:r>
          </a:p>
          <a:p>
            <a:r>
              <a:t>【可能被問】要多少錢？→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保險業 53% 已在用 AI；用 AI 的業者 76% 已導入生成式 AI</a:t>
            </a:r>
          </a:p>
          <a:p>
            <a:r>
              <a:t>• AI 寫的程式約 45% 有資安漏洞</a:t>
            </a:r>
          </a:p>
          <a:p>
            <a:r>
              <a:t>• 責任在保險公司：紀錄要設計進流程，不能事後補</a:t>
            </a:r>
          </a:p>
          <a:p>
            <a:r>
              <a:t>【可能被問】45% 是你們測的嗎？→ 不是，是資安公司 Veracode 2025 年的研究，來源可點。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工具已普及：開發者 84% 在用；57% 保險業高階主管列為首要投資</a:t>
            </a:r>
          </a:p>
          <a:p>
            <a:r>
              <a:t>• 但交付更不穩；複雜的既有系統，效益常在 10% 以下</a:t>
            </a:r>
          </a:p>
          <a:p>
            <a:r>
              <a:t>• PwC 調查：56% 的 CEO 還沒看到 AI 的財務效益</a:t>
            </a:r>
          </a:p>
          <a:p>
            <a:r>
              <a:t>【可能被問】JPMorgan 不是提升 10–20%？→ 那是個人生產力、公司自述；DORA 看的是整體交付。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開發流程串成循環，維運發現的問題回到需求</a:t>
            </a:r>
          </a:p>
          <a:p>
            <a:r>
              <a:t>• 三個機制：交接靠檔案、規則自動執行、關卡有人簽</a:t>
            </a:r>
          </a:p>
          <a:p>
            <a:r>
              <a:t>• AI 可以做到正式環境門口，不能自己開門</a:t>
            </a:r>
          </a:p>
          <a:p>
            <a:r>
              <a:t>【可能被問】要換掉現有的 Jira 或變更管理嗎？→ 不用，關卡與紀錄接在既有工具上。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依「多常發生 × 需要判斷」把工作分四類</a:t>
            </a:r>
          </a:p>
          <a:p>
            <a:r>
              <a:t>• 右下角就是人工關卡：人決定，AI 只提供資料</a:t>
            </a:r>
          </a:p>
          <a:p>
            <a:r>
              <a:t>• 第一個試點，挑左上角工作多的需求</a:t>
            </a:r>
          </a:p>
          <a:p>
            <a:r>
              <a:t>【可能被問】分類由誰決定？→ 診斷時依貴公司的專案確認。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再保險系統開發模組：規則 → 規格 → 任務 → 測試 → 追溯</a:t>
            </a:r>
          </a:p>
          <a:p>
            <a:r>
              <a:t>• 每一步都有文件，任務最多改 5 個檔案</a:t>
            </a:r>
          </a:p>
          <a:p>
            <a:r>
              <a:t>• 現場可用貴公司的一個需求走一遍</a:t>
            </a:r>
          </a:p>
          <a:p>
            <a:r>
              <a:t>【可能被問】覆蓋率 90% 是實際結果嗎？→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以前：人照清單逐項點、記、截圖</a:t>
            </a:r>
          </a:p>
          <a:p>
            <a:r>
              <a:t>• 現在：系統自動跑畫面測試，每次改版重跑、錄影留存</a:t>
            </a:r>
          </a:p>
          <a:p>
            <a:r>
              <a:t>• 人只看沒通過的項目</a:t>
            </a:r>
          </a:p>
          <a:p>
            <a:r>
              <a:t>【可能被問】自動測試是 AI 寫的嗎？→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金檢與內稽一定會問的五題，各有做法與紀錄</a:t>
            </a:r>
          </a:p>
          <a:p>
            <a:r>
              <a:t>• AI 使用從個人行為變成有紀錄的流程</a:t>
            </a:r>
          </a:p>
          <a:p>
            <a:r>
              <a:t>• 法規檢查清單為草稿，診斷時逐條確認</a:t>
            </a:r>
          </a:p>
          <a:p>
            <a:r>
              <a:t>【可能被問】上線是誰核准的？→ 貴公司指定的人；寫程式的 AI 不能核准自己的程式。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診斷 4–6 週、試點 6–8 週，各有明確交付物</a:t>
            </a:r>
          </a:p>
          <a:p>
            <a:r>
              <a:t>• 成功標準：需求定稿時間、審查等待、返工次數；合格線依基準約定</a:t>
            </a:r>
          </a:p>
          <a:p>
            <a:r>
              <a:t>• 達標才擴大，未達標就停</a:t>
            </a:r>
          </a:p>
          <a:p>
            <a:r>
              <a:t>【可能被問】為什麼要三個月？→ 含診斷與基準量測；試點本身 6–8 週，同時教會團隊，不只交一個功能。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三步：現場示範 → 一起挑題目 → 開始診斷</a:t>
            </a:r>
          </a:p>
          <a:p>
            <a:r>
              <a:t>• 請提供：窗口、現有流程與工具、候選需求、法遵規範</a:t>
            </a:r>
          </a:p>
          <a:p>
            <a:r>
              <a:t>• AI 讓每一步更快、都留下紀錄；要不要做、能不能上線，由你的人決定</a:t>
            </a:r>
          </a:p>
          <a:p>
            <a:r>
              <a:t>【可能被問】下一步是什麼？→ 約一場用貴公司需求的現場示範。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速度大家都買得到；贏在管得住</a:t>
            </a:r>
          </a:p>
          <a:p>
            <a:r>
              <a:t>• 四個數字：53%、45%、5 個關卡、1 個場景</a:t>
            </a:r>
          </a:p>
          <a:p>
            <a:r>
              <a:t>• 只請一件事：約一場用貴公司需求的現場示範，講完就停</a:t>
            </a:r>
          </a:p>
          <a:p>
            <a:r>
              <a:t>【可能被問】為什麼要現在決定？→ 不用今天決定全案，只約示範；看完再決定要不要診斷。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6-ai-index-report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3、9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4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7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至少一個部門在用 AI；AI 能力與採用的速度，已超過治理跟上的速度。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Stanford AI Index 2026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調查（Claims Journal）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2331720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5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10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01000" y="457449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方法依據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橫軸「多常發生」：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MIT 經濟學者的例行／非例行任務分類，例行任務最先被技術取代。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縱軸「需要判斷」：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哈佛商學院與 BCG 實驗（758 位顧問）：AI 能力範圍內品質高約 40%；範圍外正確率反降 19 個百分點。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金檢與內稽一定會問這五題，每一題都有做法、也留得下紀錄。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診斷時就判斷是否屬委外，並登錄 AI 清冊。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01768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296912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建議退版，人決定。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592056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需求、規格、計畫、測試結果都存版本。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956048"/>
            <a:ext cx="91440" cy="67831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1" name="Rectangle 320"/>
          <p:cNvSpPr/>
          <p:nvPr/>
        </p:nvSpPr>
        <p:spPr>
          <a:xfrm>
            <a:off x="502920" y="4956048"/>
            <a:ext cx="11292840" cy="67831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的使用，從「難以稽核的個人行為」變成「有紀錄的流程」。法規檢查清單是草稿，診斷時與貴公司法遵逐條確認。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・挑出第一個場景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擴大到下一個場景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寫程式很快就是常態；贏的，是管得住的公司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135663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Georgia"/>
                <a:ea typeface="微軟正黑體"/>
              </a:rPr>
              <a:t>做得快，也管得住。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orgia"/>
                <a:ea typeface="微軟正黑體"/>
              </a:rPr>
              <a:t>從一個場景開始，6–8 週拿到貴公司自己的實測數字。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保險業已在用 AI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金管會，2026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7268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AI 寫程式任務選了不安全的寫法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Veracode，2025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163055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 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關鍵決定由貴公司指定的人做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我們的解法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038843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 個場景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就能開始，達標才擴大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你買到什麼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5083232"/>
            <a:ext cx="91440" cy="101747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5083232"/>
            <a:ext cx="11292840" cy="101747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