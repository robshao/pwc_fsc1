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media/image2.svg" ContentType="image/svg+xml"/>
  <Override PartName="/ppt/media/image3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5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4"/>
    <p:sldMasterId id="2147483674" r:id="rId5"/>
    <p:sldMasterId id="2147483677" r:id="rId6"/>
    <p:sldMasterId id="2147483752" r:id="rId7"/>
    <p:sldMasterId id="2147483828" r:id="rId8"/>
    <p:sldMasterId id="2147483916" r:id="rId9"/>
  </p:sldMasterIdLst>
  <p:notesMasterIdLst>
    <p:notesMasterId r:id="rId124"/>
  </p:notesMasterIdLst>
  <p:sldIdLst>
    <p:sldId id="256" r:id="rId17"/>
    <p:sldId id="257" r:id="rId18"/>
    <p:sldId id="260" r:id="rId21"/>
    <p:sldId id="263" r:id="rId24"/>
    <p:sldId id="264" r:id="rId25"/>
    <p:sldId id="265" r:id="rId26"/>
    <p:sldId id="266" r:id="rId27"/>
    <p:sldId id="267" r:id="rId28"/>
    <p:sldId id="269" r:id="rId30"/>
    <p:sldId id="270" r:id="rId31"/>
    <p:sldId id="273" r:id="rId34"/>
    <p:sldId id="274" r:id="rId3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1385F48-5DE5-14CF-FD55-8C71A0CF0FD8}" v="3" dt="2026-08-28T03:28:32.066"/>
    <p1510:client id="{15D06E23-814D-4FB8-96A8-0FFE2568AE7B}" v="63" dt="2026-08-28T08:56:32.54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7" Type="http://schemas.openxmlformats.org/officeDocument/2006/relationships/slideMaster" Target="slideMasters/slideMaster4.xml"/><Relationship Id="rId8" Type="http://schemas.openxmlformats.org/officeDocument/2006/relationships/slideMaster" Target="slideMasters/slideMaster5.xml"/><Relationship Id="rId9" Type="http://schemas.openxmlformats.org/officeDocument/2006/relationships/slideMaster" Target="slideMasters/slideMaster6.xml"/><Relationship Id="rId17" Type="http://schemas.openxmlformats.org/officeDocument/2006/relationships/slide" Target="slides/slide1.xml"/><Relationship Id="rId18" Type="http://schemas.openxmlformats.org/officeDocument/2006/relationships/slide" Target="slides/slide2.xml"/><Relationship Id="rId21" Type="http://schemas.openxmlformats.org/officeDocument/2006/relationships/slide" Target="slides/slide5.xml"/><Relationship Id="rId24" Type="http://schemas.openxmlformats.org/officeDocument/2006/relationships/slide" Target="slides/slide8.xml"/><Relationship Id="rId25" Type="http://schemas.openxmlformats.org/officeDocument/2006/relationships/slide" Target="slides/slide9.xml"/><Relationship Id="rId26" Type="http://schemas.openxmlformats.org/officeDocument/2006/relationships/slide" Target="slides/slide10.xml"/><Relationship Id="rId27" Type="http://schemas.openxmlformats.org/officeDocument/2006/relationships/slide" Target="slides/slide11.xml"/><Relationship Id="rId28" Type="http://schemas.openxmlformats.org/officeDocument/2006/relationships/slide" Target="slides/slide12.xml"/><Relationship Id="rId30" Type="http://schemas.openxmlformats.org/officeDocument/2006/relationships/slide" Target="slides/slide14.xml"/><Relationship Id="rId31" Type="http://schemas.openxmlformats.org/officeDocument/2006/relationships/slide" Target="slides/slide15.xml"/><Relationship Id="rId34" Type="http://schemas.openxmlformats.org/officeDocument/2006/relationships/slide" Target="slides/slide18.xml"/><Relationship Id="rId35" Type="http://schemas.openxmlformats.org/officeDocument/2006/relationships/slide" Target="slides/slide19.xml"/><Relationship Id="rId124" Type="http://schemas.openxmlformats.org/officeDocument/2006/relationships/notesMaster" Target="notesMasters/notesMaster1.xml"/><Relationship Id="rId125" Type="http://schemas.openxmlformats.org/officeDocument/2006/relationships/presProps" Target="presProps.xml"/><Relationship Id="rId126" Type="http://schemas.openxmlformats.org/officeDocument/2006/relationships/viewProps" Target="viewProps.xml"/><Relationship Id="rId127" Type="http://schemas.openxmlformats.org/officeDocument/2006/relationships/theme" Target="theme/theme1.xml"/><Relationship Id="rId128" Type="http://schemas.openxmlformats.org/officeDocument/2006/relationships/tableStyles" Target="tableStyles.xml"/><Relationship Id="rId129" Type="http://schemas.microsoft.com/office/2016/11/relationships/changesInfo" Target="changesInfos/changesInfo1.xml"/><Relationship Id="rId13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ony TJ Wang (TW)" userId="18033001-5856-41bf-97cd-f021b2ea7695" providerId="ADAL" clId="{86509E4E-F890-43B6-97AB-BA7419744C2D}"/>
    <pc:docChg chg="undo custSel addSld delSld modSld sldOrd delMainMaster modMainMaster addSection delSection modSection">
      <pc:chgData name="Tony TJ Wang (TW)" userId="18033001-5856-41bf-97cd-f021b2ea7695" providerId="ADAL" clId="{86509E4E-F890-43B6-97AB-BA7419744C2D}" dt="2026-08-28T08:56:32.543" v="594"/>
      <pc:docMkLst>
        <pc:docMk/>
      </pc:docMkLst>
      <pc:sldChg chg="ord">
        <pc:chgData name="Tony TJ Wang (TW)" userId="18033001-5856-41bf-97cd-f021b2ea7695" providerId="ADAL" clId="{86509E4E-F890-43B6-97AB-BA7419744C2D}" dt="2026-08-26T07:36:28.665" v="347"/>
        <pc:sldMkLst>
          <pc:docMk/>
          <pc:sldMk cId="1607610444" sldId="256"/>
        </pc:sldMkLst>
      </pc:sldChg>
      <pc:sldChg chg="addSp new mod">
        <pc:chgData name="Tony TJ Wang (TW)" userId="18033001-5856-41bf-97cd-f021b2ea7695" providerId="ADAL" clId="{86509E4E-F890-43B6-97AB-BA7419744C2D}" dt="2026-08-13T08:26:10.078" v="26" actId="22"/>
        <pc:sldMkLst>
          <pc:docMk/>
          <pc:sldMk cId="4171859083" sldId="257"/>
        </pc:sldMkLst>
        <pc:picChg chg="add">
          <ac:chgData name="Tony TJ Wang (TW)" userId="18033001-5856-41bf-97cd-f021b2ea7695" providerId="ADAL" clId="{86509E4E-F890-43B6-97AB-BA7419744C2D}" dt="2026-08-13T08:26:10.078" v="26" actId="22"/>
          <ac:picMkLst>
            <pc:docMk/>
            <pc:sldMk cId="4171859083" sldId="257"/>
            <ac:picMk id="3" creationId="{EC1DED65-A97B-2E45-E83A-4778C0D9ADC1}"/>
          </ac:picMkLst>
        </pc:picChg>
      </pc:sldChg>
      <pc:sldChg chg="addSp delSp modSp mod">
        <pc:chgData name="Tony TJ Wang (TW)" userId="18033001-5856-41bf-97cd-f021b2ea7695" providerId="ADAL" clId="{86509E4E-F890-43B6-97AB-BA7419744C2D}" dt="2026-08-28T08:56:31.825" v="591" actId="1076"/>
        <pc:sldMkLst>
          <pc:docMk/>
          <pc:sldMk cId="2420393673" sldId="272"/>
        </pc:sldMkLst>
        <pc:picChg chg="add mod">
          <ac:chgData name="Tony TJ Wang (TW)" userId="18033001-5856-41bf-97cd-f021b2ea7695" providerId="ADAL" clId="{86509E4E-F890-43B6-97AB-BA7419744C2D}" dt="2026-08-28T08:56:31.825" v="591" actId="1076"/>
          <ac:picMkLst>
            <pc:docMk/>
            <pc:sldMk cId="2420393673" sldId="272"/>
            <ac:picMk id="5" creationId="{23EC51DD-9D24-701E-2C38-1BABBB089B81}"/>
          </ac:picMkLst>
        </pc:picChg>
      </pc:sldChg>
      <pc:sldChg chg="ord">
        <pc:chgData name="Tony TJ Wang (TW)" userId="18033001-5856-41bf-97cd-f021b2ea7695" providerId="ADAL" clId="{86509E4E-F890-43B6-97AB-BA7419744C2D}" dt="2026-08-26T07:18:53.925" v="287"/>
        <pc:sldMkLst>
          <pc:docMk/>
          <pc:sldMk cId="4069544170" sldId="289"/>
        </pc:sldMkLst>
      </pc:sldChg>
      <pc:sldChg chg="addSp delSp modSp new mod ord">
        <pc:chgData name="Tony TJ Wang (TW)" userId="18033001-5856-41bf-97cd-f021b2ea7695" providerId="ADAL" clId="{86509E4E-F890-43B6-97AB-BA7419744C2D}" dt="2026-08-26T08:40:20.622" v="556" actId="255"/>
        <pc:sldMkLst>
          <pc:docMk/>
          <pc:sldMk cId="2599464912" sldId="296"/>
        </pc:sldMkLst>
        <pc:spChg chg="add mod">
          <ac:chgData name="Tony TJ Wang (TW)" userId="18033001-5856-41bf-97cd-f021b2ea7695" providerId="ADAL" clId="{86509E4E-F890-43B6-97AB-BA7419744C2D}" dt="2026-08-26T08:40:12.736" v="552" actId="1076"/>
          <ac:spMkLst>
            <pc:docMk/>
            <pc:sldMk cId="2599464912" sldId="296"/>
            <ac:spMk id="3" creationId="{699D2354-99A8-0B65-8271-5F3C9B2AE63C}"/>
          </ac:spMkLst>
        </pc:spChg>
        <pc:spChg chg="add mod">
          <ac:chgData name="Tony TJ Wang (TW)" userId="18033001-5856-41bf-97cd-f021b2ea7695" providerId="ADAL" clId="{86509E4E-F890-43B6-97AB-BA7419744C2D}" dt="2026-08-26T08:40:14.745" v="553" actId="1076"/>
          <ac:spMkLst>
            <pc:docMk/>
            <pc:sldMk cId="2599464912" sldId="296"/>
            <ac:spMk id="5" creationId="{82CAD90D-E01E-8658-C010-750747A1866D}"/>
          </ac:spMkLst>
        </pc:spChg>
        <pc:spChg chg="add mod">
          <ac:chgData name="Tony TJ Wang (TW)" userId="18033001-5856-41bf-97cd-f021b2ea7695" providerId="ADAL" clId="{86509E4E-F890-43B6-97AB-BA7419744C2D}" dt="2026-08-26T08:40:20.622" v="556" actId="255"/>
          <ac:spMkLst>
            <pc:docMk/>
            <pc:sldMk cId="2599464912" sldId="296"/>
            <ac:spMk id="8" creationId="{B181DE30-50A2-082B-CEF4-18CD5B21EDD5}"/>
          </ac:spMkLst>
        </pc:spChg>
        <pc:picChg chg="add mod">
          <ac:chgData name="Tony TJ Wang (TW)" userId="18033001-5856-41bf-97cd-f021b2ea7695" providerId="ADAL" clId="{86509E4E-F890-43B6-97AB-BA7419744C2D}" dt="2026-08-26T08:39:40.237" v="539" actId="1076"/>
          <ac:picMkLst>
            <pc:docMk/>
            <pc:sldMk cId="2599464912" sldId="296"/>
            <ac:picMk id="7" creationId="{C1178097-20D2-CF88-6BF5-A0D7A81F423D}"/>
          </ac:picMkLst>
        </pc:picChg>
      </pc:sldChg>
      <pc:sldChg chg="addSp delSp modSp add mod ord">
        <pc:chgData name="Tony TJ Wang (TW)" userId="18033001-5856-41bf-97cd-f021b2ea7695" providerId="ADAL" clId="{86509E4E-F890-43B6-97AB-BA7419744C2D}" dt="2026-08-26T08:40:50.577" v="566" actId="1076"/>
        <pc:sldMkLst>
          <pc:docMk/>
          <pc:sldMk cId="106630151" sldId="297"/>
        </pc:sldMkLst>
        <pc:spChg chg="add mod">
          <ac:chgData name="Tony TJ Wang (TW)" userId="18033001-5856-41bf-97cd-f021b2ea7695" providerId="ADAL" clId="{86509E4E-F890-43B6-97AB-BA7419744C2D}" dt="2026-08-26T08:40:50.577" v="566" actId="1076"/>
          <ac:spMkLst>
            <pc:docMk/>
            <pc:sldMk cId="106630151" sldId="297"/>
            <ac:spMk id="5" creationId="{FA068CB2-23AF-6FCE-7A50-CFDF4DCD3FE4}"/>
          </ac:spMkLst>
        </pc:spChg>
        <pc:picChg chg="add mod">
          <ac:chgData name="Tony TJ Wang (TW)" userId="18033001-5856-41bf-97cd-f021b2ea7695" providerId="ADAL" clId="{86509E4E-F890-43B6-97AB-BA7419744C2D}" dt="2026-08-26T08:40:37.943" v="560" actId="1076"/>
          <ac:picMkLst>
            <pc:docMk/>
            <pc:sldMk cId="106630151" sldId="297"/>
            <ac:picMk id="3" creationId="{77441DA9-BD51-D469-063C-F2B197A6FACF}"/>
          </ac:picMkLst>
        </pc:picChg>
      </pc:sldChg>
      <pc:sldChg chg="addSp delSp modSp new mod ord">
        <pc:chgData name="Tony TJ Wang (TW)" userId="18033001-5856-41bf-97cd-f021b2ea7695" providerId="ADAL" clId="{86509E4E-F890-43B6-97AB-BA7419744C2D}" dt="2026-08-26T08:40:43.914" v="562" actId="1076"/>
        <pc:sldMkLst>
          <pc:docMk/>
          <pc:sldMk cId="2554360611" sldId="299"/>
        </pc:sldMkLst>
        <pc:spChg chg="add mod">
          <ac:chgData name="Tony TJ Wang (TW)" userId="18033001-5856-41bf-97cd-f021b2ea7695" providerId="ADAL" clId="{86509E4E-F890-43B6-97AB-BA7419744C2D}" dt="2026-08-26T08:40:41.294" v="561" actId="1076"/>
          <ac:spMkLst>
            <pc:docMk/>
            <pc:sldMk cId="2554360611" sldId="299"/>
            <ac:spMk id="9" creationId="{E6E1ADB4-38E1-10F2-0F7C-DB46EEAA8488}"/>
          </ac:spMkLst>
        </pc:spChg>
        <pc:spChg chg="add mod">
          <ac:chgData name="Tony TJ Wang (TW)" userId="18033001-5856-41bf-97cd-f021b2ea7695" providerId="ADAL" clId="{86509E4E-F890-43B6-97AB-BA7419744C2D}" dt="2026-08-26T08:40:43.914" v="562" actId="1076"/>
          <ac:spMkLst>
            <pc:docMk/>
            <pc:sldMk cId="2554360611" sldId="299"/>
            <ac:spMk id="11" creationId="{975761DE-5B44-1383-F92A-065EDC92E756}"/>
          </ac:spMkLst>
        </pc:spChg>
        <pc:picChg chg="add mod">
          <ac:chgData name="Tony TJ Wang (TW)" userId="18033001-5856-41bf-97cd-f021b2ea7695" providerId="ADAL" clId="{86509E4E-F890-43B6-97AB-BA7419744C2D}" dt="2026-08-26T08:33:04.428" v="503" actId="1076"/>
          <ac:picMkLst>
            <pc:docMk/>
            <pc:sldMk cId="2554360611" sldId="299"/>
            <ac:picMk id="5" creationId="{293E2457-47C0-6017-1FA6-55408733CB32}"/>
          </ac:picMkLst>
        </pc:picChg>
        <pc:picChg chg="add mod">
          <ac:chgData name="Tony TJ Wang (TW)" userId="18033001-5856-41bf-97cd-f021b2ea7695" providerId="ADAL" clId="{86509E4E-F890-43B6-97AB-BA7419744C2D}" dt="2026-08-26T08:33:00.695" v="501" actId="1076"/>
          <ac:picMkLst>
            <pc:docMk/>
            <pc:sldMk cId="2554360611" sldId="299"/>
            <ac:picMk id="8" creationId="{C7EBA735-B78C-2D41-2D87-F29DEB7BEB39}"/>
          </ac:picMkLst>
        </pc:picChg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721359538" sldId="300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344019484" sldId="301"/>
        </pc:sldMkLst>
      </pc:sldChg>
      <pc:sldChg chg="addSp delSp modSp new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2514704115" sldId="302"/>
        </pc:sldMkLst>
        <pc:picChg chg="add mod">
          <ac:chgData name="Tony TJ Wang (TW)" userId="18033001-5856-41bf-97cd-f021b2ea7695" providerId="ADAL" clId="{86509E4E-F890-43B6-97AB-BA7419744C2D}" dt="2026-08-26T07:41:00.343" v="395" actId="1076"/>
          <ac:picMkLst>
            <pc:docMk/>
            <pc:sldMk cId="2514704115" sldId="302"/>
            <ac:picMk id="8" creationId="{D55881AE-99AA-9CF5-6ACB-22F1023CE548}"/>
          </ac:picMkLst>
        </pc:picChg>
        <pc:picChg chg="add mod">
          <ac:chgData name="Tony TJ Wang (TW)" userId="18033001-5856-41bf-97cd-f021b2ea7695" providerId="ADAL" clId="{86509E4E-F890-43B6-97AB-BA7419744C2D}" dt="2026-08-26T07:41:04.905" v="397" actId="1076"/>
          <ac:picMkLst>
            <pc:docMk/>
            <pc:sldMk cId="2514704115" sldId="302"/>
            <ac:picMk id="10" creationId="{E06E8876-7662-E0DB-9807-C866C62E715D}"/>
          </ac:picMkLst>
        </pc:picChg>
      </pc:sldChg>
      <pc:sldChg chg="addSp delSp modSp new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360654132" sldId="303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60654132" sldId="303"/>
            <ac:spMk id="2" creationId="{FFC61194-AA99-E57E-DA3E-2C31C77FA507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60654132" sldId="303"/>
            <ac:spMk id="3" creationId="{37DD5E59-9F8C-3409-2221-C1C12AA72571}"/>
          </ac:spMkLst>
        </pc:spChg>
        <pc:picChg chg="add mod">
          <ac:chgData name="Tony TJ Wang (TW)" userId="18033001-5856-41bf-97cd-f021b2ea7695" providerId="ADAL" clId="{86509E4E-F890-43B6-97AB-BA7419744C2D}" dt="2026-08-26T07:41:16.282" v="402" actId="1076"/>
          <ac:picMkLst>
            <pc:docMk/>
            <pc:sldMk cId="360654132" sldId="303"/>
            <ac:picMk id="6" creationId="{B639B532-BDF9-36FD-8483-EECA3E104FF1}"/>
          </ac:picMkLst>
        </pc:picChg>
      </pc:sldChg>
      <pc:sldChg chg="addSp delSp modSp add mod">
        <pc:chgData name="Tony TJ Wang (TW)" userId="18033001-5856-41bf-97cd-f021b2ea7695" providerId="ADAL" clId="{86509E4E-F890-43B6-97AB-BA7419744C2D}" dt="2026-08-26T09:01:17.332" v="590" actId="1076"/>
        <pc:sldMkLst>
          <pc:docMk/>
          <pc:sldMk cId="741598415" sldId="304"/>
        </pc:sldMkLst>
        <pc:spChg chg="mod">
          <ac:chgData name="Tony TJ Wang (TW)" userId="18033001-5856-41bf-97cd-f021b2ea7695" providerId="ADAL" clId="{86509E4E-F890-43B6-97AB-BA7419744C2D}" dt="2026-08-26T09:01:16.082" v="589" actId="1076"/>
          <ac:spMkLst>
            <pc:docMk/>
            <pc:sldMk cId="741598415" sldId="304"/>
            <ac:spMk id="7" creationId="{5C1C04AE-6023-888A-7864-8A3DD60FC73E}"/>
          </ac:spMkLst>
        </pc:spChg>
        <pc:spChg chg="add mod">
          <ac:chgData name="Tony TJ Wang (TW)" userId="18033001-5856-41bf-97cd-f021b2ea7695" providerId="ADAL" clId="{86509E4E-F890-43B6-97AB-BA7419744C2D}" dt="2026-08-26T08:39:22.172" v="535" actId="14100"/>
          <ac:spMkLst>
            <pc:docMk/>
            <pc:sldMk cId="741598415" sldId="304"/>
            <ac:spMk id="8" creationId="{EE2A7D4C-2416-2A1F-AFC4-788F5196D71B}"/>
          </ac:spMkLst>
        </pc:spChg>
        <pc:picChg chg="add mod modCrop">
          <ac:chgData name="Tony TJ Wang (TW)" userId="18033001-5856-41bf-97cd-f021b2ea7695" providerId="ADAL" clId="{86509E4E-F890-43B6-97AB-BA7419744C2D}" dt="2026-08-26T09:01:14.187" v="588" actId="1076"/>
          <ac:picMkLst>
            <pc:docMk/>
            <pc:sldMk cId="741598415" sldId="304"/>
            <ac:picMk id="11" creationId="{799B8E4A-159A-36C8-121D-86218BD82181}"/>
          </ac:picMkLst>
        </pc:picChg>
        <pc:picChg chg="add mod modCrop">
          <ac:chgData name="Tony TJ Wang (TW)" userId="18033001-5856-41bf-97cd-f021b2ea7695" providerId="ADAL" clId="{86509E4E-F890-43B6-97AB-BA7419744C2D}" dt="2026-08-26T09:01:17.332" v="590" actId="1076"/>
          <ac:picMkLst>
            <pc:docMk/>
            <pc:sldMk cId="741598415" sldId="304"/>
            <ac:picMk id="13" creationId="{23AC456D-1263-5706-8781-9C497F98A738}"/>
          </ac:picMkLst>
        </pc:picChg>
      </pc:sldChg>
      <pc:sldChg chg="addSp new mod">
        <pc:chgData name="Tony TJ Wang (TW)" userId="18033001-5856-41bf-97cd-f021b2ea7695" providerId="ADAL" clId="{86509E4E-F890-43B6-97AB-BA7419744C2D}" dt="2026-08-13T08:01:47.483" v="3" actId="22"/>
        <pc:sldMkLst>
          <pc:docMk/>
          <pc:sldMk cId="678161449" sldId="4119"/>
        </pc:sldMkLst>
        <pc:picChg chg="add">
          <ac:chgData name="Tony TJ Wang (TW)" userId="18033001-5856-41bf-97cd-f021b2ea7695" providerId="ADAL" clId="{86509E4E-F890-43B6-97AB-BA7419744C2D}" dt="2026-08-13T08:01:47.483" v="3" actId="22"/>
          <ac:picMkLst>
            <pc:docMk/>
            <pc:sldMk cId="678161449" sldId="4119"/>
            <ac:picMk id="3" creationId="{CC6B2FF3-1D5E-89E5-5953-142FA194390B}"/>
          </ac:picMkLst>
        </pc:picChg>
      </pc:sldChg>
      <pc:sldChg chg="addSp modSp new mod">
        <pc:chgData name="Tony TJ Wang (TW)" userId="18033001-5856-41bf-97cd-f021b2ea7695" providerId="ADAL" clId="{86509E4E-F890-43B6-97AB-BA7419744C2D}" dt="2026-08-13T08:05:56.981" v="8" actId="1076"/>
        <pc:sldMkLst>
          <pc:docMk/>
          <pc:sldMk cId="3708291182" sldId="4121"/>
        </pc:sldMkLst>
        <pc:picChg chg="add mod">
          <ac:chgData name="Tony TJ Wang (TW)" userId="18033001-5856-41bf-97cd-f021b2ea7695" providerId="ADAL" clId="{86509E4E-F890-43B6-97AB-BA7419744C2D}" dt="2026-08-13T08:05:56.981" v="8" actId="1076"/>
          <ac:picMkLst>
            <pc:docMk/>
            <pc:sldMk cId="3708291182" sldId="4121"/>
            <ac:picMk id="3" creationId="{7629E256-9BA1-CC61-6CF6-F32EE6FE4842}"/>
          </ac:picMkLst>
        </pc:picChg>
      </pc:sldChg>
      <pc:sldChg chg="addSp delSp modSp new mod ord">
        <pc:chgData name="Tony TJ Wang (TW)" userId="18033001-5856-41bf-97cd-f021b2ea7695" providerId="ADAL" clId="{86509E4E-F890-43B6-97AB-BA7419744C2D}" dt="2026-08-13T08:14:18.955" v="20" actId="22"/>
        <pc:sldMkLst>
          <pc:docMk/>
          <pc:sldMk cId="2246093613" sldId="4122"/>
        </pc:sldMkLst>
        <pc:picChg chg="add mod">
          <ac:chgData name="Tony TJ Wang (TW)" userId="18033001-5856-41bf-97cd-f021b2ea7695" providerId="ADAL" clId="{86509E4E-F890-43B6-97AB-BA7419744C2D}" dt="2026-08-13T08:12:37.928" v="14" actId="1076"/>
          <ac:picMkLst>
            <pc:docMk/>
            <pc:sldMk cId="2246093613" sldId="4122"/>
            <ac:picMk id="3" creationId="{76B8456D-67EC-335A-05C8-91D0ACFD1628}"/>
          </ac:picMkLst>
        </pc:picChg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338497899" sldId="2147471610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3385829111" sldId="2147471611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4266216018" sldId="2147471612"/>
        </pc:sldMkLst>
      </pc:sldChg>
      <pc:sldChg chg="add ord">
        <pc:chgData name="Tony TJ Wang (TW)" userId="18033001-5856-41bf-97cd-f021b2ea7695" providerId="ADAL" clId="{86509E4E-F890-43B6-97AB-BA7419744C2D}" dt="2026-08-26T07:24:04.996" v="302"/>
        <pc:sldMkLst>
          <pc:docMk/>
          <pc:sldMk cId="1984436587" sldId="2147471618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277337181" sldId="2147471622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089504799" sldId="2147471623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1521235129" sldId="2147471626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806025323" sldId="2147471627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4250702178" sldId="2147471632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4237972989" sldId="2147471633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91331744" sldId="2147471634"/>
        </pc:sldMkLst>
      </pc:sldChg>
      <pc:sldChg chg="modSp add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2119080904" sldId="2147471635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119080904" sldId="2147471635"/>
            <ac:spMk id="2" creationId="{AAAB61BE-CAA7-BC81-B2A4-1E350EAF62FA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119080904" sldId="2147471635"/>
            <ac:spMk id="3" creationId="{17D14F5D-29BE-1BDE-AE7C-30F43A7B7974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119080904" sldId="2147471635"/>
            <ac:spMk id="4" creationId="{48E04D8A-0D68-C063-D5ED-17DAC77F4BCA}"/>
          </ac:spMkLst>
        </pc:spChg>
      </pc:sldChg>
      <pc:sldChg chg="modSp add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467171543" sldId="2147471636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467171543" sldId="2147471636"/>
            <ac:spMk id="2" creationId="{C961C7A9-8040-8A66-E380-CDB63F8EC85C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467171543" sldId="2147471636"/>
            <ac:spMk id="3" creationId="{ED1FD4D1-E983-FC7D-989F-B3CD09A45412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467171543" sldId="2147471636"/>
            <ac:spMk id="4" creationId="{5B0659AF-30A6-74C6-3B06-D0F40A8E5A51}"/>
          </ac:spMkLst>
        </pc:spChg>
      </pc:sldChg>
      <pc:sldChg chg="modSp add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3574416562" sldId="2147471637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574416562" sldId="2147471637"/>
            <ac:spMk id="2" creationId="{EA30E22E-10B1-AE8F-677F-A3BC8AD36FA5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574416562" sldId="2147471637"/>
            <ac:spMk id="3" creationId="{0AC8CD98-B1E4-94FC-E3DE-5F967851D071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574416562" sldId="2147471637"/>
            <ac:spMk id="4" creationId="{43F0CE76-E751-EDB4-F8D9-45DD6B20AD53}"/>
          </ac:spMkLst>
        </pc:spChg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4132854497" sldId="2147471638"/>
        </pc:sldMkLst>
      </pc:sldChg>
      <pc:sldChg chg="addSp delSp modSp add mod or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2055900988" sldId="2147471642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055900988" sldId="2147471642"/>
            <ac:spMk id="3" creationId="{3CFAF4F7-DD04-E73B-31AC-AA786DD2A3E7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055900988" sldId="2147471642"/>
            <ac:spMk id="4" creationId="{1F8AC684-621F-56AE-B411-537B5B509B26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055900988" sldId="2147471642"/>
            <ac:spMk id="13" creationId="{7E0A3E8B-36B3-3088-6BF4-F751E1A28501}"/>
          </ac:spMkLst>
        </pc:spChg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597535416" sldId="2147471647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785920302" sldId="2147471648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3120340878" sldId="2147471649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982551857" sldId="2147471650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2948209876" sldId="2147471651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74290052" sldId="2147471652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79908558" sldId="2147471653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3799494147" sldId="2147471654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884221787" sldId="2147471655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2935639352" sldId="2147471656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447439805" sldId="2147471657"/>
        </pc:sldMkLst>
      </pc:sldChg>
      <pc:sldChg chg="add ord">
        <pc:chgData name="Tony TJ Wang (TW)" userId="18033001-5856-41bf-97cd-f021b2ea7695" providerId="ADAL" clId="{86509E4E-F890-43B6-97AB-BA7419744C2D}" dt="2026-08-26T07:24:04.996" v="302"/>
        <pc:sldMkLst>
          <pc:docMk/>
          <pc:sldMk cId="4008478433" sldId="2147471664"/>
        </pc:sldMkLst>
      </pc:sldChg>
      <pc:sldChg chg="add del">
        <pc:chgData name="Tony TJ Wang (TW)" userId="18033001-5856-41bf-97cd-f021b2ea7695" providerId="ADAL" clId="{86509E4E-F890-43B6-97AB-BA7419744C2D}" dt="2026-08-26T07:24:54.747" v="310"/>
        <pc:sldMkLst>
          <pc:docMk/>
          <pc:sldMk cId="1149247235" sldId="2147471665"/>
        </pc:sldMkLst>
      </pc:sldChg>
      <pc:sldChg chg="add del">
        <pc:chgData name="Tony TJ Wang (TW)" userId="18033001-5856-41bf-97cd-f021b2ea7695" providerId="ADAL" clId="{86509E4E-F890-43B6-97AB-BA7419744C2D}" dt="2026-08-26T07:24:54.747" v="310"/>
        <pc:sldMkLst>
          <pc:docMk/>
          <pc:sldMk cId="1885898768" sldId="2147471666"/>
        </pc:sldMkLst>
      </pc:sldChg>
      <pc:sldChg chg="add del">
        <pc:chgData name="Tony TJ Wang (TW)" userId="18033001-5856-41bf-97cd-f021b2ea7695" providerId="ADAL" clId="{86509E4E-F890-43B6-97AB-BA7419744C2D}" dt="2026-08-26T07:24:54.747" v="310"/>
        <pc:sldMkLst>
          <pc:docMk/>
          <pc:sldMk cId="3086659854" sldId="2147471667"/>
        </pc:sldMkLst>
      </pc:sldChg>
      <pc:sldChg chg="add ord">
        <pc:chgData name="Tony TJ Wang (TW)" userId="18033001-5856-41bf-97cd-f021b2ea7695" providerId="ADAL" clId="{86509E4E-F890-43B6-97AB-BA7419744C2D}" dt="2026-08-26T07:25:11.809" v="313"/>
        <pc:sldMkLst>
          <pc:docMk/>
          <pc:sldMk cId="3071817210" sldId="2147471671"/>
        </pc:sldMkLst>
      </pc:sldChg>
      <pc:sldChg chg="add ord">
        <pc:chgData name="Tony TJ Wang (TW)" userId="18033001-5856-41bf-97cd-f021b2ea7695" providerId="ADAL" clId="{86509E4E-F890-43B6-97AB-BA7419744C2D}" dt="2026-08-26T07:25:32.066" v="316"/>
        <pc:sldMkLst>
          <pc:docMk/>
          <pc:sldMk cId="2330717037" sldId="2147471672"/>
        </pc:sldMkLst>
      </pc:sldChg>
      <pc:sldChg chg="add ord">
        <pc:chgData name="Tony TJ Wang (TW)" userId="18033001-5856-41bf-97cd-f021b2ea7695" providerId="ADAL" clId="{86509E4E-F890-43B6-97AB-BA7419744C2D}" dt="2026-08-26T07:25:32.066" v="316"/>
        <pc:sldMkLst>
          <pc:docMk/>
          <pc:sldMk cId="800678970" sldId="2147471673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4004244919" sldId="2147471689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520692316" sldId="2147471690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2250428090" sldId="2147471694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429173059" sldId="2147471695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556327753" sldId="2147471697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2966213305" sldId="2147471698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3311238796" sldId="2147471703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1218129924" sldId="2147471704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1224167629" sldId="2147471705"/>
        </pc:sldMkLst>
      </pc:sldChg>
      <pc:sldChg chg="modSp add del mod">
        <pc:chgData name="Tony TJ Wang (TW)" userId="18033001-5856-41bf-97cd-f021b2ea7695" providerId="ADAL" clId="{86509E4E-F890-43B6-97AB-BA7419744C2D}" dt="2026-08-26T07:21:00.545" v="299"/>
        <pc:sldMkLst>
          <pc:docMk/>
          <pc:sldMk cId="554073569" sldId="2147471722"/>
        </pc:sldMkLst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554073569" sldId="2147471722"/>
            <ac:spMk id="14" creationId="{3BD44A5F-D0AA-BF1E-6829-92E7E607B553}"/>
          </ac:spMkLst>
        </pc:spChg>
      </pc:sldChg>
      <pc:sldChg chg="modSp add del mod">
        <pc:chgData name="Tony TJ Wang (TW)" userId="18033001-5856-41bf-97cd-f021b2ea7695" providerId="ADAL" clId="{86509E4E-F890-43B6-97AB-BA7419744C2D}" dt="2026-08-26T07:21:00.545" v="299"/>
        <pc:sldMkLst>
          <pc:docMk/>
          <pc:sldMk cId="3929345242" sldId="2147471723"/>
        </pc:sldMkLst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7" creationId="{A63A297D-2F35-7812-303A-16AD896A5B3A}"/>
          </ac:spMkLst>
        </pc:spChg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81" creationId="{00C68E4D-21AB-08CD-419F-8429E0F0DB56}"/>
          </ac:spMkLst>
        </pc:spChg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82" creationId="{E9BB387C-D24E-5C83-0468-18A25461E280}"/>
          </ac:spMkLst>
        </pc:spChg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83" creationId="{C772BD97-777E-8670-8416-8547A807F60F}"/>
          </ac:spMkLst>
        </pc:spChg>
      </pc:sldChg>
      <pc:sldChg chg="add">
        <pc:chgData name="Tony TJ Wang (TW)" userId="18033001-5856-41bf-97cd-f021b2ea7695" providerId="ADAL" clId="{86509E4E-F890-43B6-97AB-BA7419744C2D}" dt="2026-08-26T07:28:41.008" v="324"/>
        <pc:sldMkLst>
          <pc:docMk/>
          <pc:sldMk cId="17382343" sldId="2147471724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1821783111" sldId="2147471725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32533317" sldId="2147471726"/>
        </pc:sldMkLst>
      </pc:sldChg>
      <pc:sldChg chg="add ord">
        <pc:chgData name="Tony TJ Wang (TW)" userId="18033001-5856-41bf-97cd-f021b2ea7695" providerId="ADAL" clId="{86509E4E-F890-43B6-97AB-BA7419744C2D}" dt="2026-08-26T07:37:31.476" v="352"/>
        <pc:sldMkLst>
          <pc:docMk/>
          <pc:sldMk cId="2676554576" sldId="2147471727"/>
        </pc:sldMkLst>
      </pc:sldChg>
      <pc:sldChg chg="add ord">
        <pc:chgData name="Tony TJ Wang (TW)" userId="18033001-5856-41bf-97cd-f021b2ea7695" providerId="ADAL" clId="{86509E4E-F890-43B6-97AB-BA7419744C2D}" dt="2026-08-26T07:37:31.476" v="352"/>
        <pc:sldMkLst>
          <pc:docMk/>
          <pc:sldMk cId="3986693228" sldId="2147471728"/>
        </pc:sldMkLst>
      </pc:sldChg>
      <pc:sldChg chg="modSp add mod or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1242471186" sldId="2147471729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42471186" sldId="2147471729"/>
            <ac:spMk id="2" creationId="{581566A1-460A-B6C8-7897-25EBDE7DA346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42471186" sldId="2147471729"/>
            <ac:spMk id="3" creationId="{AE48430D-5555-2028-9FEB-4564DF5DCC45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42471186" sldId="2147471729"/>
            <ac:spMk id="6" creationId="{F7F50117-E101-A398-85D0-5678B16A31D8}"/>
          </ac:spMkLst>
        </pc:spChg>
      </pc:sldChg>
      <pc:sldChg chg="modSp add mod or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1216800107" sldId="2147471730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16800107" sldId="2147471730"/>
            <ac:spMk id="3" creationId="{094D05D2-F793-ECE9-3DE3-ECAC4E0FB80E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16800107" sldId="2147471730"/>
            <ac:spMk id="6" creationId="{816C4870-D1A1-9A10-A8ED-313BEFC96E11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16800107" sldId="2147471730"/>
            <ac:spMk id="7" creationId="{C45343BF-FFF9-675A-6730-32F05149995A}"/>
          </ac:spMkLst>
        </pc:spChg>
      </pc:sldChg>
      <pc:sldChg chg="addSp delSp modSp add del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1812243640" sldId="2147471758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812243640" sldId="2147471758"/>
            <ac:spMk id="2" creationId="{3E6E3BE0-C2C0-A042-24DF-086F26D33FBC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812243640" sldId="2147471758"/>
            <ac:spMk id="3" creationId="{09EF78B3-D5DB-E432-D9FF-6795C54E7044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812243640" sldId="2147471758"/>
            <ac:spMk id="4" creationId="{9D55DBD4-9962-EEBB-075E-1B36BC34A2AE}"/>
          </ac:spMkLst>
        </pc:spChg>
        <pc:picChg chg="add mod">
          <ac:chgData name="Tony TJ Wang (TW)" userId="18033001-5856-41bf-97cd-f021b2ea7695" providerId="ADAL" clId="{86509E4E-F890-43B6-97AB-BA7419744C2D}" dt="2026-08-26T07:40:21.548" v="384" actId="1076"/>
          <ac:picMkLst>
            <pc:docMk/>
            <pc:sldMk cId="1812243640" sldId="2147471758"/>
            <ac:picMk id="9" creationId="{0EABAE12-ABF6-8964-8620-D2FFB418A2D6}"/>
          </ac:picMkLst>
        </pc:picChg>
        <pc:picChg chg="add mod">
          <ac:chgData name="Tony TJ Wang (TW)" userId="18033001-5856-41bf-97cd-f021b2ea7695" providerId="ADAL" clId="{86509E4E-F890-43B6-97AB-BA7419744C2D}" dt="2026-08-26T07:40:26.519" v="387" actId="1076"/>
          <ac:picMkLst>
            <pc:docMk/>
            <pc:sldMk cId="1812243640" sldId="2147471758"/>
            <ac:picMk id="11" creationId="{A2D57C02-2453-5D13-1ACE-C5C0E1D082D1}"/>
          </ac:picMkLst>
        </pc:picChg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842812038" sldId="2147471765"/>
        </pc:sldMkLst>
      </pc:sldChg>
      <pc:sldChg chg="ord">
        <pc:chgData name="Tony TJ Wang (TW)" userId="18033001-5856-41bf-97cd-f021b2ea7695" providerId="ADAL" clId="{86509E4E-F890-43B6-97AB-BA7419744C2D}" dt="2026-08-26T07:36:28.665" v="347"/>
        <pc:sldMkLst>
          <pc:docMk/>
          <pc:sldMk cId="215186150" sldId="2147471831"/>
        </pc:sldMkLst>
      </pc:sldChg>
      <pc:sldChg chg="delSp mod ord modNotesTx">
        <pc:chgData name="Tony TJ Wang (TW)" userId="18033001-5856-41bf-97cd-f021b2ea7695" providerId="ADAL" clId="{86509E4E-F890-43B6-97AB-BA7419744C2D}" dt="2026-08-26T07:16:10.085" v="280" actId="20577"/>
        <pc:sldMkLst>
          <pc:docMk/>
          <pc:sldMk cId="3693095151" sldId="2147483644"/>
        </pc:sldMkLst>
      </pc:sldChg>
      <pc:sldChg chg="ord">
        <pc:chgData name="Tony TJ Wang (TW)" userId="18033001-5856-41bf-97cd-f021b2ea7695" providerId="ADAL" clId="{86509E4E-F890-43B6-97AB-BA7419744C2D}" dt="2026-08-26T07:33:40.478" v="341"/>
        <pc:sldMkLst>
          <pc:docMk/>
          <pc:sldMk cId="1652456660" sldId="2147483645"/>
        </pc:sldMkLst>
      </pc:sldChg>
      <pc:sldChg chg="ord">
        <pc:chgData name="Tony TJ Wang (TW)" userId="18033001-5856-41bf-97cd-f021b2ea7695" providerId="ADAL" clId="{86509E4E-F890-43B6-97AB-BA7419744C2D}" dt="2026-08-26T07:33:16.815" v="337"/>
        <pc:sldMkLst>
          <pc:docMk/>
          <pc:sldMk cId="2351879941" sldId="2147483647"/>
        </pc:sldMkLst>
      </pc:sldChg>
      <pc:sldMasterChg chg="delSldLayout">
        <pc:chgData name="Tony TJ Wang (TW)" userId="18033001-5856-41bf-97cd-f021b2ea7695" providerId="ADAL" clId="{86509E4E-F890-43B6-97AB-BA7419744C2D}" dt="2026-08-26T07:24:47.954" v="307" actId="47"/>
        <pc:sldMasterMkLst>
          <pc:docMk/>
          <pc:sldMasterMk cId="358941851" sldId="2147483752"/>
        </pc:sldMasterMkLst>
      </pc:sldMasterChg>
      <pc:sldMasterChg chg="delSldLayout modSldLayout sldLayoutOrd">
        <pc:chgData name="Tony TJ Wang (TW)" userId="18033001-5856-41bf-97cd-f021b2ea7695" providerId="ADAL" clId="{86509E4E-F890-43B6-97AB-BA7419744C2D}" dt="2026-08-28T08:56:32.496" v="593"/>
        <pc:sldMasterMkLst>
          <pc:docMk/>
          <pc:sldMasterMk cId="3950966955" sldId="2147483916"/>
        </pc:sldMasterMkLst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47413589" sldId="214748398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47413589" sldId="2147483980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47413589" sldId="2147483980"/>
              <ac:spMk id="5" creationId="{98AB6ED3-C5F6-877C-DAED-BEF7F304594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089345167" sldId="214748398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89345167" sldId="2147483981"/>
              <ac:spMk id="3" creationId="{DFD90212-F74C-9DC9-0056-4F5DDF0194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89345167" sldId="2147483981"/>
              <ac:spMk id="5" creationId="{98AB6ED3-C5F6-877C-DAED-BEF7F30459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89345167" sldId="2147483981"/>
              <ac:spMk id="6" creationId="{5E0745CB-2FF7-A852-6865-A8F426EE120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263929705" sldId="214748398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3" creationId="{75979435-2CA0-F566-8195-3E80CC2D618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5" creationId="{7518CD4E-B949-EF88-4945-7E36C001572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7" creationId="{3A2C4AA3-8599-3431-5E25-2E68E7DB9FC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911330401" sldId="214748398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4" creationId="{83F37CB8-4B0C-85FD-979D-0EFBFDE2A1F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5" creationId="{C8EC9C41-CB60-9C3F-4A21-4DCCF3B440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51454211" sldId="214748398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4" creationId="{83F37CB8-4B0C-85FD-979D-0EFBFDE2A1F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5" creationId="{C8EC9C41-CB60-9C3F-4A21-4DCCF3B440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73329092" sldId="214748398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4" creationId="{83F37CB8-4B0C-85FD-979D-0EFBFDE2A1F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5" creationId="{C8EC9C41-CB60-9C3F-4A21-4DCCF3B440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632537693" sldId="214748398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2" creationId="{B4539E65-4ABC-F7FC-FCE0-B29255497D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3" creationId="{B2BDD4AC-270A-4483-7315-655B46AA98C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6" creationId="{8A3789D3-8936-6361-B279-04482E5DA05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7" creationId="{D2CF944E-CA0D-78C4-2738-7FF65A3C61D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806376902" sldId="214748398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3" creationId="{B2BDD4AC-270A-4483-7315-655B46AA98C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5" creationId="{14843C2F-D12F-B2E4-1020-42BB1F404EE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6" creationId="{78D8C702-FC4B-D3F7-8D51-D2B3DFBA1CC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8" creationId="{2074E594-75BC-BB21-5CB5-2ECACC5760F1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02331590" sldId="214748398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2" creationId="{B4539E65-4ABC-F7FC-FCE0-B29255497D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3" creationId="{B2BDD4AC-270A-4483-7315-655B46AA98C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4" creationId="{50A2C7B7-9D29-E058-E1D5-11CACA15256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7" creationId="{F14AAF1B-63A7-87FB-CF3E-274298F4B36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8" creationId="{06EDDF0F-F4F8-2669-FD63-410B84DD24E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10" creationId="{8BF9F556-4510-F7DD-B333-C401D75BD7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16" creationId="{AFBC73D5-BBD4-6DEA-ABD4-C7C99DE36B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87811106" sldId="214748398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5" creationId="{7518CD4E-B949-EF88-4945-7E36C001572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220726195" sldId="214748399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476535555" sldId="214748399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125261477" sldId="214748399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604783140" sldId="214748399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6" creationId="{E38019E0-279D-A4EC-36F3-E0B1A717FCF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7" creationId="{B8872EE6-00EE-7E3B-FF0A-4031AD0A1F4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892594306" sldId="214748399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3" creationId="{65C0038A-3A68-0DB9-64FC-6F889D75D38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6" creationId="{97BC8435-1364-314D-C920-74E9DEDB1E4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7" creationId="{D73A66C0-F670-A68E-E8AB-864BA888682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0198183" sldId="214748399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4" creationId="{EE189DEE-6989-9A74-BDE8-CA73B91086F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7" creationId="{6DE5500C-FE6E-579B-63C3-09F6ADCF909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8" creationId="{DD78BEAF-F2F8-DC26-B864-8F818213806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8079323" sldId="214748399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3" creationId="{8D3D9662-5F2D-57D9-7407-78275144A6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6" creationId="{CE0852A2-F289-0299-38DA-54988A9CF40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7" creationId="{D73A66C0-F670-A68E-E8AB-864BA88868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8" creationId="{417BEBC1-805D-DD3E-7FB7-E733D35B8EF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48924780" sldId="214748399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3" creationId="{0EEDD237-2AD5-3154-E113-01E98DC0986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8" creationId="{C3079065-EEA7-BD3F-374F-2BD4FA17413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13" creationId="{D9EB10B1-191A-630B-CAE5-F7CB250CA41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16" creationId="{FB735FB7-5411-F2F1-D974-F773B1B8360F}"/>
            </ac:spMkLst>
          </pc:spChg>
        </pc:sldLayoutChg>
        <pc:sldLayoutChg chg="modSp mod ord">
          <pc:chgData name="Tony TJ Wang (TW)" userId="18033001-5856-41bf-97cd-f021b2ea7695" providerId="ADAL" clId="{86509E4E-F890-43B6-97AB-BA7419744C2D}" dt="2026-08-28T08:56:32.464" v="592"/>
          <pc:sldLayoutMkLst>
            <pc:docMk/>
            <pc:sldMasterMk cId="3950966955" sldId="2147483916"/>
            <pc:sldLayoutMk cId="1254178586" sldId="214748399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3" creationId="{4C6EFB28-C390-D7A6-7D24-D312EAB546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6" creationId="{B0DF1CAE-AD0F-3704-E516-EFF052A288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8" creationId="{09A13E53-F775-A736-E17E-0D3BA9C73AF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10" creationId="{8379B048-01BA-296A-05B7-D40EDFD37263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826260199" sldId="214748399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3" creationId="{4C6EFB28-C390-D7A6-7D24-D312EAB546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5" creationId="{51C9977E-07C7-6A42-E691-FD4699CEC98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6" creationId="{B0DF1CAE-AD0F-3704-E516-EFF052A288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7" creationId="{090265C7-5AAC-0489-DEB2-CECC63DAC28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041626689" sldId="214748400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3" creationId="{FB51044C-932D-8FC3-B3AB-1F32819D3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4" creationId="{A5CBFC34-8CB2-CC41-3972-5FC87B9BDCE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5" creationId="{A24DD9E3-0BCC-FF96-2B5A-1C600C721A9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7" creationId="{9F37A09F-4048-050A-FDB3-83EC9C37253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8" creationId="{E24C1953-6774-4962-D21C-79F931E8AFE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519284577" sldId="214748400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3" creationId="{FB51044C-932D-8FC3-B3AB-1F32819D3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4" creationId="{81241698-5CD8-C604-8076-E2C7174471A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5" creationId="{A24DD9E3-0BCC-FF96-2B5A-1C600C721A9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6" creationId="{09364D4B-08FC-0F72-14EE-FFE49CBE3E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8" creationId="{37630663-0430-1D7C-EBF0-D28C79961CF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11" creationId="{0161467A-7063-86D7-24E8-072DC8FE58E7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710666384" sldId="214748400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3" creationId="{DF56AB70-B001-F407-DDA0-8274B08150B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5" creationId="{BFFD3C8C-DE95-11CF-E112-F1CDEBBBAF2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6" creationId="{CA843832-4448-8151-AB96-D139EF4338B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7" creationId="{BB0E27A5-BC84-EBC4-82C5-E8CF838E43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11" creationId="{0161467A-7063-86D7-24E8-072DC8FE58E7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276174915" sldId="214748400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3" creationId="{60C2534F-0DED-9179-1BA0-BA7BBA63E4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5" creationId="{C21211E5-4A9D-2EA5-349A-BFEBB51D88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6" creationId="{CA843832-4448-8151-AB96-D139EF4338B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7" creationId="{51EE832E-3DC6-D6FD-08F2-B144435DFC4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8" creationId="{AF6631A4-F894-4AFF-B75F-0AABD9BAEA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11" creationId="{0161467A-7063-86D7-24E8-072DC8FE58E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12" creationId="{F42546D2-619E-D256-A62A-62019DAA4778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068187545" sldId="214748400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2" creationId="{E62847D5-ADA8-3259-2549-281D1A6D552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3" creationId="{91E3B5C0-2252-2AC3-B6AC-A233A36FBD7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5" creationId="{3634351F-B70F-FAD9-F7BB-519E4552F5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6" creationId="{CA843832-4448-8151-AB96-D139EF4338B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7" creationId="{51EE832E-3DC6-D6FD-08F2-B144435DFC4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8" creationId="{AF6631A4-F894-4AFF-B75F-0AABD9BAEA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9" creationId="{BF7E05F9-3B71-A92F-C27D-3EA7295545B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10" creationId="{5436620D-30A8-EA32-EBA9-0FB0D98A3A5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13" creationId="{FCDEC8E4-3556-9DFF-F8E0-3E599203F39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14" creationId="{08EEADAB-1623-2FF8-2487-6AA4F7EC3587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864438517" sldId="214748400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3" creationId="{CB190286-B276-0735-9C4A-0DC61C6219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5" creationId="{A03E9A5D-D94B-2C14-C57F-8CEEA73EB97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6" creationId="{DB73B279-0425-58C9-A443-09B373446F8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9" creationId="{489906B8-D3A9-4BCE-6015-ACFE378C721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10" creationId="{FE0E6B83-F5A0-569B-4BAB-B7F61D7D08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11" creationId="{46DFEB0B-173F-2B4F-16A8-263FCC6CEC2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85248937" sldId="214748400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3" creationId="{CB190286-B276-0735-9C4A-0DC61C6219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4" creationId="{B015D90A-43B1-2686-2FB5-24977CABC77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5" creationId="{1C2027B2-3AF9-ACB0-EFBF-E307D2CA34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6" creationId="{DB73B279-0425-58C9-A443-09B373446F8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7" creationId="{305BD07F-9015-08E7-A1B9-CEE3998C38E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8" creationId="{96E79EC7-3C5A-2B86-5F55-4E1518901C1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17" creationId="{281D6954-23FD-DBC4-8238-AE64FBE579A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75404505" sldId="214748400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3" creationId="{BE946374-FA30-CA90-8DA8-4D3D9C8D955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4" creationId="{E9C1A15D-9D72-ADF5-F762-A0FCDB4299C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5" creationId="{F894016E-E9A2-621D-7E7E-4C60EA7D144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7" creationId="{B7BD091D-1A71-D98C-9FBE-055914E8949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8" creationId="{6B0989A2-BAE8-DBCB-9B68-2A6A9EEEC5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9" creationId="{6B661239-E68D-0808-F96A-FE85956F113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580867760" sldId="214748400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3" creationId="{79626A07-2517-5726-4FDD-0AC9D92990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4" creationId="{943EE09F-88BE-B892-E588-CE1A64CF45A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5" creationId="{06046AFA-0660-1D2A-C174-4EABDBEAAA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6" creationId="{73FDB890-3693-B329-5A7C-C65A3B124F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7" creationId="{89862BAD-5A88-900F-A59B-68B96AB4149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8" creationId="{0DA847B6-5ED7-CD22-AC77-BE2F874194B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833767521" sldId="214748400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3" creationId="{6955500F-3808-9CA2-1F44-A6416457143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5" creationId="{97546331-F0CB-B769-2ED0-10C215328D5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6" creationId="{E6F2E23D-BB9F-B34F-EC85-66F73AA738E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8" creationId="{9D560317-BC9E-E5E9-EC4B-BE83B3CA15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9" creationId="{7809C51E-8610-C513-8EEC-D5CB091B65E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10" creationId="{DFE232A4-E7EE-98E3-AD8F-428E48A336B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11" creationId="{A39229A9-9F4B-8863-1C67-62C2859D9BE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540457667" sldId="214748401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3" creationId="{3279AEC2-3D38-AA3C-D9ED-F56066F0252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4" creationId="{2B415381-8D1E-8A6F-693B-DB90EB881D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6" creationId="{1F2E443D-FB19-EC91-F034-92383A4D9EA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8" creationId="{9D560317-BC9E-E5E9-EC4B-BE83B3CA15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0" creationId="{8E8D28FD-FF5F-398A-38AD-0E9B9DE0EC1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2" creationId="{E2C8463D-8B6E-9FF2-1B5C-72452E9273E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3" creationId="{39DE996C-A166-458A-310E-FEBC9C52A70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4" creationId="{134591D3-6AC4-CADD-BA45-1311233200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6" creationId="{33601CD4-0BCA-521B-0F56-3E84B8C91F7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23573422" sldId="214748401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3" creationId="{E67D3849-C8CD-8658-1466-0AC905A3290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5" creationId="{C3E8CA74-2A20-C79E-AB93-415F841BF9A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6" creationId="{D986D8FF-CF64-064A-9F64-6F1DDA4C97E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7" creationId="{45FB2FC1-37EA-E80B-8E2C-5BB79F82C54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8" creationId="{A4F26F45-080E-2E94-7AE8-D48A53D6BB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11" creationId="{F4A2F6DA-84DB-C19E-4C0E-907410D65A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12" creationId="{91E96ECE-0D5F-0C73-B9DA-305E820717B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13" creationId="{3FB0C79D-C35F-8072-C668-9D9D7A93739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76360593" sldId="214748401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3" creationId="{E6D39F23-E441-3514-2A4F-F9CCA29119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5" creationId="{90658801-9D03-6822-31B7-920A8C4C5D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6" creationId="{C4FF4641-ED6B-EA6B-E1D6-5913E5D1C4A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7" creationId="{FE222EB9-6543-2E06-6048-C32D6D58FB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8" creationId="{738BD24F-B7A9-6A5E-4B91-293E35C9624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9" creationId="{3EA62964-C972-788F-A145-641910913B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11" creationId="{E8465518-586C-3585-5D66-F8C5F78411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12" creationId="{32A0F579-2C59-6C73-6CB2-7D28A65E2EE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13" creationId="{6C860A8A-DDDD-D41D-7D92-718D7B4F0FA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113042700" sldId="214748401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3" creationId="{4BD5BA45-6FFD-0692-0F0F-E110F28E68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4" creationId="{14B2DDC5-30CC-4253-DAE0-02B6367366D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5" creationId="{6A0EF6EA-3F57-5496-E0F3-4864ED1104A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6" creationId="{D986D8FF-CF64-064A-9F64-6F1DDA4C97E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7" creationId="{BC4F89F3-153E-1F6B-8CFE-E1D4D687491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8" creationId="{A4F26F45-080E-2E94-7AE8-D48A53D6BB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12" creationId="{32898A4C-932E-23E9-DC30-A54F1747D7D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26993151" sldId="214748401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3" creationId="{34BACFA0-1865-CA7A-660A-9F840AA5ED5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7" creationId="{AB18F79E-2EEB-FEB6-9FD2-CF00E69E399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9" creationId="{BCCFAC37-C331-299A-576E-FB4D9E873FC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0" creationId="{B50CDAE4-0C34-CA3B-8150-C653F963250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1" creationId="{32934F70-692D-5369-94C8-0030A3CD43F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2" creationId="{75F0D866-D99D-B922-92B9-43D8C80FC33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4" creationId="{28C2AC20-FA64-9BFB-4B6C-CC4DC765CF1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75771468" sldId="214748401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3" creationId="{34BACFA0-1865-CA7A-660A-9F840AA5ED5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4" creationId="{35EB01E0-E6A4-D360-2FD4-9B71B2DE0DC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7" creationId="{5AAE7EEF-B347-4D56-A6AE-448368A5BED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9" creationId="{BCCFAC37-C331-299A-576E-FB4D9E873FC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0" creationId="{4626FCF7-D9DB-AA92-E09A-63795E0A9BF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1" creationId="{3EAED7B3-1E01-DB3C-A9C0-C02BF6D0CA4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2" creationId="{1DF4DD5F-AF74-EA4E-244D-3B8BF6C634D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3" creationId="{663492E0-8524-F0F0-654F-078445BB721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751893358" sldId="214748401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3" creationId="{FDAB432F-854F-42B3-F530-13E74D7AAA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5" creationId="{357B41B5-877C-16C0-86C3-0049A6AEFD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6" creationId="{3B9F6906-FD55-4ECF-BC68-21EDA9D4716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7" creationId="{AF5BE851-36FB-AE1C-238B-97C05E05B1A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8" creationId="{C3EBFD86-34DE-5EF4-510C-8C6F417E645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9" creationId="{87ADAD20-05B4-05C7-E934-6F9C1436EB7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856306695" sldId="214748401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3" creationId="{15B11690-3DC6-7B4C-5196-E388A51146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7" creationId="{DF7CA4CE-E47A-514D-5828-6AA4EAEAA5D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9" creationId="{408A6C4D-3F5E-1CC8-64FD-F01177BD1E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0" creationId="{BE81782A-2131-81EC-B274-273228A022F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1" creationId="{1C7B2FA3-BB01-C042-C3E2-CE1E30B4DC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2" creationId="{5817751D-AEF1-E60E-A99F-8E78DF21FF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4" creationId="{AC495E7E-4FB5-532A-2A69-899751FD4B0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669354394" sldId="214748401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5" creationId="{7A4C48D2-B18D-75C7-0C7E-1D9DB139609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6" creationId="{D9EBCD51-8DA2-A863-38B9-4D39E92CBCD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7" creationId="{EDE25965-5FF0-06E1-006B-1D9AEC33DC6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1" creationId="{F248317B-0C78-D1D7-C7AA-97B940FCDFD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3" creationId="{9E1EEBC7-B3D2-0C33-A1E4-86D938D57B9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4" creationId="{DE61D85C-E065-C899-A314-61A97478995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6" creationId="{2AC1B240-8DE4-93F4-7F67-7A0D12BFCB2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7" creationId="{26AF7A0A-28F9-E71C-DA0E-449F854A8D7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936100002" sldId="214748401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3" creationId="{9C3E4A20-48E1-6B96-207C-2A01DD8E97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9" creationId="{404392E8-8FC9-D8AC-538E-69F5A15C16E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0" creationId="{E1769020-22C9-8DED-D532-40F11F2D33C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1" creationId="{5F5E5E69-4FFF-DFC2-659C-7E55787A02F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2" creationId="{FEE2C3B1-D32B-2DC8-8154-D81D141486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3" creationId="{E4143737-9FAE-4BEB-0906-D059D53A4E5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4" creationId="{5FAA5E52-06C6-50C6-842F-09B2897EBA2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5" creationId="{BE4E3AAB-764D-686D-74DE-DD6CA156031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8" creationId="{E50EC622-9E3E-7826-5B6E-3F05131728C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9" creationId="{87CC549C-7C7A-4C05-D6A7-8187C41504D4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393728460" sldId="214748402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3" creationId="{15361E65-8489-022E-9A46-0B36035A11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5" creationId="{6F60ED92-61BC-58F9-6255-C99E6BFB73B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6" creationId="{4903BE73-FFB9-9122-4626-1B97EB913FE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8" creationId="{A4F26F45-080E-2E94-7AE8-D48A53D6BB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1" creationId="{42EA7D05-D7C0-FDE4-0EBC-5FC8729460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4" creationId="{73B30585-2E0B-0145-792D-87F4CBF909B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7" creationId="{CF1ADCBF-761E-4BC8-95AF-5ED8A304B91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8" creationId="{FD1333CB-59A1-E4BE-4739-1CA1A660FB0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824589199" sldId="214748402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3" creationId="{9FC01FB3-8B1A-6F97-AB07-F4AF0F675F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5" creationId="{2E9AFACD-CF24-6CBE-B881-BC67257530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0" creationId="{B1E147C2-A10D-59C4-CC48-6D69F1DA61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1" creationId="{A86AE55E-C7BC-EC71-C728-F72A80B86C8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2" creationId="{F55CDC6F-9090-45B3-C7DF-1D1A5E390D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3" creationId="{CB40FF7B-D30A-160F-9C8B-1003AE57EE9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4" creationId="{97083C73-43EE-6C29-DF37-8BDBD14592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5" creationId="{FAAF6896-CE8D-11B6-CDB6-B5581B467D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9" creationId="{EE952CC9-7B70-01FB-582B-30F68D4C37F3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921476042" sldId="214748402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2" creationId="{F7150835-224A-C855-A540-11B95474A7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3" creationId="{9FC01FB3-8B1A-6F97-AB07-F4AF0F675F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4" creationId="{1C018B1A-B52B-AC9A-63B1-F00217B38E4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5" creationId="{2E9AFACD-CF24-6CBE-B881-BC67257530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0" creationId="{83A6C828-337E-DF3F-E796-CD513517E4D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1" creationId="{5039018F-04C9-76F6-FBBC-358D2F0A100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2" creationId="{F0641CF8-17DD-D58B-57D0-9302944604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3" creationId="{F8C87661-3C9C-724E-425D-6BFB684FAA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4" creationId="{C1CA5D93-F653-F2C0-8751-8A90F765D49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5" creationId="{59DA2641-90BA-C589-4AC5-93DB0472E74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747986740" sldId="214748402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3" creationId="{7953C0A1-993D-3C98-C331-16749B76A8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5" creationId="{15441E1C-321B-0C48-3C86-6A2676A09A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7" creationId="{1BE33546-5281-3759-9C24-7C92D3AB81E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8" creationId="{CD8F01FB-26C3-D412-CD60-13931D0A16A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0" creationId="{52D6BCE3-5DC0-F54B-0BF2-1E8CB838F94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2" creationId="{3544A30F-D4EB-D59A-37AC-6229A950B4E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3" creationId="{CC17F671-8B9C-F9FE-AEDA-9A8FBDDADA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4" creationId="{ECE30FE5-2A66-1ECD-730E-80C2B769357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5" creationId="{067701D3-6751-E230-8414-4D83FACD190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7" creationId="{9919F7E4-902E-17BD-9A23-BEC353B5408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55202269" sldId="214748402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5" creationId="{CA070464-B6E7-0612-AE11-56A546D97BD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7" creationId="{D2B9EA5E-E423-D219-6037-CCB61AE3B50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8" creationId="{C901CE32-26BB-268E-2590-66DB5ADDFD98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944750512" sldId="214748402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4" creationId="{D4716BEF-8A35-16AB-2612-D5ADC74B28F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7" creationId="{AE32291E-24B4-2FB8-4B35-A439686DB95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8" creationId="{61A378F0-4CD0-C4E0-D2F7-5959B577E1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9" creationId="{60655EE7-5FC0-8DDF-88F0-21ECCBD7D31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92330433" sldId="214748402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3" creationId="{0617E1E3-DEC2-78E7-9998-E4FF637CE3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7" creationId="{7DFE5ED4-420E-CADB-A68A-A7D42128079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8" creationId="{961284F9-299F-5762-4D10-4246CB963FF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9" creationId="{F7339CEB-91F9-B7FD-86D6-A4C114DA300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13" creationId="{743AD5A7-567D-9EC7-BECB-71D2480F249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17" creationId="{0D1BEFAC-D99F-7020-6110-CD8460311AF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892095817" sldId="214748402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3" creationId="{420F89DA-180E-8B5A-DBF0-E46D4BE19FF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5" creationId="{94CDF16A-3F0F-40AD-25BD-32F2F4A17D0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7" creationId="{E1340CD9-3B8A-B030-B8FC-EAD510678C8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85228471" sldId="214748402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3" creationId="{746CDA39-33E4-3C95-FE9D-6263CE3649C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5" creationId="{A3CBD27D-46ED-F893-79F1-23481FEA9E3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7" creationId="{8206B60F-A556-76A5-2FBC-4C736F4B16C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435470971" sldId="214748402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3" creationId="{B31972B4-0D39-C3FB-E17F-DC8EC7D118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5" creationId="{51A77249-98B8-FACA-4ACE-60FB5325B01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7" creationId="{3427FF8A-B4F7-3F6B-6AC3-2F7EC1DCAAD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978859763" sldId="214748403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3" creationId="{F2C136D6-EB53-8EAB-067D-F21D72B54E2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4" creationId="{748F1255-B234-8F3E-2E95-66C55731FF0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8" creationId="{694593D8-AEB6-3CA5-7E3B-6BA6D552DB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9" creationId="{C1E67C1D-7D69-01C7-F212-8FD6EC41D5D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740448089" sldId="214748403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3" creationId="{CAF96854-0B82-0332-CB0D-B653A0471D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4" creationId="{629E8A37-B7AE-34F5-AC2C-2C3307E4530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5" creationId="{83E901E5-0C0F-02C2-6E8B-66E81BE06A9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10" creationId="{BD055151-7117-866F-6824-F774A7F56F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6205060" sldId="214748403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3" creationId="{20FA2383-F769-2E5D-64C9-71C8F2AC634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4" creationId="{4619E784-11F4-A104-BB77-5E8F8D397AE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5" creationId="{BF37CFFA-3D80-3409-C50E-D2A382F2618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7" creationId="{01119A16-4429-1C3B-93F5-9356F9F7EC6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8" creationId="{AEA67855-93A6-BD43-750C-42D579FD028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44615349" sldId="214748403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3" creationId="{460FE9E2-DC3E-0EAB-DFB7-B3E4A12323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4" creationId="{665F8295-3C5A-A1AE-F43F-1FA6D8B2F4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5" creationId="{30A1C61F-1977-8EC5-355B-66B6908EB5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8" creationId="{AEA67855-93A6-BD43-750C-42D579FD02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10" creationId="{C8FF515D-AF08-494F-FFD1-C5F2FEFB42C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9990551" sldId="214748403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4" creationId="{DBB20E5E-A5D8-1921-9B3B-F7258AF1BEC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7" creationId="{9B293083-8587-219C-C524-D809D6A866A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8" creationId="{6949215D-624C-7D6A-5688-62477C18FAD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9" creationId="{5AC9A00F-F989-8AFC-7652-904E0B2E41F0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40662361" sldId="214748403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4" creationId="{BE8A4846-D27E-80FC-9B7E-3CE63CD42E9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7" creationId="{D88750FF-80B0-EEE6-F89F-A76248A4F83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8" creationId="{6949215D-624C-7D6A-5688-62477C18FAD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9" creationId="{5E9F5B4A-B723-2879-D7EE-D016027E28B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89000832" sldId="214748403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3" creationId="{77299292-477B-B167-FA09-34ABA37250D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4" creationId="{33096CD5-F472-2FF7-8821-A2FC9AB7EEC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5" creationId="{6D1E7B3D-67E9-63CB-5191-3A7FBCE6F83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7" creationId="{0A56C71D-1695-AE64-7C05-4DD0750A3DD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8" creationId="{3EB5F658-B8CE-7FB5-990E-79F690D1E1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9" creationId="{1EABDFC4-9BD0-55BC-2846-2FA45EAB535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13" creationId="{099A4469-274E-EB1F-F85D-D95E959AA14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20" creationId="{750FAC0A-93E6-9A08-7990-0346002AB7C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21" creationId="{C66DD72C-97BB-14F2-361C-2441F75A432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22" creationId="{D806524E-A06F-7FE8-9CD5-2244991C1E3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055840572" sldId="214748403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3" creationId="{56F6B0ED-8AF6-B2AA-E6DF-421FC9028A7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4" creationId="{505126B4-5061-ACE1-29DB-F4E4B930507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6" creationId="{A318CA9E-32E8-938F-0187-CE5990310D1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10" creationId="{1E8B33F3-7C1D-479F-3B92-0DE073C2E4F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69211990" sldId="214748403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3" creationId="{F83831A1-36E4-05EF-6AB7-93A548B9DE9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4" creationId="{E2A3DA15-4C69-255A-358A-480458D2DFE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6" creationId="{B39A73BF-92D5-1C5F-A374-82FF2405936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7" creationId="{F61931EA-4F62-CD08-4165-33E086404500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631930664" sldId="214748403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4" creationId="{8DEF9E9E-37B4-DAB9-8C1D-1576E02EB06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6" creationId="{B40D576B-0FB8-2293-FB69-1C5178F9E41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7" creationId="{F61931EA-4F62-CD08-4165-33E08640450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0" creationId="{BCA5BD2F-F935-E22A-B6DD-EB0D8C3A475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6" creationId="{8C582E75-9A43-D86C-AB0D-17BB800A57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8" creationId="{2F01FD17-7652-99C0-4EF4-C1ABF553BD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9" creationId="{DED57F60-7B48-DB96-E422-6BF4821C02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22" creationId="{4E2EFFE0-4881-5E4A-962D-11FF92C9F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24" creationId="{C5905E4E-9C03-893D-2D65-9DF29B1CD2B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46862171" sldId="214748404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3" creationId="{2DEADD9F-C4DB-21BA-6151-16846D00A13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4" creationId="{C70956B3-9491-9C33-FC6E-9462B54246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8" creationId="{07C7F8D0-E3EF-7617-C2AE-022970D36D3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0" creationId="{1E8B33F3-7C1D-479F-3B92-0DE073C2E4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1" creationId="{D54FC496-336B-9871-8C69-A6D0113CD12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2" creationId="{ADB98D30-AF89-AE84-76DB-5252AE8FD1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3" creationId="{DEBB524E-5A84-8775-0998-D7CE79E36D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4" creationId="{0FB583A4-A0D5-B473-CEAF-7EDB869751B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5" creationId="{FF63D470-D7BD-0CB6-AB02-AD298B18C3E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578240619" sldId="214748404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3" creationId="{B7CEDE5A-24B5-302A-F9C9-38D8A4ED15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8" creationId="{07C7F8D0-E3EF-7617-C2AE-022970D36D3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9" creationId="{850DA203-9211-4FDA-05C5-46A210422A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0" creationId="{1E8B33F3-7C1D-479F-3B92-0DE073C2E4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1" creationId="{11C89EB2-461C-D9DB-DBF2-EA17EA40A6C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2" creationId="{ADB98D30-AF89-AE84-76DB-5252AE8FD1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3" creationId="{B4612D97-4010-1226-69CD-B037A384C2D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6" creationId="{44F1DDBE-5AF8-4AE5-035D-1455CB11941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7" creationId="{0506503A-B70F-E2C2-7E96-19228D38F73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8" creationId="{099901CA-C5DD-EA1C-B029-123F8C580614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64832958" sldId="214748404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2" creationId="{6125A049-51AB-8CE0-1E82-0861CFA1A20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3" creationId="{370151B8-84D5-0F32-8BA4-AF23D992BD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4" creationId="{B3172550-E933-8167-0222-DD1326B01A6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6" creationId="{DCC47810-5636-CCFE-D491-CAD999BC70C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8" creationId="{40478187-E2B9-385E-A350-C3EAF7AF28E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36006913" sldId="214748404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2" creationId="{51A35449-0894-A02C-8F55-DCFAB1AE42A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4" creationId="{9475B69A-CAC3-88B9-5B3E-2AF1362EFDB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5" creationId="{BE205ACB-F0DD-E11C-8562-1A67F4F828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6" creationId="{07859335-E39D-1388-375F-FAA342F28B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8" creationId="{EAA4954E-F516-8DC7-20A3-B649BF25576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9" creationId="{B8FE92CD-7709-9DB8-6AAE-AA80F06744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0" creationId="{A2951703-E32B-EAF8-80B8-BAFE647F1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7" creationId="{CD839F68-5525-1FC6-7F47-6058F961EBE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9" creationId="{AEC3DEC0-C14C-0D3D-E77D-C65F7FA1089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659824360" sldId="214748404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2" creationId="{DA84C67F-7F12-B485-C133-367619428FB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3" creationId="{1CE233FD-F166-12B7-E028-644C10A7A4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5" creationId="{BE205ACB-F0DD-E11C-8562-1A67F4F828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6" creationId="{62EEDF93-D482-938D-D6D4-B8B66CA7643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8" creationId="{6D9BE817-73F1-BA98-D196-7E3B7737E8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9" creationId="{AA220CD4-7D0B-916C-42A1-97C04399E70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3" creationId="{C4995FEB-FD4F-B089-F6E6-2920F4574A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7" creationId="{EB8C9608-59D0-BF46-B719-9598B6A020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8" creationId="{83B437C6-3E7C-2B00-379C-58EBBE522843}"/>
            </ac:spMkLst>
          </pc:spChg>
        </pc:sldLayoutChg>
        <pc:sldLayoutChg chg="modSp mod ord">
          <pc:chgData name="Tony TJ Wang (TW)" userId="18033001-5856-41bf-97cd-f021b2ea7695" providerId="ADAL" clId="{86509E4E-F890-43B6-97AB-BA7419744C2D}" dt="2026-08-28T08:56:32.464" v="592"/>
          <pc:sldLayoutMkLst>
            <pc:docMk/>
            <pc:sldMasterMk cId="3950966955" sldId="2147483916"/>
            <pc:sldLayoutMk cId="3209243924" sldId="214748404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209243924" sldId="2147484045"/>
              <ac:spMk id="2" creationId="{9049CDF5-8A8F-79F6-E93E-E0A712397C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209243924" sldId="2147484045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209243924" sldId="2147484045"/>
              <ac:spMk id="6" creationId="{D15FEAD4-DFB9-ED08-EBEE-A4E5DE31E318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012562369" sldId="214748404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12562369" sldId="2147484046"/>
              <ac:spMk id="4" creationId="{F688FCD4-650D-9754-A431-CE452572FB6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12562369" sldId="2147484046"/>
              <ac:spMk id="5" creationId="{E49962D1-3866-8382-AE37-FC366FF574B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805645843" sldId="214748404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5645843" sldId="2147484047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5645843" sldId="2147484047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52709834" sldId="214748404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2709834" sldId="2147484048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2709834" sldId="2147484048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037703116" sldId="214748404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37703116" sldId="2147484049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37703116" sldId="2147484049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187924719" sldId="214748405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87924719" sldId="2147484050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87924719" sldId="2147484050"/>
              <ac:spMk id="5" creationId="{0978934B-5525-9236-62EF-C2B06F0BCC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87924719" sldId="2147484050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64835213" sldId="214748405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64835213" sldId="2147484051"/>
              <ac:spMk id="4" creationId="{04760CE5-544A-F30C-8082-D31FCC54B7F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64835213" sldId="2147484051"/>
              <ac:spMk id="7" creationId="{B125B3EF-B02C-F8B5-CF3D-C9F9193AA5B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02775034" sldId="214748405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6" creationId="{FD227041-E9DC-98BB-04D1-2512170C5B3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7" creationId="{B46EC276-3627-6ED3-ACC7-6D690C9922B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9" creationId="{0FCB0834-B748-0F65-C02A-23EC83C03DC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10" creationId="{E54573B6-45C7-9732-9BBF-56F180D537C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12" creationId="{EE5F59E5-3BCA-20EA-D3B3-B0654D078B1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13" creationId="{DCC591AE-859C-530C-6837-BFB4DC8D4B9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001593926" sldId="214748405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3" creationId="{CB190286-B276-0735-9C4A-0DC61C6219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4" creationId="{3A411CC0-34B1-721C-48C1-951AB61EFAD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5" creationId="{EA9401E2-0EFA-96DF-8425-7291F355E20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6" creationId="{DB73B279-0425-58C9-A443-09B373446F8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8" creationId="{76A09CFC-44F1-8A22-B3B7-445685852BA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9" creationId="{2CACCC0E-C26E-1C78-409B-A8BCA62C74C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10" creationId="{BAEBEC96-AF62-8CE5-7B36-0F816681A92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11" creationId="{B65C518D-AE96-1571-E3A5-E43E3AFB3140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601841326" sldId="214748405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10" creationId="{97537C81-8D77-5257-7438-91D290209EF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12" creationId="{09220BB3-7853-D956-8C4C-B3FD3887561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348469268" sldId="214748405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3" creationId="{2BA4CE36-EFF2-1254-C89C-04B58ADD543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7" creationId="{888EBCEF-BA40-9584-6AE5-C7A98252EEB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9" creationId="{B9101461-B876-7D7A-B834-0387E08CC08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12" creationId="{09220BB3-7853-D956-8C4C-B3FD3887561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626013445" sldId="214748405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2" creationId="{D69F3CA5-5DA4-19BC-80CC-97F86033399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4" creationId="{9475B69A-CAC3-88B9-5B3E-2AF1362EFDB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6" creationId="{07859335-E39D-1388-375F-FAA342F28B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8" creationId="{567C69A2-1E84-3664-3630-A99E3EFC57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9" creationId="{68638270-30F0-9936-C8A6-BAB6854888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0" creationId="{D3DF84AC-B16C-674A-06A0-5BECA0C9A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3" creationId="{3F004F4B-1B56-27E3-B963-18B1CAE0CC0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7" creationId="{CD839F68-5525-1FC6-7F47-6058F961EBE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9" creationId="{AEC3DEC0-C14C-0D3D-E77D-C65F7FA1089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768180181" sldId="214748405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3" creationId="{19FAEB4F-DBB7-31DF-438C-7C91DAD4D93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0" creationId="{ED98C7A9-0033-A08C-5C2C-6910B5E66D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1" creationId="{CCD0D2FD-01B8-FE51-DDAB-0CD8DD4EC5C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2" creationId="{09220BB3-7853-D956-8C4C-B3FD3887561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3" creationId="{53D0DB1F-A6EA-AECF-A117-E753C44395E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4" creationId="{24AE2FE3-6FA3-4900-16ED-D0812C6C0D0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460688216" sldId="214748405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9" creationId="{FB0240B5-53DE-E0D1-1D5B-AFBA09737C3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5" creationId="{9183E717-A409-A034-5344-1947E3F9836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6" creationId="{25C242D0-2328-C358-F50B-AFCBA02790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7" creationId="{491F5A2B-72AD-5B1E-1630-FEB88892F6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9" creationId="{72F79ED0-1F83-0104-4637-7DB4EA70741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939735079" sldId="214748405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2" creationId="{5307EEEF-16DC-51E8-05EA-1F6E66B8AB3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3" creationId="{1CE233FD-F166-12B7-E028-644C10A7A4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5" creationId="{BE205ACB-F0DD-E11C-8562-1A67F4F828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6" creationId="{62EEDF93-D482-938D-D6D4-B8B66CA7643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8" creationId="{6D9BE817-73F1-BA98-D196-7E3B7737E8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9" creationId="{AA220CD4-7D0B-916C-42A1-97C04399E70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6" creationId="{65A86A6E-D0EF-949C-8C67-0573A2ABD8E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7" creationId="{B030D65C-F831-C537-C0CD-5D2246DC4DB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8" creationId="{37E69513-40FB-5D75-6BE6-82A63FAB8F4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799584600" sldId="214748406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44" creationId="{3B81DD67-9485-2892-F206-E91C7ED5040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50" creationId="{709A4940-D1BB-7013-F2FE-DACDC2AAE6B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51" creationId="{D9A72C90-D9E8-D491-3497-24DB531EE6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60" creationId="{718DD6F0-5DCD-0835-B530-18A8F025BE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63" creationId="{DD510472-5924-8787-2C9E-08AC89F6299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64" creationId="{93B5743B-317B-CC4D-E4AF-4C26D13928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0" creationId="{8D5DB854-0C4A-401B-87E8-5CAEA904F35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3" creationId="{DE2714AF-4313-7AA1-D7CD-E39C0A1F07D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7" creationId="{92567D26-CC94-BD45-CF55-A29A4E477FF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9" creationId="{9D4D08CE-4663-A5B8-3FEA-01A045F65D3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063764346" sldId="214748406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4" creationId="{8DEF9E9E-37B4-DAB9-8C1D-1576E02EB06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6" creationId="{B40D576B-0FB8-2293-FB69-1C5178F9E41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7" creationId="{F61931EA-4F62-CD08-4165-33E08640450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8" creationId="{B20CC769-A58F-89B1-9B4D-4242345AA6F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16" creationId="{8C582E75-9A43-D86C-AB0D-17BB800A57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19" creationId="{DED57F60-7B48-DB96-E422-6BF4821C02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21" creationId="{3EC6947C-841E-3FA9-114B-E3D478A0F9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22" creationId="{4E2EFFE0-4881-5E4A-962D-11FF92C9F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24" creationId="{C5905E4E-9C03-893D-2D65-9DF29B1CD2BF}"/>
            </ac:spMkLst>
          </pc:spChg>
        </pc:sldLayoutChg>
        <pc:sldLayoutChg chg="modSp mod ord">
          <pc:chgData name="Tony TJ Wang (TW)" userId="18033001-5856-41bf-97cd-f021b2ea7695" providerId="ADAL" clId="{86509E4E-F890-43B6-97AB-BA7419744C2D}" dt="2026-08-28T08:56:32.464" v="592"/>
          <pc:sldLayoutMkLst>
            <pc:docMk/>
            <pc:sldMasterMk cId="3950966955" sldId="2147483916"/>
            <pc:sldLayoutMk cId="4226902619" sldId="214748406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2" creationId="{B2A87585-ED95-8AF2-4595-9E941DC9E8A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3" creationId="{79626A07-2517-5726-4FDD-0AC9D92990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5" creationId="{06046AFA-0660-1D2A-C174-4EABDBEAAA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6" creationId="{73FDB890-3693-B329-5A7C-C65A3B124F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15" creationId="{5DB5F46A-D65E-8319-07D3-423E64224A7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16" creationId="{7F220BC4-6918-5D08-690A-5DF19E0F69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783506434" sldId="214748406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2" creationId="{6125A049-51AB-8CE0-1E82-0861CFA1A20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3" creationId="{370151B8-84D5-0F32-8BA4-AF23D992BD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5" creationId="{09F1385C-E183-4949-1E52-945BDAAEC82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6" creationId="{DCC47810-5636-CCFE-D491-CAD999BC70C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10" creationId="{1E8B33F3-7C1D-479F-3B92-0DE073C2E4F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2708900" sldId="214748406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3" creationId="{E6D39F23-E441-3514-2A4F-F9CCA29119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6" creationId="{C4FF4641-ED6B-EA6B-E1D6-5913E5D1C4A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7" creationId="{FE222EB9-6543-2E06-6048-C32D6D58FB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8" creationId="{738BD24F-B7A9-6A5E-4B91-293E35C9624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9" creationId="{3EA62964-C972-788F-A145-641910913B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10" creationId="{12157443-656C-E355-D086-838984BEEC1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15" creationId="{5DB5F46A-D65E-8319-07D3-423E64224A7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16" creationId="{7F220BC4-6918-5D08-690A-5DF19E0F69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476880310" sldId="214748406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2" creationId="{22E4AAB0-21A6-A5E6-8408-219CAA2653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4" creationId="{C70956B3-9491-9C33-FC6E-9462B54246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1" creationId="{D54FC496-336B-9871-8C69-A6D0113CD12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3" creationId="{2CE54221-5DBA-0D99-431D-6AD1DF6DC08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4" creationId="{D7CBDAE4-87B4-6E80-BB22-1E1B55D4682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5" creationId="{D63D7C9D-0E4E-53F0-D6B2-88D08609625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39574710" sldId="214748406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3" creationId="{4C6EFB28-C390-D7A6-7D24-D312EAB546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6" creationId="{B0DF1CAE-AD0F-3704-E516-EFF052A288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759736171" sldId="214748406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3" creationId="{2BA4CE36-EFF2-1254-C89C-04B58ADD543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7" creationId="{888EBCEF-BA40-9584-6AE5-C7A98252EEB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10" creationId="{3278752C-0CAC-0916-7122-97587E9A4F7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11" creationId="{D02DDEC1-56EC-AEEF-00A6-506612D9AEAE}"/>
            </ac:spMkLst>
          </pc:spChg>
        </pc:sldLayoutChg>
      </pc:sldMasterChg>
      <pc:sldMasterChg chg="del sldLayoutOrd">
        <pc:chgData name="Tony TJ Wang (TW)" userId="18033001-5856-41bf-97cd-f021b2ea7695" providerId="ADAL" clId="{86509E4E-F890-43B6-97AB-BA7419744C2D}" dt="2026-08-28T08:56:32.496" v="593"/>
        <pc:sldMasterMkLst>
          <pc:docMk/>
          <pc:sldMasterMk cId="4279153857" sldId="2147483979"/>
        </pc:sldMasterMkLst>
      </pc:sldMasterChg>
    </pc:docChg>
  </pc:docChgLst>
  <pc:docChgLst>
    <pc:chgData name="Charlene Tsai (TW)" userId="68b0f2d0-7915-4c79-b8c7-c12efc493c51" providerId="ADAL" clId="{0A7DE034-796F-4C2D-AE47-9095C649598E}"/>
    <pc:docChg chg="undo custSel addSld delSld modSld sldOrd addSection delSection modSection">
      <pc:chgData name="Charlene Tsai (TW)" userId="68b0f2d0-7915-4c79-b8c7-c12efc493c51" providerId="ADAL" clId="{0A7DE034-796F-4C2D-AE47-9095C649598E}" dt="2026-08-13T08:42:14.023" v="81" actId="207"/>
      <pc:docMkLst>
        <pc:docMk/>
      </pc:docMkLst>
      <pc:sldChg chg="add">
        <pc:chgData name="Charlene Tsai (TW)" userId="68b0f2d0-7915-4c79-b8c7-c12efc493c51" providerId="ADAL" clId="{0A7DE034-796F-4C2D-AE47-9095C649598E}" dt="2026-08-13T08:20:30.789" v="49"/>
        <pc:sldMkLst>
          <pc:docMk/>
          <pc:sldMk cId="1607610444" sldId="256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71000337" sldId="258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236025896" sldId="259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448374888" sldId="260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977424334" sldId="261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625510049" sldId="262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680653814" sldId="263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713310017" sldId="264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57538159" sldId="265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662060182" sldId="266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552041981" sldId="267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283832621" sldId="268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399921275" sldId="269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00775308" sldId="270"/>
        </pc:sldMkLst>
      </pc:sldChg>
      <pc:sldChg chg="modSp add mod">
        <pc:chgData name="Charlene Tsai (TW)" userId="68b0f2d0-7915-4c79-b8c7-c12efc493c51" providerId="ADAL" clId="{0A7DE034-796F-4C2D-AE47-9095C649598E}" dt="2026-08-13T08:42:02.561" v="80" actId="207"/>
        <pc:sldMkLst>
          <pc:docMk/>
          <pc:sldMk cId="272960212" sldId="271"/>
        </pc:sldMkLst>
        <pc:spChg chg="mod">
          <ac:chgData name="Charlene Tsai (TW)" userId="68b0f2d0-7915-4c79-b8c7-c12efc493c51" providerId="ADAL" clId="{0A7DE034-796F-4C2D-AE47-9095C649598E}" dt="2026-08-13T08:42:02.561" v="80" actId="207"/>
          <ac:spMkLst>
            <pc:docMk/>
            <pc:sldMk cId="272960212" sldId="271"/>
            <ac:spMk id="3" creationId="{541DBE09-1AFC-C842-B6EC-B78EC10A12EB}"/>
          </ac:spMkLst>
        </pc:spChg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420393673" sldId="272"/>
        </pc:sldMkLst>
      </pc:sldChg>
      <pc:sldChg chg="modSp add">
        <pc:chgData name="Charlene Tsai (TW)" userId="68b0f2d0-7915-4c79-b8c7-c12efc493c51" providerId="ADAL" clId="{0A7DE034-796F-4C2D-AE47-9095C649598E}" dt="2026-08-13T08:42:14.023" v="81" actId="207"/>
        <pc:sldMkLst>
          <pc:docMk/>
          <pc:sldMk cId="1015997899" sldId="273"/>
        </pc:sldMkLst>
        <pc:spChg chg="mod">
          <ac:chgData name="Charlene Tsai (TW)" userId="68b0f2d0-7915-4c79-b8c7-c12efc493c51" providerId="ADAL" clId="{0A7DE034-796F-4C2D-AE47-9095C649598E}" dt="2026-08-13T08:42:14.023" v="81" actId="207"/>
          <ac:spMkLst>
            <pc:docMk/>
            <pc:sldMk cId="1015997899" sldId="273"/>
            <ac:spMk id="9217" creationId="{104A2E4A-87E2-024E-8666-D1692700680D}"/>
          </ac:spMkLst>
        </pc:spChg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756676771" sldId="274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086133829" sldId="275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1627087772" sldId="276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991716889" sldId="277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461893677" sldId="278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826896675" sldId="279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044310491" sldId="280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021729379" sldId="281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1822418120" sldId="282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768249001" sldId="283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894294223" sldId="284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702774237" sldId="285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1429845718" sldId="286"/>
        </pc:sldMkLst>
      </pc:sldChg>
      <pc:sldChg chg="add del">
        <pc:chgData name="Charlene Tsai (TW)" userId="68b0f2d0-7915-4c79-b8c7-c12efc493c51" providerId="ADAL" clId="{0A7DE034-796F-4C2D-AE47-9095C649598E}" dt="2026-08-13T08:38:45.628" v="67"/>
        <pc:sldMkLst>
          <pc:docMk/>
          <pc:sldMk cId="1508368365" sldId="287"/>
        </pc:sldMkLst>
      </pc:sldChg>
      <pc:sldChg chg="add">
        <pc:chgData name="Charlene Tsai (TW)" userId="68b0f2d0-7915-4c79-b8c7-c12efc493c51" providerId="ADAL" clId="{0A7DE034-796F-4C2D-AE47-9095C649598E}" dt="2026-08-13T08:40:08.748" v="73"/>
        <pc:sldMkLst>
          <pc:docMk/>
          <pc:sldMk cId="977793746" sldId="288"/>
        </pc:sldMkLst>
      </pc:sldChg>
      <pc:sldChg chg="add ord">
        <pc:chgData name="Charlene Tsai (TW)" userId="68b0f2d0-7915-4c79-b8c7-c12efc493c51" providerId="ADAL" clId="{0A7DE034-796F-4C2D-AE47-9095C649598E}" dt="2026-08-13T08:40:21.830" v="76"/>
        <pc:sldMkLst>
          <pc:docMk/>
          <pc:sldMk cId="4069544170" sldId="289"/>
        </pc:sldMkLst>
      </pc:sldChg>
      <pc:sldChg chg="add ord">
        <pc:chgData name="Charlene Tsai (TW)" userId="68b0f2d0-7915-4c79-b8c7-c12efc493c51" providerId="ADAL" clId="{0A7DE034-796F-4C2D-AE47-9095C649598E}" dt="2026-08-13T08:39:38.404" v="70"/>
        <pc:sldMkLst>
          <pc:docMk/>
          <pc:sldMk cId="2290726905" sldId="290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1474795709" sldId="291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0" sldId="292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479893034" sldId="293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423802687" sldId="294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866047460" sldId="295"/>
        </pc:sldMkLst>
      </pc:sldChg>
      <pc:sldChg chg="ord">
        <pc:chgData name="Charlene Tsai (TW)" userId="68b0f2d0-7915-4c79-b8c7-c12efc493c51" providerId="ADAL" clId="{0A7DE034-796F-4C2D-AE47-9095C649598E}" dt="2026-08-13T08:17:43.831" v="32"/>
        <pc:sldMkLst>
          <pc:docMk/>
          <pc:sldMk cId="3708291182" sldId="4121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375783746" sldId="2147471719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770756490" sldId="2147471720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992608161" sldId="2147471721"/>
        </pc:sldMkLst>
      </pc:sldChg>
      <pc:sldChg chg="add">
        <pc:chgData name="Charlene Tsai (TW)" userId="68b0f2d0-7915-4c79-b8c7-c12efc493c51" providerId="ADAL" clId="{0A7DE034-796F-4C2D-AE47-9095C649598E}" dt="2026-08-13T08:19:26.254" v="44"/>
        <pc:sldMkLst>
          <pc:docMk/>
          <pc:sldMk cId="215186150" sldId="2147471831"/>
        </pc:sldMkLst>
      </pc:sldChg>
      <pc:sldChg chg="add">
        <pc:chgData name="Charlene Tsai (TW)" userId="68b0f2d0-7915-4c79-b8c7-c12efc493c51" providerId="ADAL" clId="{0A7DE034-796F-4C2D-AE47-9095C649598E}" dt="2026-08-13T08:20:00.740" v="46"/>
        <pc:sldMkLst>
          <pc:docMk/>
          <pc:sldMk cId="1160389668" sldId="2147483632"/>
        </pc:sldMkLst>
      </pc:sldChg>
      <pc:sldChg chg="add">
        <pc:chgData name="Charlene Tsai (TW)" userId="68b0f2d0-7915-4c79-b8c7-c12efc493c51" providerId="ADAL" clId="{0A7DE034-796F-4C2D-AE47-9095C649598E}" dt="2026-08-13T08:20:00.740" v="46"/>
        <pc:sldMkLst>
          <pc:docMk/>
          <pc:sldMk cId="4193839879" sldId="2147483633"/>
        </pc:sldMkLst>
      </pc:sldChg>
      <pc:sldChg chg="add ord">
        <pc:chgData name="Charlene Tsai (TW)" userId="68b0f2d0-7915-4c79-b8c7-c12efc493c51" providerId="ADAL" clId="{0A7DE034-796F-4C2D-AE47-9095C649598E}" dt="2026-08-13T08:17:55.357" v="36"/>
        <pc:sldMkLst>
          <pc:docMk/>
          <pc:sldMk cId="3693095151" sldId="2147483644"/>
        </pc:sldMkLst>
      </pc:sldChg>
      <pc:sldChg chg="add">
        <pc:chgData name="Charlene Tsai (TW)" userId="68b0f2d0-7915-4c79-b8c7-c12efc493c51" providerId="ADAL" clId="{0A7DE034-796F-4C2D-AE47-9095C649598E}" dt="2026-08-13T08:19:33.136" v="45"/>
        <pc:sldMkLst>
          <pc:docMk/>
          <pc:sldMk cId="1652456660" sldId="2147483645"/>
        </pc:sldMkLst>
      </pc:sldChg>
      <pc:sldChg chg="add del">
        <pc:chgData name="Charlene Tsai (TW)" userId="68b0f2d0-7915-4c79-b8c7-c12efc493c51" providerId="ADAL" clId="{0A7DE034-796F-4C2D-AE47-9095C649598E}" dt="2026-08-13T08:19:11.646" v="43"/>
        <pc:sldMkLst>
          <pc:docMk/>
          <pc:sldMk cId="2351879941" sldId="2147483647"/>
        </pc:sldMkLst>
      </pc:sldChg>
      <pc:sldMasterChg chg="delSldLayout">
        <pc:chgData name="Charlene Tsai (TW)" userId="68b0f2d0-7915-4c79-b8c7-c12efc493c51" providerId="ADAL" clId="{0A7DE034-796F-4C2D-AE47-9095C649598E}" dt="2026-08-13T08:17:22.071" v="24" actId="47"/>
        <pc:sldMasterMkLst>
          <pc:docMk/>
          <pc:sldMasterMk cId="627376471" sldId="2147483672"/>
        </pc:sldMasterMkLst>
      </pc:sldMasterChg>
    </pc:docChg>
  </pc:docChgLst>
  <pc:docChgLst>
    <pc:chgData name="Tony TJ Wang (TW)" userId="S::tony.tj.wang@pwc.com::18033001-5856-41bf-97cd-f021b2ea7695" providerId="AD" clId="Web-{01385F48-5DE5-14CF-FD55-8C71A0CF0FD8}"/>
    <pc:docChg chg="modSld">
      <pc:chgData name="Tony TJ Wang (TW)" userId="S::tony.tj.wang@pwc.com::18033001-5856-41bf-97cd-f021b2ea7695" providerId="AD" clId="Web-{01385F48-5DE5-14CF-FD55-8C71A0CF0FD8}" dt="2026-08-28T03:28:32.066" v="2" actId="20577"/>
      <pc:docMkLst>
        <pc:docMk/>
      </pc:docMkLst>
      <pc:sldChg chg="modSp">
        <pc:chgData name="Tony TJ Wang (TW)" userId="S::tony.tj.wang@pwc.com::18033001-5856-41bf-97cd-f021b2ea7695" providerId="AD" clId="Web-{01385F48-5DE5-14CF-FD55-8C71A0CF0FD8}" dt="2026-08-28T03:28:32.066" v="2" actId="20577"/>
        <pc:sldMkLst>
          <pc:docMk/>
          <pc:sldMk cId="106630151" sldId="297"/>
        </pc:sldMkLst>
        <pc:spChg chg="mod">
          <ac:chgData name="Tony TJ Wang (TW)" userId="S::tony.tj.wang@pwc.com::18033001-5856-41bf-97cd-f021b2ea7695" providerId="AD" clId="Web-{01385F48-5DE5-14CF-FD55-8C71A0CF0FD8}" dt="2026-08-28T03:28:32.066" v="2" actId="20577"/>
          <ac:spMkLst>
            <pc:docMk/>
            <pc:sldMk cId="106630151" sldId="297"/>
            <ac:spMk id="5" creationId="{FA068CB2-23AF-6FCE-7A50-CFDF4DCD3FE4}"/>
          </ac:spMkLst>
        </pc:sp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7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B513348-FCAA-44C2-BC77-1D93D3828209}" type="datetimeFigureOut">
              <a:rPr lang="zh-TW" altLang="en-US" smtClean="0"/>
              <a:t>2026/8/28</a:t>
            </a:fld>
            <a:endParaRPr lang="zh-TW" alt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C192AE7-3EEB-4206-9110-6E986C15B11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548397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今天談三件事：怎麼落地、範本與規則怎麼沿用、怎麼管得住</a:t>
            </a:r>
          </a:p>
          <a:p>
            <a:r>
              <a:t>• 結論：從一個場景開始，做得快，也管得住</a:t>
            </a:r>
          </a:p>
          <a:p>
            <a:r>
              <a:t>• 約 20 分鐘，中間有現場示範</a:t>
            </a:r>
          </a:p>
          <a:p>
            <a:r>
              <a:t>【可能被問】今天要我們決定什麼？→ 只請貴公司安排一場用自己需求的現場示範。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建議：4–6 週診斷＋6–8 週一個場景試點，達標才擴大</a:t>
            </a:r>
          </a:p>
          <a:p>
            <a:r>
              <a:t>• 三個理由：責任在保險公司、只買工具不夠、我們已經在用</a:t>
            </a:r>
          </a:p>
          <a:p>
            <a:r>
              <a:t>• 請決定：安排示範、選 1–2 個候選場景</a:t>
            </a:r>
          </a:p>
          <a:p>
            <a:r>
              <a:t>【可能被問】要多少錢？→ 固定範圍、固定價格，另行報價。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保險業 53% 已在用 AI；用 AI 的業者 76% 已導入生成式 AI</a:t>
            </a:r>
          </a:p>
          <a:p>
            <a:r>
              <a:t>• AI 寫的程式約 45% 有資安漏洞</a:t>
            </a:r>
          </a:p>
          <a:p>
            <a:r>
              <a:t>• 責任在保險公司：紀錄要設計進流程，不能事後補</a:t>
            </a:r>
          </a:p>
          <a:p>
            <a:r>
              <a:t>【可能被問】45% 是你們測的嗎？→ 不是，是資安公司 Veracode 2025 年的研究，來源可點。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工具已普及：開發者 84% 在用；57% 保險業高階主管列為首要投資</a:t>
            </a:r>
          </a:p>
          <a:p>
            <a:r>
              <a:t>• 但交付更不穩；複雜的既有系統，效益常在 10% 以下</a:t>
            </a:r>
          </a:p>
          <a:p>
            <a:r>
              <a:t>• PwC 調查：56% 的 CEO 還沒看到 AI 的財務效益</a:t>
            </a:r>
          </a:p>
          <a:p>
            <a:r>
              <a:t>【可能被問】JPMorgan 不是提升 10–20%？→ 那是個人生產力、公司自述；DORA 看的是整體交付。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開發流程串成循環，維運發現的問題回到需求</a:t>
            </a:r>
          </a:p>
          <a:p>
            <a:r>
              <a:t>• 三個機制：交接靠檔案、規則自動執行、關卡有人簽</a:t>
            </a:r>
          </a:p>
          <a:p>
            <a:r>
              <a:t>• AI 可以做到正式環境門口，不能自己開門</a:t>
            </a:r>
          </a:p>
          <a:p>
            <a:r>
              <a:t>【可能被問】要換掉現有的 Jira 或變更管理嗎？→ 不用，關卡與紀錄接在既有工具上。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依「多常發生 × 需要判斷」把工作分四類</a:t>
            </a:r>
          </a:p>
          <a:p>
            <a:r>
              <a:t>• 右下角就是人工關卡：人決定，AI 只提供資料</a:t>
            </a:r>
          </a:p>
          <a:p>
            <a:r>
              <a:t>• 第一個試點，挑左上角工作多的需求</a:t>
            </a:r>
          </a:p>
          <a:p>
            <a:r>
              <a:t>【可能被問】分類由誰決定？→ 診斷時依貴公司的專案確認。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再保險系統開發模組：規則 → 規格 → 任務 → 測試 → 追溯</a:t>
            </a:r>
          </a:p>
          <a:p>
            <a:r>
              <a:t>• 每一步都有文件，任務最多改 5 個檔案</a:t>
            </a:r>
          </a:p>
          <a:p>
            <a:r>
              <a:t>• 現場可用貴公司的一個需求走一遍</a:t>
            </a:r>
          </a:p>
          <a:p>
            <a:r>
              <a:t>【可能被問】覆蓋率 90% 是實際結果嗎？→ 那是品質閘門要求的門檻，不是已達成的結果；實際執行情形在現場示範時說明。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以前：人照清單逐項點、記、截圖</a:t>
            </a:r>
          </a:p>
          <a:p>
            <a:r>
              <a:t>• 現在：系統自動跑畫面測試，每次改版重跑、錄影留存</a:t>
            </a:r>
          </a:p>
          <a:p>
            <a:r>
              <a:t>• 人只看沒通過的項目</a:t>
            </a:r>
          </a:p>
          <a:p>
            <a:r>
              <a:t>【可能被問】自動測試是 AI 寫的嗎？→ 依 IT 確認的說法回答。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做得快：四個痛點各有做法與指標</a:t>
            </a:r>
          </a:p>
          <a:p>
            <a:r>
              <a:t>• 管得住：金檢會問的五題，各有做法與紀錄</a:t>
            </a:r>
          </a:p>
          <a:p>
            <a:r>
              <a:t>• 效益不先承諾數字，試點前量基準</a:t>
            </a:r>
          </a:p>
          <a:p>
            <a:r>
              <a:t>【可能被問】上線是誰核准的？→ 貴公司指定的人；寫程式的 AI 不能核准自己的程式。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診斷 4–6 週、試點 6–8 週，各有明確交付物；達標才擴大</a:t>
            </a:r>
          </a:p>
          <a:p>
            <a:r>
              <a:t>• 為什麼選我們：已經在用、在地法規、懂保險業務、可稽核關卡</a:t>
            </a:r>
          </a:p>
          <a:p>
            <a:r>
              <a:t>• 再保系統示範就是證據</a:t>
            </a:r>
          </a:p>
          <a:p>
            <a:r>
              <a:t>【可能被問】為什麼要三個月？→ 含診斷與基準量測；試點本身 6–8 週，同時教會團隊，不只交一個功能。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三步：現場示範 → 一起挑題目 → 開始診斷</a:t>
            </a:r>
          </a:p>
          <a:p>
            <a:r>
              <a:t>• 請提供：窗口、現有流程與工具、候選需求、法遵規範</a:t>
            </a:r>
          </a:p>
          <a:p>
            <a:r>
              <a:t>• AI 讓每一步更快、都留下紀錄；要不要做、能不能上線，由你的人決定</a:t>
            </a:r>
          </a:p>
          <a:p>
            <a:r>
              <a:t>【可能被問】下一步是什麼？→ 約一場用貴公司需求的現場示範。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速度大家都買得到；決勝在 AI 治理</a:t>
            </a:r>
          </a:p>
          <a:p>
            <a:r>
              <a:t>• 四個數字：53%、45%、5 個關卡、1 個場景</a:t>
            </a:r>
          </a:p>
          <a:p>
            <a:r>
              <a:t>• 只請一件事：約一場用貴公司需求的現場示範，講完就停</a:t>
            </a:r>
          </a:p>
          <a:p>
            <a:r>
              <a:t>【可能被問】為什麼要現在決定？→ 不用今天決定全案，只約示範；看完再決定要不要診斷。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.png"/><Relationship Id="rId3" Type="http://schemas.openxmlformats.org/officeDocument/2006/relationships/image" Target="../media/image3.sv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3.sv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4.jpeg"/><Relationship Id="rId3" Type="http://schemas.openxmlformats.org/officeDocument/2006/relationships/image" Target="../media/image2.sv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2.svg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1.png"/><Relationship Id="rId3" Type="http://schemas.openxmlformats.org/officeDocument/2006/relationships/image" Target="../media/image3.svg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3.svg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faul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676979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faul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538460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16D7607-D1F4-F3D5-F6A1-ADA8066F7D4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" b="5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1" y="6080125"/>
            <a:ext cx="4718050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69525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0" y="6080125"/>
            <a:ext cx="4684447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DFD90212-F74C-9DC9-0056-4F5DDF0194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47D16F40-FE44-DE37-84EC-E0DE6B931AC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6026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7973"/>
            <a:ext cx="4711700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368300"/>
            <a:ext cx="5663406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30403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8300"/>
            <a:ext cx="5665786" cy="300196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9671"/>
            <a:ext cx="4711700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61958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7776"/>
            <a:ext cx="5665786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4709938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17517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6"/>
            <a:ext cx="6624637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54386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章節標題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94387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7111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049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535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75537" y="5029715"/>
            <a:ext cx="5641182" cy="990083"/>
          </a:xfrm>
        </p:spPr>
        <p:txBody>
          <a:bodyPr/>
          <a:lstStyle>
            <a:lvl1pPr>
              <a:defRPr sz="13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673261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892267"/>
            <a:ext cx="3746501" cy="196205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55663"/>
            <a:ext cx="3746501" cy="3016512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n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503492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886888"/>
            <a:ext cx="4671730" cy="1967437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61042"/>
            <a:ext cx="4671729" cy="3010070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577727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53350" y="367777"/>
            <a:ext cx="5670349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3351" y="1930138"/>
            <a:ext cx="5670349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152065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8305" y="367777"/>
            <a:ext cx="6635395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6" y="1930138"/>
            <a:ext cx="6635394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327389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9646" y="373156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69646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7"/>
            <a:ext cx="6635395" cy="560439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174650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D36A14-ADD8-5266-1DE1-0BDFE2DFE3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2294" y="2699173"/>
            <a:ext cx="4182718" cy="2492990"/>
          </a:xfrm>
        </p:spPr>
        <p:txBody>
          <a:bodyPr wrap="square" anchor="b" anchorCtr="0">
            <a:spAutoFit/>
          </a:bodyPr>
          <a:lstStyle>
            <a:lvl1pPr>
              <a:defRPr sz="6000" b="0">
                <a:solidFill>
                  <a:schemeClr val="tx1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D73A66C0-F670-A68E-E8AB-864BA888682B}"/>
              </a:ext>
            </a:extLst>
          </p:cNvPr>
          <p:cNvSpPr>
            <a:spLocks noGrp="1"/>
          </p:cNvSpPr>
          <p:nvPr>
            <p:ph type="tbl" sz="quarter" idx="10"/>
          </p:nvPr>
        </p:nvSpPr>
        <p:spPr>
          <a:xfrm>
            <a:off x="5188180" y="772547"/>
            <a:ext cx="6635520" cy="3227953"/>
          </a:xfrm>
        </p:spPr>
        <p:txBody>
          <a:bodyPr tIns="457200"/>
          <a:lstStyle>
            <a:lvl1pPr algn="ctr">
              <a:defRPr sz="1800"/>
            </a:lvl1pPr>
          </a:lstStyle>
          <a:p>
            <a:r>
              <a:rPr lang="zh-TW" altLang="en-US"/>
              <a:t>按一下圖示以新增表格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65C0038A-3A68-0DB9-64FC-6F889D75D3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97BC8435-1364-314D-C920-74E9DEDB1E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90620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4C6EFB28-C390-D7A6-7D24-D312EAB546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0DF1CAE-AD0F-3704-E516-EFF052A288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9A13E53-F775-A736-E17E-0D3BA9C73AF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68300" y="1924050"/>
            <a:ext cx="6638925" cy="40481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8379B048-01BA-296A-05B7-D40EDFD372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057470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370063"/>
            <a:ext cx="11453638" cy="40463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4C6EFB28-C390-D7A6-7D24-D312EAB546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0DF1CAE-AD0F-3704-E516-EFF052A288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1C9977E-07C7-6A42-E691-FD4699CEC98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69364" y="885381"/>
            <a:ext cx="11454336" cy="521144"/>
          </a:xfrm>
        </p:spPr>
        <p:txBody>
          <a:bodyPr/>
          <a:lstStyle>
            <a:lvl1pPr>
              <a:defRPr sz="1800"/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90265C7-5AAC-0489-DEB2-CECC63DAC288}"/>
              </a:ext>
            </a:extLst>
          </p:cNvPr>
          <p:cNvSpPr>
            <a:spLocks noGrp="1"/>
          </p:cNvSpPr>
          <p:nvPr>
            <p:ph sz="quarter" idx="1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192264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and Image 1">
  <p:cSld name="Content and Image 1">
    <p:spTree>
      <p:nvGrpSpPr>
        <p:cNvPr id="1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11419a44a17_0_521"/>
          <p:cNvSpPr txBox="1">
            <a:spLocks noGrp="1"/>
          </p:cNvSpPr>
          <p:nvPr>
            <p:ph type="body" idx="1"/>
          </p:nvPr>
        </p:nvSpPr>
        <p:spPr>
          <a:xfrm>
            <a:off x="442913" y="2103439"/>
            <a:ext cx="5318100" cy="406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/>
            </a:lvl1pPr>
            <a:lvl2pPr marL="914400" lvl="1" indent="-22860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2pPr>
            <a:lvl3pPr marL="1371600" lvl="2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4pPr>
            <a:lvl5pPr marL="2286000" lvl="4" indent="-3048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/>
            </a:lvl5pPr>
            <a:lvl6pPr marL="2743200" lvl="5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6pPr>
            <a:lvl7pPr marL="3200400" lvl="6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8pPr>
            <a:lvl9pPr marL="4114800" lvl="8" indent="-317500" algn="l" rtl="0">
              <a:lnSpc>
                <a:spcPct val="100000"/>
              </a:lnSpc>
              <a:spcBef>
                <a:spcPts val="667"/>
              </a:spcBef>
              <a:spcAft>
                <a:spcPts val="667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10" name="Google Shape;410;g11419a44a17_0_521"/>
          <p:cNvSpPr txBox="1">
            <a:spLocks noGrp="1"/>
          </p:cNvSpPr>
          <p:nvPr>
            <p:ph type="title"/>
          </p:nvPr>
        </p:nvSpPr>
        <p:spPr>
          <a:xfrm>
            <a:off x="442913" y="432000"/>
            <a:ext cx="5318100" cy="138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Georgia"/>
              <a:buChar char="●"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11" name="Google Shape;411;g11419a44a17_0_521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900" cy="13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12" name="Google Shape;412;g11419a44a17_0_521"/>
          <p:cNvSpPr txBox="1">
            <a:spLocks noGrp="1"/>
          </p:cNvSpPr>
          <p:nvPr>
            <p:ph type="dt" idx="10"/>
          </p:nvPr>
        </p:nvSpPr>
        <p:spPr>
          <a:xfrm>
            <a:off x="9984296" y="6355080"/>
            <a:ext cx="1764900" cy="13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40705439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_Pattern header">
  <p:cSld name="3__Pattern header"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FDE60FBB-185D-5471-C883-29B405E9CE6C}"/>
              </a:ext>
            </a:extLst>
          </p:cNvPr>
          <p:cNvSpPr/>
          <p:nvPr userDrawn="1"/>
        </p:nvSpPr>
        <p:spPr>
          <a:xfrm>
            <a:off x="175491" y="203200"/>
            <a:ext cx="12016509" cy="83477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304" name="Google Shape;304;p38"/>
          <p:cNvSpPr txBox="1">
            <a:spLocks noGrp="1"/>
          </p:cNvSpPr>
          <p:nvPr>
            <p:ph type="title"/>
          </p:nvPr>
        </p:nvSpPr>
        <p:spPr>
          <a:xfrm>
            <a:off x="350982" y="228600"/>
            <a:ext cx="11306176" cy="8093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144000" bIns="0" anchor="ctr" anchorCtr="0">
            <a:normAutofit/>
          </a:bodyPr>
          <a:lstStyle>
            <a:lvl1pPr lv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Georgia"/>
              <a:buNone/>
              <a:defRPr sz="2600" b="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16C5FE1-B0EA-4EA3-D4D0-ACC429C182B9}"/>
              </a:ext>
            </a:extLst>
          </p:cNvPr>
          <p:cNvSpPr/>
          <p:nvPr userDrawn="1"/>
        </p:nvSpPr>
        <p:spPr>
          <a:xfrm>
            <a:off x="0" y="203200"/>
            <a:ext cx="175491" cy="936000"/>
          </a:xfrm>
          <a:prstGeom prst="rect">
            <a:avLst/>
          </a:prstGeom>
          <a:solidFill>
            <a:srgbClr val="FE7C39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BC395B4-7E1E-1353-4300-A9471B8F8D9F}"/>
              </a:ext>
            </a:extLst>
          </p:cNvPr>
          <p:cNvSpPr/>
          <p:nvPr userDrawn="1"/>
        </p:nvSpPr>
        <p:spPr>
          <a:xfrm>
            <a:off x="0" y="1037979"/>
            <a:ext cx="175491" cy="5364000"/>
          </a:xfrm>
          <a:prstGeom prst="rect">
            <a:avLst/>
          </a:prstGeom>
          <a:solidFill>
            <a:srgbClr val="DFE3E6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6768678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_bio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367" y="4003373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36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D227041-E9DC-98BB-04D1-2512170C5B31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148993" y="369719"/>
            <a:ext cx="5674707" cy="3002132"/>
          </a:xfrm>
        </p:spPr>
        <p:txBody>
          <a:bodyPr/>
          <a:lstStyle>
            <a:lvl2pPr>
              <a:defRPr sz="1600"/>
            </a:lvl2pPr>
          </a:lstStyle>
          <a:p>
            <a:pPr lvl="1"/>
            <a:r>
              <a:rPr lang="en-GB"/>
              <a:t>Second level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B46EC276-3627-6ED3-ACC7-6D690C9922B3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8083549" y="5139323"/>
            <a:ext cx="3723271" cy="800100"/>
          </a:xfrm>
        </p:spPr>
        <p:txBody>
          <a:bodyPr anchor="b" anchorCtr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E54573B6-45C7-9732-9BBF-56F180D537C0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168607" y="4151313"/>
            <a:ext cx="1454150" cy="1787525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EE5F59E5-3BCA-20EA-D3B3-B0654D078B11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DCC591AE-859C-530C-6837-BFB4DC8D4B9D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0014149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hree Content_bi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CB190286-B276-0735-9C4A-0DC61C6219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B73B279-0425-58C9-A443-09B373446F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A9401E2-0EFA-96DF-8425-7291F355E20D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374878" y="1921687"/>
            <a:ext cx="3238917" cy="3992563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9" name="Content Placeholder 4">
            <a:extLst>
              <a:ext uri="{FF2B5EF4-FFF2-40B4-BE49-F238E27FC236}">
                <a16:creationId xmlns:a16="http://schemas.microsoft.com/office/drawing/2014/main" id="{2CACCC0E-C26E-1C78-409B-A8BCA62C74C8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227668" y="1921687"/>
            <a:ext cx="3238917" cy="3992563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10" name="Content Placeholder 4">
            <a:extLst>
              <a:ext uri="{FF2B5EF4-FFF2-40B4-BE49-F238E27FC236}">
                <a16:creationId xmlns:a16="http://schemas.microsoft.com/office/drawing/2014/main" id="{BAEBEC96-AF62-8CE5-7B36-0F816681A928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080458" y="1921687"/>
            <a:ext cx="3238917" cy="2047291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3A411CC0-34B1-721C-48C1-951AB61EFAD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077200" y="4522183"/>
            <a:ext cx="1285875" cy="1425575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6A09CFC-44F1-8A22-B3B7-445685852BA1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9571038" y="5045453"/>
            <a:ext cx="2252662" cy="926722"/>
          </a:xfrm>
        </p:spPr>
        <p:txBody>
          <a:bodyPr anchor="b" anchorCtr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B65C518D-AE96-1571-E3A5-E43E3AFB31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8091185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V-One per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CC09D1-D416-9CC2-AE0F-767B5D629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81228" y="1926394"/>
            <a:ext cx="1800225" cy="1938338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374878" y="4002088"/>
            <a:ext cx="1812697" cy="197008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97537C81-8D77-5257-7438-91D290209EF0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3259949" y="1922690"/>
            <a:ext cx="2782075" cy="3525610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09220BB3-7853-D956-8C4C-B3FD3887561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118350" y="1923975"/>
            <a:ext cx="4705350" cy="3524325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</p:spTree>
    <p:extLst>
      <p:ext uri="{BB962C8B-B14F-4D97-AF65-F5344CB8AC3E}">
        <p14:creationId xmlns:p14="http://schemas.microsoft.com/office/powerpoint/2010/main" val="360260697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V-Two peo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CC09D1-D416-9CC2-AE0F-767B5D629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76768" y="1926394"/>
            <a:ext cx="1800225" cy="1938338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376163" y="3998913"/>
            <a:ext cx="1800225" cy="19399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09220BB3-7853-D956-8C4C-B3FD3887561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508918" y="1928435"/>
            <a:ext cx="3276935" cy="3992563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3" name="Picture Placeholder 4">
            <a:extLst>
              <a:ext uri="{FF2B5EF4-FFF2-40B4-BE49-F238E27FC236}">
                <a16:creationId xmlns:a16="http://schemas.microsoft.com/office/drawing/2014/main" id="{2BA4CE36-EFF2-1254-C89C-04B58ADD543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61756" y="1926394"/>
            <a:ext cx="1800225" cy="1938338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" name="Content Placeholder 7">
            <a:extLst>
              <a:ext uri="{FF2B5EF4-FFF2-40B4-BE49-F238E27FC236}">
                <a16:creationId xmlns:a16="http://schemas.microsoft.com/office/drawing/2014/main" id="{888EBCEF-BA40-9584-6AE5-C7A98252EEB8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161756" y="4003373"/>
            <a:ext cx="1800225" cy="19399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9" name="Content Placeholder 11">
            <a:extLst>
              <a:ext uri="{FF2B5EF4-FFF2-40B4-BE49-F238E27FC236}">
                <a16:creationId xmlns:a16="http://schemas.microsoft.com/office/drawing/2014/main" id="{B9101461-B876-7D7A-B834-0387E08CC08E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8262686" y="1923975"/>
            <a:ext cx="3276935" cy="3992563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</p:spTree>
    <p:extLst>
      <p:ext uri="{BB962C8B-B14F-4D97-AF65-F5344CB8AC3E}">
        <p14:creationId xmlns:p14="http://schemas.microsoft.com/office/powerpoint/2010/main" val="326767342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ios-Three peo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226435" y="1926393"/>
            <a:ext cx="1815590" cy="1962981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229005" y="4002088"/>
            <a:ext cx="1813020" cy="197008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09220BB3-7853-D956-8C4C-B3FD3887561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72923" y="3484563"/>
            <a:ext cx="2779851" cy="2487612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0" name="Picture Placeholder 4">
            <a:extLst>
              <a:ext uri="{FF2B5EF4-FFF2-40B4-BE49-F238E27FC236}">
                <a16:creationId xmlns:a16="http://schemas.microsoft.com/office/drawing/2014/main" id="{ED98C7A9-0033-A08C-5C2C-6910B5E66DBF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7120272" y="1926393"/>
            <a:ext cx="1800225" cy="1962981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1" name="Content Placeholder 7">
            <a:extLst>
              <a:ext uri="{FF2B5EF4-FFF2-40B4-BE49-F238E27FC236}">
                <a16:creationId xmlns:a16="http://schemas.microsoft.com/office/drawing/2014/main" id="{CCD0D2FD-01B8-FE51-DDAB-0CD8DD4EC5C1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7110067" y="4002088"/>
            <a:ext cx="1821208" cy="197008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3" name="Picture Placeholder 4">
            <a:extLst>
              <a:ext uri="{FF2B5EF4-FFF2-40B4-BE49-F238E27FC236}">
                <a16:creationId xmlns:a16="http://schemas.microsoft.com/office/drawing/2014/main" id="{53D0DB1F-A6EA-AECF-A117-E753C44395EC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10001616" y="1926393"/>
            <a:ext cx="1822084" cy="1962981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4" name="Content Placeholder 7">
            <a:extLst>
              <a:ext uri="{FF2B5EF4-FFF2-40B4-BE49-F238E27FC236}">
                <a16:creationId xmlns:a16="http://schemas.microsoft.com/office/drawing/2014/main" id="{24AE2FE3-6FA3-4900-16ED-D0812C6C0D0E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10001616" y="3998913"/>
            <a:ext cx="1822084" cy="1973262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9FAEB4F-DBB7-31DF-438C-7C91DAD4D9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700017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ios-Four peo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CC09D1-D416-9CC2-AE0F-767B5D629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76769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374878" y="3489910"/>
            <a:ext cx="2778478" cy="248226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9" name="Picture Placeholder 4">
            <a:extLst>
              <a:ext uri="{FF2B5EF4-FFF2-40B4-BE49-F238E27FC236}">
                <a16:creationId xmlns:a16="http://schemas.microsoft.com/office/drawing/2014/main" id="{FB0240B5-53DE-E0D1-1D5B-AFBA09737C33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259001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5" name="Content Placeholder 7">
            <a:extLst>
              <a:ext uri="{FF2B5EF4-FFF2-40B4-BE49-F238E27FC236}">
                <a16:creationId xmlns:a16="http://schemas.microsoft.com/office/drawing/2014/main" id="{9183E717-A409-A034-5344-1947E3F9836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259001" y="3482975"/>
            <a:ext cx="2783024" cy="248226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6" name="Picture Placeholder 4">
            <a:extLst>
              <a:ext uri="{FF2B5EF4-FFF2-40B4-BE49-F238E27FC236}">
                <a16:creationId xmlns:a16="http://schemas.microsoft.com/office/drawing/2014/main" id="{25C242D0-2328-C358-F50B-AFCBA027902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53728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7" name="Content Placeholder 7">
            <a:extLst>
              <a:ext uri="{FF2B5EF4-FFF2-40B4-BE49-F238E27FC236}">
                <a16:creationId xmlns:a16="http://schemas.microsoft.com/office/drawing/2014/main" id="{491F5A2B-72AD-5B1E-1630-FEB88892F6BF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153727" y="3489910"/>
            <a:ext cx="2783024" cy="248226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8" name="Picture Placeholder 4">
            <a:extLst>
              <a:ext uri="{FF2B5EF4-FFF2-40B4-BE49-F238E27FC236}">
                <a16:creationId xmlns:a16="http://schemas.microsoft.com/office/drawing/2014/main" id="{B0FD4528-E035-DDBD-ED86-A241F5FEC8BE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9047566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9" name="Content Placeholder 7">
            <a:extLst>
              <a:ext uri="{FF2B5EF4-FFF2-40B4-BE49-F238E27FC236}">
                <a16:creationId xmlns:a16="http://schemas.microsoft.com/office/drawing/2014/main" id="{72F79ED0-1F83-0104-4637-7DB4EA70741A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9043105" y="3489910"/>
            <a:ext cx="2780595" cy="247533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</p:spTree>
    <p:extLst>
      <p:ext uri="{BB962C8B-B14F-4D97-AF65-F5344CB8AC3E}">
        <p14:creationId xmlns:p14="http://schemas.microsoft.com/office/powerpoint/2010/main" val="2014018450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Four Team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BE205ACB-F0DD-E11C-8562-1A67F4F828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75576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32429DBE-FCD7-24A1-1559-A263A915F0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261883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7" name="Picture Placeholder 14">
            <a:extLst>
              <a:ext uri="{FF2B5EF4-FFF2-40B4-BE49-F238E27FC236}">
                <a16:creationId xmlns:a16="http://schemas.microsoft.com/office/drawing/2014/main" id="{CD839F68-5525-1FC6-7F47-6058F961EB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6156882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9" name="Picture Placeholder 14">
            <a:extLst>
              <a:ext uri="{FF2B5EF4-FFF2-40B4-BE49-F238E27FC236}">
                <a16:creationId xmlns:a16="http://schemas.microsoft.com/office/drawing/2014/main" id="{AEC3DEC0-C14C-0D3D-E77D-C65F7FA108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9051881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9475B69A-CAC3-88B9-5B3E-2AF1362EFD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07859335-E39D-1388-375F-FAA342F28BB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69F3CA5-5DA4-19BC-80CC-97F8603339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67C69A2-1E84-3664-3630-A99E3EFC5736}"/>
              </a:ext>
            </a:extLst>
          </p:cNvPr>
          <p:cNvSpPr>
            <a:spLocks noGrp="1"/>
          </p:cNvSpPr>
          <p:nvPr>
            <p:ph sz="quarter" idx="24"/>
          </p:nvPr>
        </p:nvSpPr>
        <p:spPr>
          <a:xfrm>
            <a:off x="368300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9" name="Content Placeholder 7">
            <a:extLst>
              <a:ext uri="{FF2B5EF4-FFF2-40B4-BE49-F238E27FC236}">
                <a16:creationId xmlns:a16="http://schemas.microsoft.com/office/drawing/2014/main" id="{68638270-30F0-9936-C8A6-BAB685488848}"/>
              </a:ext>
            </a:extLst>
          </p:cNvPr>
          <p:cNvSpPr>
            <a:spLocks noGrp="1"/>
          </p:cNvSpPr>
          <p:nvPr>
            <p:ph sz="quarter" idx="25"/>
          </p:nvPr>
        </p:nvSpPr>
        <p:spPr>
          <a:xfrm>
            <a:off x="3258699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10" name="Content Placeholder 7">
            <a:extLst>
              <a:ext uri="{FF2B5EF4-FFF2-40B4-BE49-F238E27FC236}">
                <a16:creationId xmlns:a16="http://schemas.microsoft.com/office/drawing/2014/main" id="{D3DF84AC-B16C-674A-06A0-5BECA0C9A0EA}"/>
              </a:ext>
            </a:extLst>
          </p:cNvPr>
          <p:cNvSpPr>
            <a:spLocks noGrp="1"/>
          </p:cNvSpPr>
          <p:nvPr>
            <p:ph sz="quarter" idx="26"/>
          </p:nvPr>
        </p:nvSpPr>
        <p:spPr>
          <a:xfrm>
            <a:off x="6156882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13" name="Content Placeholder 7">
            <a:extLst>
              <a:ext uri="{FF2B5EF4-FFF2-40B4-BE49-F238E27FC236}">
                <a16:creationId xmlns:a16="http://schemas.microsoft.com/office/drawing/2014/main" id="{3F004F4B-1B56-27E3-B963-18B1CAE0CC07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9051881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</p:spTree>
    <p:extLst>
      <p:ext uri="{BB962C8B-B14F-4D97-AF65-F5344CB8AC3E}">
        <p14:creationId xmlns:p14="http://schemas.microsoft.com/office/powerpoint/2010/main" val="110708340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Four Team Images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BE205ACB-F0DD-E11C-8562-1A67F4F828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75576" y="14111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32429DBE-FCD7-24A1-1559-A263A915F0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75576" y="34890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6" name="Picture Placeholder 14">
            <a:extLst>
              <a:ext uri="{FF2B5EF4-FFF2-40B4-BE49-F238E27FC236}">
                <a16:creationId xmlns:a16="http://schemas.microsoft.com/office/drawing/2014/main" id="{62EEDF93-D482-938D-D6D4-B8B66CA764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6150438" y="14111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9" name="Picture Placeholder 14">
            <a:extLst>
              <a:ext uri="{FF2B5EF4-FFF2-40B4-BE49-F238E27FC236}">
                <a16:creationId xmlns:a16="http://schemas.microsoft.com/office/drawing/2014/main" id="{AA220CD4-7D0B-916C-42A1-97C04399E7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6150438" y="34890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1CE233FD-F166-12B7-E028-644C10A7A4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6D9BE817-73F1-BA98-D196-7E3B7737E8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307EEEF-16DC-51E8-05EA-1F6E66B8AB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68364238-EEEC-3531-E9AD-360B61A33D4B}"/>
              </a:ext>
            </a:extLst>
          </p:cNvPr>
          <p:cNvSpPr>
            <a:spLocks noGrp="1"/>
          </p:cNvSpPr>
          <p:nvPr>
            <p:ph sz="quarter" idx="28"/>
          </p:nvPr>
        </p:nvSpPr>
        <p:spPr>
          <a:xfrm>
            <a:off x="3257550" y="1406525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6" name="Content Placeholder 12">
            <a:extLst>
              <a:ext uri="{FF2B5EF4-FFF2-40B4-BE49-F238E27FC236}">
                <a16:creationId xmlns:a16="http://schemas.microsoft.com/office/drawing/2014/main" id="{65A86A6E-D0EF-949C-8C67-0573A2ABD8E5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3257550" y="3480652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7" name="Content Placeholder 12">
            <a:extLst>
              <a:ext uri="{FF2B5EF4-FFF2-40B4-BE49-F238E27FC236}">
                <a16:creationId xmlns:a16="http://schemas.microsoft.com/office/drawing/2014/main" id="{B030D65C-F831-C537-C0CD-5D2246DC4DBD}"/>
              </a:ext>
            </a:extLst>
          </p:cNvPr>
          <p:cNvSpPr>
            <a:spLocks noGrp="1"/>
          </p:cNvSpPr>
          <p:nvPr>
            <p:ph sz="quarter" idx="30"/>
          </p:nvPr>
        </p:nvSpPr>
        <p:spPr>
          <a:xfrm>
            <a:off x="9047263" y="1406525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8" name="Content Placeholder 12">
            <a:extLst>
              <a:ext uri="{FF2B5EF4-FFF2-40B4-BE49-F238E27FC236}">
                <a16:creationId xmlns:a16="http://schemas.microsoft.com/office/drawing/2014/main" id="{37E69513-40FB-5D75-6BE6-82A63FAB8F4B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9047263" y="3480652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967708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am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91A6F20-3183-89C9-54E7-E4ACDCA1BD19}"/>
              </a:ext>
            </a:extLst>
          </p:cNvPr>
          <p:cNvCxnSpPr/>
          <p:nvPr userDrawn="1"/>
        </p:nvCxnSpPr>
        <p:spPr>
          <a:xfrm>
            <a:off x="2850147" y="1406450"/>
            <a:ext cx="0" cy="4738597"/>
          </a:xfrm>
          <a:prstGeom prst="line">
            <a:avLst/>
          </a:prstGeom>
          <a:ln w="63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DEEB207-28DC-549F-C2B0-58055E671FC9}"/>
              </a:ext>
            </a:extLst>
          </p:cNvPr>
          <p:cNvCxnSpPr/>
          <p:nvPr userDrawn="1"/>
        </p:nvCxnSpPr>
        <p:spPr>
          <a:xfrm>
            <a:off x="5821815" y="1406450"/>
            <a:ext cx="0" cy="4738597"/>
          </a:xfrm>
          <a:prstGeom prst="line">
            <a:avLst/>
          </a:prstGeom>
          <a:ln w="63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4947F83-D89B-6628-15F9-FAC5866A9E4E}"/>
              </a:ext>
            </a:extLst>
          </p:cNvPr>
          <p:cNvCxnSpPr/>
          <p:nvPr userDrawn="1"/>
        </p:nvCxnSpPr>
        <p:spPr>
          <a:xfrm>
            <a:off x="8835145" y="1406450"/>
            <a:ext cx="0" cy="4738597"/>
          </a:xfrm>
          <a:prstGeom prst="line">
            <a:avLst/>
          </a:prstGeom>
          <a:ln w="63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Picture Placeholder 43">
            <a:extLst>
              <a:ext uri="{FF2B5EF4-FFF2-40B4-BE49-F238E27FC236}">
                <a16:creationId xmlns:a16="http://schemas.microsoft.com/office/drawing/2014/main" id="{3B81DD67-9485-2892-F206-E91C7ED5040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72502" y="1406525"/>
            <a:ext cx="2093372" cy="1939925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45" name="Picture Placeholder 43">
            <a:extLst>
              <a:ext uri="{FF2B5EF4-FFF2-40B4-BE49-F238E27FC236}">
                <a16:creationId xmlns:a16="http://schemas.microsoft.com/office/drawing/2014/main" id="{A75F1099-E20F-F9CE-1544-216F25D4B78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946664" y="1856615"/>
            <a:ext cx="903806" cy="894672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46" name="Picture Placeholder 43">
            <a:extLst>
              <a:ext uri="{FF2B5EF4-FFF2-40B4-BE49-F238E27FC236}">
                <a16:creationId xmlns:a16="http://schemas.microsoft.com/office/drawing/2014/main" id="{54C049AD-B670-6FA8-478A-42246603A7A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53717" y="2952825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49" name="Picture Placeholder 43">
            <a:extLst>
              <a:ext uri="{FF2B5EF4-FFF2-40B4-BE49-F238E27FC236}">
                <a16:creationId xmlns:a16="http://schemas.microsoft.com/office/drawing/2014/main" id="{DFCCFE31-D96A-03E7-8B0C-7C81DAE880B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953717" y="3775748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50" name="Picture Placeholder 43">
            <a:extLst>
              <a:ext uri="{FF2B5EF4-FFF2-40B4-BE49-F238E27FC236}">
                <a16:creationId xmlns:a16="http://schemas.microsoft.com/office/drawing/2014/main" id="{709A4940-D1BB-7013-F2FE-DACDC2AAE6B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2953717" y="4588548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51" name="Picture Placeholder 43">
            <a:extLst>
              <a:ext uri="{FF2B5EF4-FFF2-40B4-BE49-F238E27FC236}">
                <a16:creationId xmlns:a16="http://schemas.microsoft.com/office/drawing/2014/main" id="{D9A72C90-D9E8-D491-3497-24DB531EE618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2953717" y="5402188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53" name="Content Placeholder 52">
            <a:extLst>
              <a:ext uri="{FF2B5EF4-FFF2-40B4-BE49-F238E27FC236}">
                <a16:creationId xmlns:a16="http://schemas.microsoft.com/office/drawing/2014/main" id="{E0196963-74D4-62E4-DBA4-A28466BE5109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373290" y="3484562"/>
            <a:ext cx="2093368" cy="2454275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4" name="Content Placeholder 52">
            <a:extLst>
              <a:ext uri="{FF2B5EF4-FFF2-40B4-BE49-F238E27FC236}">
                <a16:creationId xmlns:a16="http://schemas.microsoft.com/office/drawing/2014/main" id="{46FE757E-B05C-D13A-2993-3097F76DD881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3957167" y="1849501"/>
            <a:ext cx="1744790" cy="917459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5" name="Content Placeholder 52">
            <a:extLst>
              <a:ext uri="{FF2B5EF4-FFF2-40B4-BE49-F238E27FC236}">
                <a16:creationId xmlns:a16="http://schemas.microsoft.com/office/drawing/2014/main" id="{3CDDB1B6-64C0-315A-3605-A92DFB8E06CA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3798965" y="2955988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6" name="Content Placeholder 52">
            <a:extLst>
              <a:ext uri="{FF2B5EF4-FFF2-40B4-BE49-F238E27FC236}">
                <a16:creationId xmlns:a16="http://schemas.microsoft.com/office/drawing/2014/main" id="{6C7C3849-49F9-942D-717C-41E2CBE87041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3798965" y="3771791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7" name="Content Placeholder 52">
            <a:extLst>
              <a:ext uri="{FF2B5EF4-FFF2-40B4-BE49-F238E27FC236}">
                <a16:creationId xmlns:a16="http://schemas.microsoft.com/office/drawing/2014/main" id="{D54496E2-99F7-2A6B-0035-0EA0460E2E2D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798965" y="4587594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8" name="Content Placeholder 52">
            <a:extLst>
              <a:ext uri="{FF2B5EF4-FFF2-40B4-BE49-F238E27FC236}">
                <a16:creationId xmlns:a16="http://schemas.microsoft.com/office/drawing/2014/main" id="{2010DB3D-EBE2-2E5B-0D78-F29E12395AE7}"/>
              </a:ext>
            </a:extLst>
          </p:cNvPr>
          <p:cNvSpPr>
            <a:spLocks noGrp="1"/>
          </p:cNvSpPr>
          <p:nvPr>
            <p:ph sz="quarter" idx="21"/>
          </p:nvPr>
        </p:nvSpPr>
        <p:spPr>
          <a:xfrm>
            <a:off x="3798965" y="5399049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9" name="Picture Placeholder 43">
            <a:extLst>
              <a:ext uri="{FF2B5EF4-FFF2-40B4-BE49-F238E27FC236}">
                <a16:creationId xmlns:a16="http://schemas.microsoft.com/office/drawing/2014/main" id="{2B2BB839-9B2F-0F73-5CB1-3ADFE293FECD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5941073" y="1863729"/>
            <a:ext cx="903806" cy="894672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0" name="Picture Placeholder 43">
            <a:extLst>
              <a:ext uri="{FF2B5EF4-FFF2-40B4-BE49-F238E27FC236}">
                <a16:creationId xmlns:a16="http://schemas.microsoft.com/office/drawing/2014/main" id="{718DD6F0-5DCD-0835-B530-18A8F025BEB5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5948126" y="2959939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1" name="Picture Placeholder 43">
            <a:extLst>
              <a:ext uri="{FF2B5EF4-FFF2-40B4-BE49-F238E27FC236}">
                <a16:creationId xmlns:a16="http://schemas.microsoft.com/office/drawing/2014/main" id="{4C142BCC-188D-696E-44E7-6A710E9A2A29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5948126" y="37828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2" name="Picture Placeholder 43">
            <a:extLst>
              <a:ext uri="{FF2B5EF4-FFF2-40B4-BE49-F238E27FC236}">
                <a16:creationId xmlns:a16="http://schemas.microsoft.com/office/drawing/2014/main" id="{F1318988-B64A-06EE-187B-DC71BA9F29C2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5948126" y="45956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3" name="Picture Placeholder 43">
            <a:extLst>
              <a:ext uri="{FF2B5EF4-FFF2-40B4-BE49-F238E27FC236}">
                <a16:creationId xmlns:a16="http://schemas.microsoft.com/office/drawing/2014/main" id="{DD510472-5924-8787-2C9E-08AC89F6299D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5948126" y="540930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4" name="Content Placeholder 52">
            <a:extLst>
              <a:ext uri="{FF2B5EF4-FFF2-40B4-BE49-F238E27FC236}">
                <a16:creationId xmlns:a16="http://schemas.microsoft.com/office/drawing/2014/main" id="{93B5743B-317B-CC4D-E4AF-4C26D1392848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6951576" y="1856615"/>
            <a:ext cx="1744790" cy="917459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5" name="Content Placeholder 52">
            <a:extLst>
              <a:ext uri="{FF2B5EF4-FFF2-40B4-BE49-F238E27FC236}">
                <a16:creationId xmlns:a16="http://schemas.microsoft.com/office/drawing/2014/main" id="{2DE2C93E-A220-A125-AB00-7242BE79F933}"/>
              </a:ext>
            </a:extLst>
          </p:cNvPr>
          <p:cNvSpPr>
            <a:spLocks noGrp="1"/>
          </p:cNvSpPr>
          <p:nvPr>
            <p:ph sz="quarter" idx="28"/>
          </p:nvPr>
        </p:nvSpPr>
        <p:spPr>
          <a:xfrm>
            <a:off x="6793374" y="2963102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6" name="Content Placeholder 52">
            <a:extLst>
              <a:ext uri="{FF2B5EF4-FFF2-40B4-BE49-F238E27FC236}">
                <a16:creationId xmlns:a16="http://schemas.microsoft.com/office/drawing/2014/main" id="{130A4148-657E-CA2A-AD39-C1C60B47A2E2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6793374" y="3778905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7" name="Content Placeholder 52">
            <a:extLst>
              <a:ext uri="{FF2B5EF4-FFF2-40B4-BE49-F238E27FC236}">
                <a16:creationId xmlns:a16="http://schemas.microsoft.com/office/drawing/2014/main" id="{3B8B5468-901B-7B82-D8D3-DF6F47B26B33}"/>
              </a:ext>
            </a:extLst>
          </p:cNvPr>
          <p:cNvSpPr>
            <a:spLocks noGrp="1"/>
          </p:cNvSpPr>
          <p:nvPr>
            <p:ph sz="quarter" idx="30"/>
          </p:nvPr>
        </p:nvSpPr>
        <p:spPr>
          <a:xfrm>
            <a:off x="6793374" y="4594708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8" name="Content Placeholder 52">
            <a:extLst>
              <a:ext uri="{FF2B5EF4-FFF2-40B4-BE49-F238E27FC236}">
                <a16:creationId xmlns:a16="http://schemas.microsoft.com/office/drawing/2014/main" id="{43B694E8-3A07-E3A2-9F3F-697F039D904F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6793374" y="5406163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9" name="Picture Placeholder 43">
            <a:extLst>
              <a:ext uri="{FF2B5EF4-FFF2-40B4-BE49-F238E27FC236}">
                <a16:creationId xmlns:a16="http://schemas.microsoft.com/office/drawing/2014/main" id="{E19D1C64-222F-0744-20C8-0662359E6915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8933778" y="1863729"/>
            <a:ext cx="903806" cy="894672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0" name="Picture Placeholder 43">
            <a:extLst>
              <a:ext uri="{FF2B5EF4-FFF2-40B4-BE49-F238E27FC236}">
                <a16:creationId xmlns:a16="http://schemas.microsoft.com/office/drawing/2014/main" id="{8D5DB854-0C4A-401B-87E8-5CAEA904F350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8940831" y="2959939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1" name="Picture Placeholder 43">
            <a:extLst>
              <a:ext uri="{FF2B5EF4-FFF2-40B4-BE49-F238E27FC236}">
                <a16:creationId xmlns:a16="http://schemas.microsoft.com/office/drawing/2014/main" id="{BB0B7C6F-E2B7-F7E6-056F-E3FF400CB9C1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8940831" y="37828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2" name="Picture Placeholder 43">
            <a:extLst>
              <a:ext uri="{FF2B5EF4-FFF2-40B4-BE49-F238E27FC236}">
                <a16:creationId xmlns:a16="http://schemas.microsoft.com/office/drawing/2014/main" id="{77751A25-C2A3-B5B4-8FBB-127A6616BD87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8940831" y="45956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3" name="Picture Placeholder 43">
            <a:extLst>
              <a:ext uri="{FF2B5EF4-FFF2-40B4-BE49-F238E27FC236}">
                <a16:creationId xmlns:a16="http://schemas.microsoft.com/office/drawing/2014/main" id="{DE2714AF-4313-7AA1-D7CD-E39C0A1F07D5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>
          <a:xfrm>
            <a:off x="8940831" y="540930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4" name="Content Placeholder 52">
            <a:extLst>
              <a:ext uri="{FF2B5EF4-FFF2-40B4-BE49-F238E27FC236}">
                <a16:creationId xmlns:a16="http://schemas.microsoft.com/office/drawing/2014/main" id="{B8073BB6-ACFE-F384-C36D-E495A757AB9C}"/>
              </a:ext>
            </a:extLst>
          </p:cNvPr>
          <p:cNvSpPr>
            <a:spLocks noGrp="1"/>
          </p:cNvSpPr>
          <p:nvPr>
            <p:ph sz="quarter" idx="37"/>
          </p:nvPr>
        </p:nvSpPr>
        <p:spPr>
          <a:xfrm>
            <a:off x="9944281" y="1856615"/>
            <a:ext cx="1744790" cy="917459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5" name="Content Placeholder 52">
            <a:extLst>
              <a:ext uri="{FF2B5EF4-FFF2-40B4-BE49-F238E27FC236}">
                <a16:creationId xmlns:a16="http://schemas.microsoft.com/office/drawing/2014/main" id="{1A1F259C-8EB0-5D96-40FD-D099944BF340}"/>
              </a:ext>
            </a:extLst>
          </p:cNvPr>
          <p:cNvSpPr>
            <a:spLocks noGrp="1"/>
          </p:cNvSpPr>
          <p:nvPr>
            <p:ph sz="quarter" idx="38"/>
          </p:nvPr>
        </p:nvSpPr>
        <p:spPr>
          <a:xfrm>
            <a:off x="9786079" y="2963102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6" name="Content Placeholder 52">
            <a:extLst>
              <a:ext uri="{FF2B5EF4-FFF2-40B4-BE49-F238E27FC236}">
                <a16:creationId xmlns:a16="http://schemas.microsoft.com/office/drawing/2014/main" id="{D3C41004-FFC5-4EB9-1545-D7B24B936B2F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9786079" y="3778905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7" name="Content Placeholder 52">
            <a:extLst>
              <a:ext uri="{FF2B5EF4-FFF2-40B4-BE49-F238E27FC236}">
                <a16:creationId xmlns:a16="http://schemas.microsoft.com/office/drawing/2014/main" id="{92567D26-CC94-BD45-CF55-A29A4E477FFB}"/>
              </a:ext>
            </a:extLst>
          </p:cNvPr>
          <p:cNvSpPr>
            <a:spLocks noGrp="1"/>
          </p:cNvSpPr>
          <p:nvPr>
            <p:ph sz="quarter" idx="40"/>
          </p:nvPr>
        </p:nvSpPr>
        <p:spPr>
          <a:xfrm>
            <a:off x="9786079" y="4594708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8" name="Content Placeholder 52">
            <a:extLst>
              <a:ext uri="{FF2B5EF4-FFF2-40B4-BE49-F238E27FC236}">
                <a16:creationId xmlns:a16="http://schemas.microsoft.com/office/drawing/2014/main" id="{B6E43B1D-4477-345E-4E27-069457E30EB1}"/>
              </a:ext>
            </a:extLst>
          </p:cNvPr>
          <p:cNvSpPr>
            <a:spLocks noGrp="1"/>
          </p:cNvSpPr>
          <p:nvPr>
            <p:ph sz="quarter" idx="41"/>
          </p:nvPr>
        </p:nvSpPr>
        <p:spPr>
          <a:xfrm>
            <a:off x="9786079" y="5406163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9" name="Content Placeholder 52">
            <a:extLst>
              <a:ext uri="{FF2B5EF4-FFF2-40B4-BE49-F238E27FC236}">
                <a16:creationId xmlns:a16="http://schemas.microsoft.com/office/drawing/2014/main" id="{9D4D08CE-4663-A5B8-3FEA-01A045F65D32}"/>
              </a:ext>
            </a:extLst>
          </p:cNvPr>
          <p:cNvSpPr>
            <a:spLocks noGrp="1"/>
          </p:cNvSpPr>
          <p:nvPr>
            <p:ph sz="quarter" idx="42"/>
          </p:nvPr>
        </p:nvSpPr>
        <p:spPr>
          <a:xfrm>
            <a:off x="2953718" y="1411474"/>
            <a:ext cx="2741786" cy="321198"/>
          </a:xfrm>
        </p:spPr>
        <p:txBody>
          <a:bodyPr/>
          <a:lstStyle>
            <a:lvl1pPr>
              <a:spcAft>
                <a:spcPts val="400"/>
              </a:spcAft>
              <a:defRPr sz="1800" b="0">
                <a:latin typeface="+mj-lt"/>
              </a:defRPr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0" name="Content Placeholder 52">
            <a:extLst>
              <a:ext uri="{FF2B5EF4-FFF2-40B4-BE49-F238E27FC236}">
                <a16:creationId xmlns:a16="http://schemas.microsoft.com/office/drawing/2014/main" id="{CD74F49C-4668-965D-013F-EA197AFED4F2}"/>
              </a:ext>
            </a:extLst>
          </p:cNvPr>
          <p:cNvSpPr>
            <a:spLocks noGrp="1"/>
          </p:cNvSpPr>
          <p:nvPr>
            <p:ph sz="quarter" idx="43"/>
          </p:nvPr>
        </p:nvSpPr>
        <p:spPr>
          <a:xfrm>
            <a:off x="5939624" y="1411474"/>
            <a:ext cx="2741786" cy="321198"/>
          </a:xfrm>
        </p:spPr>
        <p:txBody>
          <a:bodyPr/>
          <a:lstStyle>
            <a:lvl1pPr>
              <a:spcAft>
                <a:spcPts val="400"/>
              </a:spcAft>
              <a:defRPr sz="1800" b="0">
                <a:latin typeface="+mj-lt"/>
              </a:defRPr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1" name="Content Placeholder 52">
            <a:extLst>
              <a:ext uri="{FF2B5EF4-FFF2-40B4-BE49-F238E27FC236}">
                <a16:creationId xmlns:a16="http://schemas.microsoft.com/office/drawing/2014/main" id="{58583576-3574-8BBB-274A-DDAF2CF9A77B}"/>
              </a:ext>
            </a:extLst>
          </p:cNvPr>
          <p:cNvSpPr>
            <a:spLocks noGrp="1"/>
          </p:cNvSpPr>
          <p:nvPr>
            <p:ph sz="quarter" idx="44"/>
          </p:nvPr>
        </p:nvSpPr>
        <p:spPr>
          <a:xfrm>
            <a:off x="8933778" y="1411474"/>
            <a:ext cx="2741786" cy="321198"/>
          </a:xfrm>
        </p:spPr>
        <p:txBody>
          <a:bodyPr/>
          <a:lstStyle>
            <a:lvl1pPr>
              <a:spcAft>
                <a:spcPts val="400"/>
              </a:spcAft>
              <a:defRPr sz="1800" b="0">
                <a:latin typeface="+mj-lt"/>
              </a:defRPr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08A9746-3FB8-5A95-9B1B-4D051BFC4C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44783974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One Column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09F1385C-E183-4949-1E52-945BDAAEC8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5" y="402336"/>
            <a:ext cx="11399691" cy="91528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1E8B33F3-7C1D-479F-3B92-0DE073C2E4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2336" y="3495320"/>
            <a:ext cx="3719076" cy="245145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6" name="Chart Placeholder 5">
            <a:extLst>
              <a:ext uri="{FF2B5EF4-FFF2-40B4-BE49-F238E27FC236}">
                <a16:creationId xmlns:a16="http://schemas.microsoft.com/office/drawing/2014/main" id="{DCC47810-5636-CCFE-D491-CAD999BC70CF}"/>
              </a:ext>
            </a:extLst>
          </p:cNvPr>
          <p:cNvSpPr>
            <a:spLocks noGrp="1"/>
          </p:cNvSpPr>
          <p:nvPr>
            <p:ph type="chart" sz="quarter" idx="10"/>
          </p:nvPr>
        </p:nvSpPr>
        <p:spPr>
          <a:xfrm>
            <a:off x="5199063" y="1946275"/>
            <a:ext cx="5640387" cy="3992563"/>
          </a:xfrm>
        </p:spPr>
        <p:txBody>
          <a:bodyPr/>
          <a:lstStyle>
            <a:lvl1pPr algn="ctr">
              <a:defRPr/>
            </a:lvl1pPr>
          </a:lstStyle>
          <a:p>
            <a:r>
              <a:rPr lang="zh-TW" altLang="en-US"/>
              <a:t>按一下圖示以新增圖表</a:t>
            </a:r>
            <a:endParaRPr lang="en-US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6125A049-51AB-8CE0-1E82-0861CFA1A2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3" name="Slide Number Placeholder 13">
            <a:extLst>
              <a:ext uri="{FF2B5EF4-FFF2-40B4-BE49-F238E27FC236}">
                <a16:creationId xmlns:a16="http://schemas.microsoft.com/office/drawing/2014/main" id="{370151B8-84D5-0F32-8BA4-AF23D992BD3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216900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hree Images Thre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 1">
            <a:extLst>
              <a:ext uri="{FF2B5EF4-FFF2-40B4-BE49-F238E27FC236}">
                <a16:creationId xmlns:a16="http://schemas.microsoft.com/office/drawing/2014/main" id="{12157443-656C-E355-D086-838984BEEC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5" y="402336"/>
            <a:ext cx="11399691" cy="90894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6" name="Picture Placeholder 14">
            <a:extLst>
              <a:ext uri="{FF2B5EF4-FFF2-40B4-BE49-F238E27FC236}">
                <a16:creationId xmlns:a16="http://schemas.microsoft.com/office/drawing/2014/main" id="{C4FF4641-ED6B-EA6B-E1D6-5913E5D1C4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400050" y="1434783"/>
            <a:ext cx="3621405" cy="2449830"/>
          </a:xfrm>
          <a:solidFill>
            <a:schemeClr val="bg2"/>
          </a:solidFill>
        </p:spPr>
        <p:txBody>
          <a:bodyPr tIns="73152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0050" y="4008120"/>
            <a:ext cx="3280410" cy="193071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738BD24F-B7A9-6A5E-4B91-293E35C962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247197" y="1434783"/>
            <a:ext cx="3621405" cy="2449830"/>
          </a:xfrm>
          <a:solidFill>
            <a:schemeClr val="bg2"/>
          </a:solidFill>
        </p:spPr>
        <p:txBody>
          <a:bodyPr tIns="73152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5DB5F46A-D65E-8319-07D3-423E64224A7D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242435" y="4008120"/>
            <a:ext cx="3280410" cy="193071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Picture Placeholder 14">
            <a:extLst>
              <a:ext uri="{FF2B5EF4-FFF2-40B4-BE49-F238E27FC236}">
                <a16:creationId xmlns:a16="http://schemas.microsoft.com/office/drawing/2014/main" id="{3EA62964-C972-788F-A145-641910913B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084820" y="1434783"/>
            <a:ext cx="3621405" cy="2449830"/>
          </a:xfrm>
          <a:solidFill>
            <a:schemeClr val="bg2"/>
          </a:solidFill>
        </p:spPr>
        <p:txBody>
          <a:bodyPr tIns="73152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7F220BC4-6918-5D08-690A-5DF19E0F6966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8084820" y="4008120"/>
            <a:ext cx="3280410" cy="193071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E6D39F23-E441-3514-2A4F-F9CCA29119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FE222EB9-6543-2E06-6048-C32D6D58FB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535145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49CDF5-8A8F-79F6-E93E-E0A712397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83901304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hree Content char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C70956B3-9491-9C33-FC6E-9462B54246F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11" name="Slide Number Placeholder 13">
            <a:extLst>
              <a:ext uri="{FF2B5EF4-FFF2-40B4-BE49-F238E27FC236}">
                <a16:creationId xmlns:a16="http://schemas.microsoft.com/office/drawing/2014/main" id="{D54FC496-336B-9871-8C69-A6D0113CD12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2E4AAB0-21A6-A5E6-8408-219CAA2653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2CE54221-5DBA-0D99-431D-6AD1DF6DC08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01639" y="3998913"/>
            <a:ext cx="3309588" cy="1945271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4" name="Content Placeholder 12">
            <a:extLst>
              <a:ext uri="{FF2B5EF4-FFF2-40B4-BE49-F238E27FC236}">
                <a16:creationId xmlns:a16="http://schemas.microsoft.com/office/drawing/2014/main" id="{D7CBDAE4-87B4-6E80-BB22-1E1B55D46827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239454" y="4002088"/>
            <a:ext cx="3309588" cy="1945271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5" name="Content Placeholder 12">
            <a:extLst>
              <a:ext uri="{FF2B5EF4-FFF2-40B4-BE49-F238E27FC236}">
                <a16:creationId xmlns:a16="http://schemas.microsoft.com/office/drawing/2014/main" id="{D63D7C9D-0E4E-53F0-D6B2-88D086096256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8085215" y="1428751"/>
            <a:ext cx="3716812" cy="4515434"/>
          </a:xfrm>
          <a:solidFill>
            <a:srgbClr val="FFF5ED"/>
          </a:solidFill>
        </p:spPr>
        <p:txBody>
          <a:bodyPr lIns="144000" tIns="144000" rIns="144000" bIns="14400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6737523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16D7607-D1F4-F3D5-F6A1-ADA8066F7D4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" b="5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2758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56187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4007973"/>
            <a:ext cx="4671732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402655"/>
            <a:ext cx="5641181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9033934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297021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1736188466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3998913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812093212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323276667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0"/>
            <a:ext cx="6602413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130813272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2093673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4387423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430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02432" y="5029715"/>
            <a:ext cx="5641182" cy="990083"/>
          </a:xfrm>
        </p:spPr>
        <p:txBody>
          <a:bodyPr/>
          <a:lstStyle>
            <a:lvl1pPr>
              <a:defRPr sz="1300" b="0">
                <a:latin typeface="+mj-lt"/>
              </a:defRPr>
            </a:lvl1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7428020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919162"/>
            <a:ext cx="3712881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71800"/>
            <a:ext cx="3724275" cy="2967038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j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9925524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919162"/>
            <a:ext cx="4671730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71800"/>
            <a:ext cx="4671729" cy="296703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6389359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69488" y="400051"/>
            <a:ext cx="5632168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9488" y="1946275"/>
            <a:ext cx="5632167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1595922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9063" y="400051"/>
            <a:ext cx="6602593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4" y="1946275"/>
            <a:ext cx="6602592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700473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1920" y="400051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01920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1"/>
            <a:ext cx="6591017" cy="553878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5295687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faul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13081514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2">
            <a:extLst>
              <a:ext uri="{FF2B5EF4-FFF2-40B4-BE49-F238E27FC236}">
                <a16:creationId xmlns:a16="http://schemas.microsoft.com/office/drawing/2014/main" id="{8C4C564F-54DF-8C5F-8208-487AC945D740}"/>
              </a:ext>
            </a:extLst>
          </p:cNvPr>
          <p:cNvPicPr/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049" y="1715"/>
            <a:ext cx="12188951" cy="685628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808268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053384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619" y="4007973"/>
            <a:ext cx="4671732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402655"/>
            <a:ext cx="5641181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1636090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297021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8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3764428998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3998913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8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1857654763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8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1036265390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0"/>
            <a:ext cx="6602413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7" y="3998913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3005133329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1721286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7241020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430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02432" y="5029715"/>
            <a:ext cx="5641182" cy="990083"/>
          </a:xfrm>
        </p:spPr>
        <p:txBody>
          <a:bodyPr/>
          <a:lstStyle>
            <a:lvl1pPr>
              <a:defRPr sz="1300" b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8126695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919162"/>
            <a:ext cx="3712881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71800"/>
            <a:ext cx="3724275" cy="2967038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j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6032245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919162"/>
            <a:ext cx="4671730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71800"/>
            <a:ext cx="4671729" cy="296703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5313268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69488" y="400051"/>
            <a:ext cx="5632168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9488" y="1946275"/>
            <a:ext cx="5632167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8696395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9063" y="400051"/>
            <a:ext cx="6602593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4" y="1946275"/>
            <a:ext cx="6602592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0104856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1920" y="400051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01920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1"/>
            <a:ext cx="6591017" cy="553878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424662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_Pattern header">
  <p:cSld name="3__Pattern header"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FDE60FBB-185D-5471-C883-29B405E9CE6C}"/>
              </a:ext>
            </a:extLst>
          </p:cNvPr>
          <p:cNvSpPr/>
          <p:nvPr userDrawn="1"/>
        </p:nvSpPr>
        <p:spPr>
          <a:xfrm>
            <a:off x="175491" y="203200"/>
            <a:ext cx="12016509" cy="83477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304" name="Google Shape;304;p38"/>
          <p:cNvSpPr txBox="1">
            <a:spLocks noGrp="1"/>
          </p:cNvSpPr>
          <p:nvPr>
            <p:ph type="title"/>
          </p:nvPr>
        </p:nvSpPr>
        <p:spPr>
          <a:xfrm>
            <a:off x="350982" y="228600"/>
            <a:ext cx="11306176" cy="8093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144000" bIns="0" anchor="ctr" anchorCtr="0">
            <a:normAutofit/>
          </a:bodyPr>
          <a:lstStyle>
            <a:lvl1pPr lv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Georgia"/>
              <a:buNone/>
              <a:defRPr sz="2600" b="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16C5FE1-B0EA-4EA3-D4D0-ACC429C182B9}"/>
              </a:ext>
            </a:extLst>
          </p:cNvPr>
          <p:cNvSpPr/>
          <p:nvPr userDrawn="1"/>
        </p:nvSpPr>
        <p:spPr>
          <a:xfrm>
            <a:off x="0" y="203200"/>
            <a:ext cx="175491" cy="936000"/>
          </a:xfrm>
          <a:prstGeom prst="rect">
            <a:avLst/>
          </a:prstGeom>
          <a:solidFill>
            <a:srgbClr val="FE7C39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BC395B4-7E1E-1353-4300-A9471B8F8D9F}"/>
              </a:ext>
            </a:extLst>
          </p:cNvPr>
          <p:cNvSpPr/>
          <p:nvPr userDrawn="1"/>
        </p:nvSpPr>
        <p:spPr>
          <a:xfrm>
            <a:off x="0" y="1037979"/>
            <a:ext cx="175491" cy="5364000"/>
          </a:xfrm>
          <a:prstGeom prst="rect">
            <a:avLst/>
          </a:prstGeom>
          <a:solidFill>
            <a:srgbClr val="DFE3E6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59380046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16D7607-D1F4-F3D5-F6A1-ADA8066F7D4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" b="5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1" y="6080125"/>
            <a:ext cx="4718050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4166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0" y="6080125"/>
            <a:ext cx="4684447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DFD90212-F74C-9DC9-0056-4F5DDF0194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47D16F40-FE44-DE37-84EC-E0DE6B931AC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628446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7973"/>
            <a:ext cx="4711700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368300"/>
            <a:ext cx="5663406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460394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8300"/>
            <a:ext cx="5665786" cy="300196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9671"/>
            <a:ext cx="4711700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1951673656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7776"/>
            <a:ext cx="5665786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4709938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1972843428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6"/>
            <a:ext cx="6624637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606015490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章節標題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9929172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434594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049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535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75537" y="5029715"/>
            <a:ext cx="5641182" cy="990083"/>
          </a:xfrm>
        </p:spPr>
        <p:txBody>
          <a:bodyPr/>
          <a:lstStyle>
            <a:lvl1pPr>
              <a:defRPr sz="13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3989986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892267"/>
            <a:ext cx="3746501" cy="196205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55663"/>
            <a:ext cx="3746501" cy="3016512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n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0828348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886888"/>
            <a:ext cx="4671730" cy="1967437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61042"/>
            <a:ext cx="4671729" cy="3010070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5520095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53350" y="367777"/>
            <a:ext cx="5670349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3351" y="1930138"/>
            <a:ext cx="5670349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3597447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8305" y="367777"/>
            <a:ext cx="6635395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6" y="1930138"/>
            <a:ext cx="6635394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4351441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9646" y="373156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69646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7"/>
            <a:ext cx="6635395" cy="560439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3469132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D36A14-ADD8-5266-1DE1-0BDFE2DFE3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2294" y="2699173"/>
            <a:ext cx="4182718" cy="2492990"/>
          </a:xfrm>
        </p:spPr>
        <p:txBody>
          <a:bodyPr wrap="square" anchor="b" anchorCtr="0">
            <a:spAutoFit/>
          </a:bodyPr>
          <a:lstStyle>
            <a:lvl1pPr>
              <a:defRPr sz="6000" b="0">
                <a:solidFill>
                  <a:schemeClr val="tx1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D73A66C0-F670-A68E-E8AB-864BA888682B}"/>
              </a:ext>
            </a:extLst>
          </p:cNvPr>
          <p:cNvSpPr>
            <a:spLocks noGrp="1"/>
          </p:cNvSpPr>
          <p:nvPr>
            <p:ph type="tbl" sz="quarter" idx="10"/>
          </p:nvPr>
        </p:nvSpPr>
        <p:spPr>
          <a:xfrm>
            <a:off x="5188180" y="772547"/>
            <a:ext cx="6635520" cy="3227953"/>
          </a:xfrm>
        </p:spPr>
        <p:txBody>
          <a:bodyPr tIns="457200"/>
          <a:lstStyle>
            <a:lvl1pPr algn="ctr">
              <a:defRPr sz="1800"/>
            </a:lvl1pPr>
          </a:lstStyle>
          <a:p>
            <a:r>
              <a:rPr lang="zh-TW" altLang="en-US"/>
              <a:t>按一下圖示以新增表格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65C0038A-3A68-0DB9-64FC-6F889D75D3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97BC8435-1364-314D-C920-74E9DEDB1E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9922802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Sideb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F0A5006C-1C3A-4674-032E-590F9BDB8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3492183"/>
            <a:ext cx="5645946" cy="24466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61931EA-4F62-CD08-4165-33E08640450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112001" y="368300"/>
            <a:ext cx="4711700" cy="3003550"/>
          </a:xfrm>
          <a:solidFill>
            <a:schemeClr val="accent1"/>
          </a:solidFill>
        </p:spPr>
        <p:txBody>
          <a:bodyPr lIns="274320" tIns="274320"/>
          <a:lstStyle>
            <a:lvl1pPr>
              <a:spcAft>
                <a:spcPts val="6000"/>
              </a:spcAft>
              <a:defRPr sz="8600" b="0">
                <a:solidFill>
                  <a:schemeClr val="bg1"/>
                </a:solidFill>
              </a:defRPr>
            </a:lvl1pPr>
            <a:lvl2pPr>
              <a:spcBef>
                <a:spcPts val="0"/>
              </a:spcBef>
              <a:defRPr b="1">
                <a:latin typeface="+mn-lt"/>
              </a:defRPr>
            </a:lvl2pPr>
          </a:lstStyle>
          <a:p>
            <a:pPr lvl="0"/>
            <a:r>
              <a:rPr lang="en-US"/>
              <a:t>0,000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2A3DA15-4C69-255A-358A-480458D2DF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39A73BF-92D5-1C5F-A374-82FF2405936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3831A1-36E4-05EF-6AB7-93A548B9DE9C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9039225" y="3492500"/>
            <a:ext cx="2784475" cy="247967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15899525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Stat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F0A5006C-1C3A-4674-032E-590F9BDB8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3492183"/>
            <a:ext cx="5241133" cy="24466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61931EA-4F62-CD08-4165-33E08640450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157914" y="373155"/>
            <a:ext cx="2765424" cy="2777490"/>
          </a:xfrm>
          <a:solidFill>
            <a:srgbClr val="B5BCC4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CA5BD2F-F935-E22A-B6DD-EB0D8C3A475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320155" y="2446692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8C582E75-9A43-D86C-AB0D-17BB800A571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052188" y="373155"/>
            <a:ext cx="2765424" cy="2777490"/>
          </a:xfrm>
          <a:solidFill>
            <a:schemeClr val="accent1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bg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2F01FD17-7652-99C0-4EF4-C1ABF553BDA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198292" y="2446692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DED57F60-7B48-DB96-E422-6BF4821C028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57914" y="3308287"/>
            <a:ext cx="2765424" cy="2777490"/>
          </a:xfrm>
          <a:solidFill>
            <a:srgbClr val="FFE8D4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1" name="Text Placeholder 9">
            <a:extLst>
              <a:ext uri="{FF2B5EF4-FFF2-40B4-BE49-F238E27FC236}">
                <a16:creationId xmlns:a16="http://schemas.microsoft.com/office/drawing/2014/main" id="{3EC6947C-841E-3FA9-114B-E3D478A0F9F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320155" y="5365687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4E2EFFE0-4881-5E4A-962D-11FF92C9F87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52188" y="3308287"/>
            <a:ext cx="2765424" cy="2777490"/>
          </a:xfrm>
          <a:solidFill>
            <a:srgbClr val="DFE3E6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4" name="Text Placeholder 9">
            <a:extLst>
              <a:ext uri="{FF2B5EF4-FFF2-40B4-BE49-F238E27FC236}">
                <a16:creationId xmlns:a16="http://schemas.microsoft.com/office/drawing/2014/main" id="{C5905E4E-9C03-893D-2D65-9DF29B1CD2B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9198292" y="5365687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8DEF9E9E-37B4-DAB9-8C1D-1576E02EB06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40D576B-0FB8-2293-FB69-1C5178F9E4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7012177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ix Stat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F0A5006C-1C3A-4674-032E-590F9BDB8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252" y="3485833"/>
            <a:ext cx="2575470" cy="24466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61931EA-4F62-CD08-4165-33E08640450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148994" y="373290"/>
            <a:ext cx="2765424" cy="2777490"/>
          </a:xfrm>
          <a:prstGeom prst="rect">
            <a:avLst/>
          </a:prstGeom>
          <a:solidFill>
            <a:srgbClr val="FFE8D4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CA5BD2F-F935-E22A-B6DD-EB0D8C3A475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311235" y="2430690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8C582E75-9A43-D86C-AB0D-17BB800A571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040511" y="373290"/>
            <a:ext cx="2765424" cy="2777490"/>
          </a:xfrm>
          <a:prstGeom prst="rect">
            <a:avLst/>
          </a:prstGeom>
          <a:solidFill>
            <a:schemeClr val="accent1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bg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2F01FD17-7652-99C0-4EF4-C1ABF553BDA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202752" y="2430690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DED57F60-7B48-DB96-E422-6BF4821C028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48994" y="3281527"/>
            <a:ext cx="2765424" cy="2777490"/>
          </a:xfrm>
          <a:prstGeom prst="rect">
            <a:avLst/>
          </a:prstGeom>
          <a:solidFill>
            <a:srgbClr val="FFCDA8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1" name="Text Placeholder 9">
            <a:extLst>
              <a:ext uri="{FF2B5EF4-FFF2-40B4-BE49-F238E27FC236}">
                <a16:creationId xmlns:a16="http://schemas.microsoft.com/office/drawing/2014/main" id="{3EC6947C-841E-3FA9-114B-E3D478A0F9F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311235" y="5338927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4E2EFFE0-4881-5E4A-962D-11FF92C9F87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40511" y="3281527"/>
            <a:ext cx="2765424" cy="2777490"/>
          </a:xfrm>
          <a:prstGeom prst="rect">
            <a:avLst/>
          </a:prstGeom>
          <a:solidFill>
            <a:srgbClr val="FFF5ED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4" name="Text Placeholder 9">
            <a:extLst>
              <a:ext uri="{FF2B5EF4-FFF2-40B4-BE49-F238E27FC236}">
                <a16:creationId xmlns:a16="http://schemas.microsoft.com/office/drawing/2014/main" id="{C5905E4E-9C03-893D-2D65-9DF29B1CD2B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9202752" y="5338927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8DEF9E9E-37B4-DAB9-8C1D-1576E02EB06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40D576B-0FB8-2293-FB69-1C5178F9E4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ext Placeholder 6">
            <a:extLst>
              <a:ext uri="{FF2B5EF4-FFF2-40B4-BE49-F238E27FC236}">
                <a16:creationId xmlns:a16="http://schemas.microsoft.com/office/drawing/2014/main" id="{B670FEE5-9E0A-0502-9064-02C2958C24C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59617" y="373290"/>
            <a:ext cx="2765424" cy="2777490"/>
          </a:xfrm>
          <a:prstGeom prst="rect">
            <a:avLst/>
          </a:prstGeom>
          <a:solidFill>
            <a:schemeClr val="accent2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347B6220-EA18-FCE3-B24E-B96EEBDB79C3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21858" y="2430690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B20CC769-A58F-89B1-9B4D-4242345AA6F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259617" y="3281527"/>
            <a:ext cx="2765424" cy="2777490"/>
          </a:xfrm>
          <a:prstGeom prst="rect">
            <a:avLst/>
          </a:prstGeom>
          <a:solidFill>
            <a:schemeClr val="accent3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1A5CE9CF-2B9A-9CCE-16EB-AF781F3473C9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3421858" y="5338927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2632432955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49CDF5-8A8F-79F6-E93E-E0A712397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61275202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4C6EFB28-C390-D7A6-7D24-D312EAB546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0DF1CAE-AD0F-3704-E516-EFF052A288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9A13E53-F775-A736-E17E-0D3BA9C73AF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68300" y="1924050"/>
            <a:ext cx="6638925" cy="40481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8379B048-01BA-296A-05B7-D40EDFD372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54178586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49CDF5-8A8F-79F6-E93E-E0A712397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9243924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hart and 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hart Placeholder 5">
            <a:extLst>
              <a:ext uri="{FF2B5EF4-FFF2-40B4-BE49-F238E27FC236}">
                <a16:creationId xmlns:a16="http://schemas.microsoft.com/office/drawing/2014/main" id="{73FDB890-3693-B329-5A7C-C65A3B124F7E}"/>
              </a:ext>
            </a:extLst>
          </p:cNvPr>
          <p:cNvSpPr>
            <a:spLocks noGrp="1"/>
          </p:cNvSpPr>
          <p:nvPr>
            <p:ph type="chart" sz="quarter" idx="12"/>
          </p:nvPr>
        </p:nvSpPr>
        <p:spPr>
          <a:xfrm>
            <a:off x="375576" y="1408288"/>
            <a:ext cx="5237163" cy="4510088"/>
          </a:xfrm>
        </p:spPr>
        <p:txBody>
          <a:bodyPr/>
          <a:lstStyle/>
          <a:p>
            <a:r>
              <a:rPr lang="zh-TW" altLang="en-US"/>
              <a:t>按一下圖示以新增圖表</a:t>
            </a:r>
            <a:endParaRPr lang="en-US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5DB5F46A-D65E-8319-07D3-423E64224A7D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6168671" y="2468208"/>
            <a:ext cx="2754667" cy="348138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7F220BC4-6918-5D08-690A-5DF19E0F6966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9048041" y="2468208"/>
            <a:ext cx="2754667" cy="348138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9626A07-2517-5726-4FDD-0AC9D92990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5" name="Slide Number Placeholder 13">
            <a:extLst>
              <a:ext uri="{FF2B5EF4-FFF2-40B4-BE49-F238E27FC236}">
                <a16:creationId xmlns:a16="http://schemas.microsoft.com/office/drawing/2014/main" id="{06046AFA-0660-1D2A-C174-4EABDBEAAA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2A87585-ED95-8AF2-4595-9E941DC9E8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2690261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slideLayout" Target="../slideLayouts/slideLayout4.xml"/><Relationship Id="rId3" Type="http://schemas.openxmlformats.org/officeDocument/2006/relationships/slideLayout" Target="../slideLayouts/slideLayout5.xml"/><Relationship Id="rId4" Type="http://schemas.openxmlformats.org/officeDocument/2006/relationships/slideLayout" Target="../slideLayouts/slideLayout6.xml"/><Relationship Id="rId5" Type="http://schemas.openxmlformats.org/officeDocument/2006/relationships/slideLayout" Target="../slideLayouts/slideLayout7.xml"/><Relationship Id="rId6" Type="http://schemas.openxmlformats.org/officeDocument/2006/relationships/slideLayout" Target="../slideLayouts/slideLayout8.xml"/><Relationship Id="rId7" Type="http://schemas.openxmlformats.org/officeDocument/2006/relationships/slideLayout" Target="../slideLayouts/slideLayout9.xml"/><Relationship Id="rId8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4.xml"/><Relationship Id="rId13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8.xml"/><Relationship Id="rId17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20.xml"/><Relationship Id="rId19" Type="http://schemas.openxmlformats.org/officeDocument/2006/relationships/slideLayout" Target="../slideLayouts/slideLayout21.xml"/><Relationship Id="rId20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3.xml"/><Relationship Id="rId22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5.xml"/><Relationship Id="rId24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7.xml"/><Relationship Id="rId26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9.xml"/><Relationship Id="rId28" Type="http://schemas.openxmlformats.org/officeDocument/2006/relationships/slideLayout" Target="../slideLayouts/slideLayout30.xml"/><Relationship Id="rId29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2.xml"/><Relationship Id="rId31" Type="http://schemas.openxmlformats.org/officeDocument/2006/relationships/slideLayout" Target="../slideLayouts/slideLayout33.xml"/><Relationship Id="rId32" Type="http://schemas.openxmlformats.org/officeDocument/2006/relationships/slideLayout" Target="../slideLayouts/slideLayout34.xml"/><Relationship Id="rId33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5.xml"/><Relationship Id="rId2" Type="http://schemas.openxmlformats.org/officeDocument/2006/relationships/slideLayout" Target="../slideLayouts/slideLayout36.xml"/><Relationship Id="rId3" Type="http://schemas.openxmlformats.org/officeDocument/2006/relationships/slideLayout" Target="../slideLayouts/slideLayout37.xml"/><Relationship Id="rId4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9.xml"/><Relationship Id="rId6" Type="http://schemas.openxmlformats.org/officeDocument/2006/relationships/slideLayout" Target="../slideLayouts/slideLayout40.xml"/><Relationship Id="rId7" Type="http://schemas.openxmlformats.org/officeDocument/2006/relationships/slideLayout" Target="../slideLayouts/slideLayout41.xml"/><Relationship Id="rId8" Type="http://schemas.openxmlformats.org/officeDocument/2006/relationships/slideLayout" Target="../slideLayouts/slideLayout42.xml"/><Relationship Id="rId9" Type="http://schemas.openxmlformats.org/officeDocument/2006/relationships/slideLayout" Target="../slideLayouts/slideLayout43.xml"/><Relationship Id="rId10" Type="http://schemas.openxmlformats.org/officeDocument/2006/relationships/slideLayout" Target="../slideLayouts/slideLayout44.xml"/><Relationship Id="rId11" Type="http://schemas.openxmlformats.org/officeDocument/2006/relationships/slideLayout" Target="../slideLayouts/slideLayout45.xml"/><Relationship Id="rId12" Type="http://schemas.openxmlformats.org/officeDocument/2006/relationships/slideLayout" Target="../slideLayouts/slideLayout46.xml"/><Relationship Id="rId13" Type="http://schemas.openxmlformats.org/officeDocument/2006/relationships/slideLayout" Target="../slideLayouts/slideLayout47.xml"/><Relationship Id="rId14" Type="http://schemas.openxmlformats.org/officeDocument/2006/relationships/slideLayout" Target="../slideLayouts/slideLayout48.xml"/><Relationship Id="rId15" Type="http://schemas.openxmlformats.org/officeDocument/2006/relationships/slideLayout" Target="../slideLayouts/slideLayout49.xml"/><Relationship Id="rId16" Type="http://schemas.openxmlformats.org/officeDocument/2006/relationships/slideLayout" Target="../slideLayouts/slideLayout50.xml"/><Relationship Id="rId17" Type="http://schemas.openxmlformats.org/officeDocument/2006/relationships/theme" Target="../theme/theme4.xml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1.xml"/><Relationship Id="rId2" Type="http://schemas.openxmlformats.org/officeDocument/2006/relationships/slideLayout" Target="../slideLayouts/slideLayout52.xml"/><Relationship Id="rId3" Type="http://schemas.openxmlformats.org/officeDocument/2006/relationships/slideLayout" Target="../slideLayouts/slideLayout53.xml"/><Relationship Id="rId4" Type="http://schemas.openxmlformats.org/officeDocument/2006/relationships/slideLayout" Target="../slideLayouts/slideLayout54.xml"/><Relationship Id="rId5" Type="http://schemas.openxmlformats.org/officeDocument/2006/relationships/slideLayout" Target="../slideLayouts/slideLayout55.xml"/><Relationship Id="rId6" Type="http://schemas.openxmlformats.org/officeDocument/2006/relationships/slideLayout" Target="../slideLayouts/slideLayout56.xml"/><Relationship Id="rId7" Type="http://schemas.openxmlformats.org/officeDocument/2006/relationships/slideLayout" Target="../slideLayouts/slideLayout57.xml"/><Relationship Id="rId8" Type="http://schemas.openxmlformats.org/officeDocument/2006/relationships/slideLayout" Target="../slideLayouts/slideLayout58.xml"/><Relationship Id="rId9" Type="http://schemas.openxmlformats.org/officeDocument/2006/relationships/slideLayout" Target="../slideLayouts/slideLayout59.xml"/><Relationship Id="rId10" Type="http://schemas.openxmlformats.org/officeDocument/2006/relationships/slideLayout" Target="../slideLayouts/slideLayout60.xml"/><Relationship Id="rId11" Type="http://schemas.openxmlformats.org/officeDocument/2006/relationships/slideLayout" Target="../slideLayouts/slideLayout61.xml"/><Relationship Id="rId12" Type="http://schemas.openxmlformats.org/officeDocument/2006/relationships/slideLayout" Target="../slideLayouts/slideLayout62.xml"/><Relationship Id="rId13" Type="http://schemas.openxmlformats.org/officeDocument/2006/relationships/slideLayout" Target="../slideLayouts/slideLayout63.xml"/><Relationship Id="rId14" Type="http://schemas.openxmlformats.org/officeDocument/2006/relationships/slideLayout" Target="../slideLayouts/slideLayout64.xml"/><Relationship Id="rId15" Type="http://schemas.openxmlformats.org/officeDocument/2006/relationships/slideLayout" Target="../slideLayouts/slideLayout65.xml"/><Relationship Id="rId16" Type="http://schemas.openxmlformats.org/officeDocument/2006/relationships/slideLayout" Target="../slideLayouts/slideLayout66.xml"/><Relationship Id="rId17" Type="http://schemas.openxmlformats.org/officeDocument/2006/relationships/theme" Target="../theme/theme5.xml"/></Relationships>
</file>

<file path=ppt/slideMasters/_rels/slideMaster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7.xml"/><Relationship Id="rId2" Type="http://schemas.openxmlformats.org/officeDocument/2006/relationships/slideLayout" Target="../slideLayouts/slideLayout68.xml"/><Relationship Id="rId3" Type="http://schemas.openxmlformats.org/officeDocument/2006/relationships/slideLayout" Target="../slideLayouts/slideLayout69.xml"/><Relationship Id="rId4" Type="http://schemas.openxmlformats.org/officeDocument/2006/relationships/slideLayout" Target="../slideLayouts/slideLayout70.xml"/><Relationship Id="rId5" Type="http://schemas.openxmlformats.org/officeDocument/2006/relationships/slideLayout" Target="../slideLayouts/slideLayout71.xml"/><Relationship Id="rId6" Type="http://schemas.openxmlformats.org/officeDocument/2006/relationships/slideLayout" Target="../slideLayouts/slideLayout72.xml"/><Relationship Id="rId7" Type="http://schemas.openxmlformats.org/officeDocument/2006/relationships/slideLayout" Target="../slideLayouts/slideLayout73.xml"/><Relationship Id="rId8" Type="http://schemas.openxmlformats.org/officeDocument/2006/relationships/slideLayout" Target="../slideLayouts/slideLayout74.xml"/><Relationship Id="rId9" Type="http://schemas.openxmlformats.org/officeDocument/2006/relationships/slideLayout" Target="../slideLayouts/slideLayout75.xml"/><Relationship Id="rId10" Type="http://schemas.openxmlformats.org/officeDocument/2006/relationships/slideLayout" Target="../slideLayouts/slideLayout76.xml"/><Relationship Id="rId11" Type="http://schemas.openxmlformats.org/officeDocument/2006/relationships/slideLayout" Target="../slideLayouts/slideLayout77.xml"/><Relationship Id="rId12" Type="http://schemas.openxmlformats.org/officeDocument/2006/relationships/slideLayout" Target="../slideLayouts/slideLayout78.xml"/><Relationship Id="rId13" Type="http://schemas.openxmlformats.org/officeDocument/2006/relationships/slideLayout" Target="../slideLayouts/slideLayout79.xml"/><Relationship Id="rId14" Type="http://schemas.openxmlformats.org/officeDocument/2006/relationships/slideLayout" Target="../slideLayouts/slideLayout80.xml"/><Relationship Id="rId15" Type="http://schemas.openxmlformats.org/officeDocument/2006/relationships/slideLayout" Target="../slideLayouts/slideLayout81.xml"/><Relationship Id="rId16" Type="http://schemas.openxmlformats.org/officeDocument/2006/relationships/slideLayout" Target="../slideLayouts/slideLayout82.xml"/><Relationship Id="rId17" Type="http://schemas.openxmlformats.org/officeDocument/2006/relationships/slideLayout" Target="../slideLayouts/slideLayout83.xml"/><Relationship Id="rId18" Type="http://schemas.openxmlformats.org/officeDocument/2006/relationships/slideLayout" Target="../slideLayouts/slideLayout84.xml"/><Relationship Id="rId19" Type="http://schemas.openxmlformats.org/officeDocument/2006/relationships/slideLayout" Target="../slideLayouts/slideLayout85.xml"/><Relationship Id="rId20" Type="http://schemas.openxmlformats.org/officeDocument/2006/relationships/slideLayout" Target="../slideLayouts/slideLayout86.xml"/><Relationship Id="rId21" Type="http://schemas.openxmlformats.org/officeDocument/2006/relationships/slideLayout" Target="../slideLayouts/slideLayout87.xml"/><Relationship Id="rId22" Type="http://schemas.openxmlformats.org/officeDocument/2006/relationships/slideLayout" Target="../slideLayouts/slideLayout88.xml"/><Relationship Id="rId23" Type="http://schemas.openxmlformats.org/officeDocument/2006/relationships/theme" Target="../theme/theme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>
            <a:extLst>
              <a:ext uri="{FF2B5EF4-FFF2-40B4-BE49-F238E27FC236}">
                <a16:creationId xmlns:a16="http://schemas.microsoft.com/office/drawing/2014/main" id="{BBCCF403-77F5-E64B-B3A1-43CAED52C50B}"/>
              </a:ext>
            </a:extLst>
          </p:cNvPr>
          <p:cNvSpPr/>
          <p:nvPr userDrawn="1"/>
        </p:nvSpPr>
        <p:spPr>
          <a:xfrm>
            <a:off x="11154250" y="381000"/>
            <a:ext cx="277139" cy="27706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b="0" i="0">
              <a:latin typeface="Lato Light" panose="020F0502020204030203" pitchFamily="34" charset="0"/>
            </a:endParaRPr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1" y="365126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1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4AFA0A0-434E-E340-A675-5E45B45DDFED}"/>
              </a:ext>
            </a:extLst>
          </p:cNvPr>
          <p:cNvSpPr txBox="1"/>
          <p:nvPr userDrawn="1"/>
        </p:nvSpPr>
        <p:spPr>
          <a:xfrm>
            <a:off x="11208878" y="453222"/>
            <a:ext cx="189155" cy="15388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algn="ctr"/>
            <a:fld id="{C2130A1F-96FE-9345-9E91-FD9BE4197128}" type="slidenum">
              <a:rPr lang="en-US" sz="1000" b="0" i="0" spc="0" smtClean="0">
                <a:solidFill>
                  <a:schemeClr val="bg1"/>
                </a:solidFill>
                <a:latin typeface="Poppins Medium" pitchFamily="2" charset="77"/>
                <a:cs typeface="Poppins Medium" pitchFamily="2" charset="77"/>
              </a:rPr>
              <a:pPr algn="ctr"/>
              <a:t>‹#›</a:t>
            </a:fld>
            <a:endParaRPr lang="en-US" sz="1400" b="0" i="0" spc="0">
              <a:solidFill>
                <a:schemeClr val="bg1"/>
              </a:solidFill>
              <a:latin typeface="Poppins Medium" pitchFamily="2" charset="77"/>
              <a:cs typeface="Poppins Medium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6273764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</p:sldLayoutIdLst>
  <p:hf hdr="0" ftr="0" dt="0"/>
  <p:txStyles>
    <p:titleStyle>
      <a:lvl1pPr algn="l" defTabSz="914172" rtl="0" eaLnBrk="1" latinLnBrk="0" hangingPunct="1">
        <a:lnSpc>
          <a:spcPct val="90000"/>
        </a:lnSpc>
        <a:spcBef>
          <a:spcPct val="0"/>
        </a:spcBef>
        <a:buNone/>
        <a:defRPr sz="3300" b="1" i="0" kern="1200">
          <a:solidFill>
            <a:schemeClr val="tx2"/>
          </a:solidFill>
          <a:latin typeface="Poppins" pitchFamily="2" charset="77"/>
          <a:ea typeface="+mj-ea"/>
          <a:cs typeface="+mj-cs"/>
        </a:defRPr>
      </a:lvl1pPr>
    </p:titleStyle>
    <p:bodyStyle>
      <a:lvl1pPr marL="0" indent="0" algn="l" defTabSz="914172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8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1pPr>
      <a:lvl2pPr marL="457086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4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2pPr>
      <a:lvl3pPr marL="914172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0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3pPr>
      <a:lvl4pPr marL="1371257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8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4pPr>
      <a:lvl5pPr marL="1828343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8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5pPr>
      <a:lvl6pPr marL="2513972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057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143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229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086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172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257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343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429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514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600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686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1" y="365129"/>
            <a:ext cx="10515600" cy="1325563"/>
          </a:xfrm>
          <a:prstGeom prst="rect">
            <a:avLst/>
          </a:prstGeom>
        </p:spPr>
        <p:txBody>
          <a:bodyPr vert="horz" lIns="182843" tIns="91422" rIns="182843" bIns="91422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1" y="1825625"/>
            <a:ext cx="10515600" cy="4351338"/>
          </a:xfrm>
          <a:prstGeom prst="rect">
            <a:avLst/>
          </a:prstGeom>
        </p:spPr>
        <p:txBody>
          <a:bodyPr vert="horz" lIns="182843" tIns="91422" rIns="182843" bIns="91422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3A87DDA4-93F2-7A45-9BB3-0ED68A4AA170}"/>
              </a:ext>
            </a:extLst>
          </p:cNvPr>
          <p:cNvSpPr/>
          <p:nvPr userDrawn="1"/>
        </p:nvSpPr>
        <p:spPr>
          <a:xfrm>
            <a:off x="11154250" y="381000"/>
            <a:ext cx="277139" cy="277067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b="0" i="0">
              <a:latin typeface="Poppins Light" pitchFamily="2" charset="7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AC132A2-AB80-A845-8566-11C55587F84F}"/>
              </a:ext>
            </a:extLst>
          </p:cNvPr>
          <p:cNvSpPr txBox="1"/>
          <p:nvPr userDrawn="1"/>
        </p:nvSpPr>
        <p:spPr>
          <a:xfrm>
            <a:off x="11203853" y="442590"/>
            <a:ext cx="177934" cy="15388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algn="ctr"/>
            <a:fld id="{C2130A1F-96FE-9345-9E91-FD9BE4197128}" type="slidenum">
              <a:rPr lang="en-US" sz="1000" b="0" i="0" spc="0" smtClean="0">
                <a:solidFill>
                  <a:schemeClr val="bg1"/>
                </a:solidFill>
                <a:latin typeface="Poppins" pitchFamily="2" charset="77"/>
                <a:cs typeface="Poppins" pitchFamily="2" charset="77"/>
              </a:rPr>
              <a:pPr algn="ctr"/>
              <a:t>‹#›</a:t>
            </a:fld>
            <a:endParaRPr lang="en-US" sz="1400" b="0" i="0" spc="0">
              <a:solidFill>
                <a:schemeClr val="bg1"/>
              </a:solidFill>
              <a:latin typeface="Poppins" pitchFamily="2" charset="77"/>
              <a:cs typeface="Poppins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41693994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</p:sldLayoutIdLst>
  <p:hf hdr="0" ftr="0" dt="0"/>
  <p:txStyles>
    <p:titleStyle>
      <a:lvl1pPr algn="l" defTabSz="914217" rtl="0" eaLnBrk="1" latinLnBrk="0" hangingPunct="1">
        <a:lnSpc>
          <a:spcPct val="90000"/>
        </a:lnSpc>
        <a:spcBef>
          <a:spcPct val="0"/>
        </a:spcBef>
        <a:buNone/>
        <a:defRPr lang="en-US" sz="3000" b="1" i="0" kern="1200">
          <a:solidFill>
            <a:schemeClr val="tx2"/>
          </a:solidFill>
          <a:latin typeface="Poppins" pitchFamily="2" charset="77"/>
          <a:ea typeface="Open Sans Light" panose="020B0306030504020204" pitchFamily="34" charset="0"/>
          <a:cs typeface="Poppins" pitchFamily="2" charset="77"/>
        </a:defRPr>
      </a:lvl1pPr>
    </p:titleStyle>
    <p:bodyStyle>
      <a:lvl1pPr marL="228555" indent="-228555" algn="l" defTabSz="914217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lang="en-US" sz="24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1pPr>
      <a:lvl2pPr marL="685663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20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2pPr>
      <a:lvl3pPr marL="1142772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18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3pPr>
      <a:lvl4pPr marL="1599880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16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4pPr>
      <a:lvl5pPr marL="2056989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1600" b="0" i="0" kern="1200" dirty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5pPr>
      <a:lvl6pPr marL="2514097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206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314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423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09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217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326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434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543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652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760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869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586" y="368301"/>
            <a:ext cx="11453114" cy="9271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68299" y="1924050"/>
            <a:ext cx="6638925" cy="40481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109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68300" y="649109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5491" y="6491091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29965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  <p:sldLayoutId id="2147483687" r:id="rId10"/>
    <p:sldLayoutId id="2147483688" r:id="rId11"/>
    <p:sldLayoutId id="2147483689" r:id="rId12"/>
    <p:sldLayoutId id="2147483690" r:id="rId13"/>
    <p:sldLayoutId id="2147483691" r:id="rId14"/>
    <p:sldLayoutId id="2147483692" r:id="rId15"/>
    <p:sldLayoutId id="2147483696" r:id="rId16"/>
    <p:sldLayoutId id="2147483697" r:id="rId17"/>
    <p:sldLayoutId id="2147483905" r:id="rId18"/>
    <p:sldLayoutId id="2147483906" r:id="rId19"/>
    <p:sldLayoutId id="2147483907" r:id="rId20"/>
    <p:sldLayoutId id="2147483908" r:id="rId21"/>
    <p:sldLayoutId id="2147483909" r:id="rId22"/>
    <p:sldLayoutId id="2147483910" r:id="rId23"/>
    <p:sldLayoutId id="2147483911" r:id="rId24"/>
    <p:sldLayoutId id="2147483912" r:id="rId25"/>
    <p:sldLayoutId id="2147483913" r:id="rId26"/>
    <p:sldLayoutId id="2147483914" r:id="rId27"/>
    <p:sldLayoutId id="2147483915" r:id="rId28"/>
    <p:sldLayoutId id="2147484068" r:id="rId29"/>
    <p:sldLayoutId id="2147484069" r:id="rId30"/>
    <p:sldLayoutId id="2147484070" r:id="rId31"/>
    <p:sldLayoutId id="2147484071" r:id="rId32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600"/>
        </a:spcBef>
        <a:spcAft>
          <a:spcPts val="10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Georgia" panose="02040502050405020303" pitchFamily="18" charset="0"/>
        <a:buChar char="–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Wingdings" panose="05000000000000000000" pitchFamily="2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>
          <p15:clr>
            <a:srgbClr val="F26B43"/>
          </p15:clr>
        </p15:guide>
        <p15:guide id="3" pos="232">
          <p15:clr>
            <a:srgbClr val="F26B43"/>
          </p15:clr>
        </p15:guide>
        <p15:guide id="4" pos="7448">
          <p15:clr>
            <a:srgbClr val="F26B43"/>
          </p15:clr>
        </p15:guide>
        <p15:guide id="11" orient="horz" pos="4088">
          <p15:clr>
            <a:srgbClr val="F26B43"/>
          </p15:clr>
        </p15:guide>
        <p15:guide id="12" pos="778">
          <p15:clr>
            <a:srgbClr val="F26B43"/>
          </p15:clr>
        </p15:guide>
        <p15:guide id="13" pos="840">
          <p15:clr>
            <a:srgbClr val="F26B43"/>
          </p15:clr>
        </p15:guide>
        <p15:guide id="14" pos="1378">
          <p15:clr>
            <a:srgbClr val="F26B43"/>
          </p15:clr>
        </p15:guide>
        <p15:guide id="15" pos="1446">
          <p15:clr>
            <a:srgbClr val="F26B43"/>
          </p15:clr>
        </p15:guide>
        <p15:guide id="16" pos="1986">
          <p15:clr>
            <a:srgbClr val="F26B43"/>
          </p15:clr>
        </p15:guide>
        <p15:guide id="17" pos="2052">
          <p15:clr>
            <a:srgbClr val="F26B43"/>
          </p15:clr>
        </p15:guide>
        <p15:guide id="18" pos="2592">
          <p15:clr>
            <a:srgbClr val="F26B43"/>
          </p15:clr>
        </p15:guide>
        <p15:guide id="19" pos="2662">
          <p15:clr>
            <a:srgbClr val="F26B43"/>
          </p15:clr>
        </p15:guide>
        <p15:guide id="20" pos="3200">
          <p15:clr>
            <a:srgbClr val="F26B43"/>
          </p15:clr>
        </p15:guide>
        <p15:guide id="21" pos="3266">
          <p15:clr>
            <a:srgbClr val="F26B43"/>
          </p15:clr>
        </p15:guide>
        <p15:guide id="22" pos="3806">
          <p15:clr>
            <a:srgbClr val="F26B43"/>
          </p15:clr>
        </p15:guide>
        <p15:guide id="23" pos="3874">
          <p15:clr>
            <a:srgbClr val="F26B43"/>
          </p15:clr>
        </p15:guide>
        <p15:guide id="24" pos="4414">
          <p15:clr>
            <a:srgbClr val="F26B43"/>
          </p15:clr>
        </p15:guide>
        <p15:guide id="25" pos="5018">
          <p15:clr>
            <a:srgbClr val="F26B43"/>
          </p15:clr>
        </p15:guide>
        <p15:guide id="26" pos="4480">
          <p15:clr>
            <a:srgbClr val="F26B43"/>
          </p15:clr>
        </p15:guide>
        <p15:guide id="27" pos="5086">
          <p15:clr>
            <a:srgbClr val="F26B43"/>
          </p15:clr>
        </p15:guide>
        <p15:guide id="28" pos="5626">
          <p15:clr>
            <a:srgbClr val="F26B43"/>
          </p15:clr>
        </p15:guide>
        <p15:guide id="29" pos="5694">
          <p15:clr>
            <a:srgbClr val="F26B43"/>
          </p15:clr>
        </p15:guide>
        <p15:guide id="30" pos="6232">
          <p15:clr>
            <a:srgbClr val="F26B43"/>
          </p15:clr>
        </p15:guide>
        <p15:guide id="31" pos="6300">
          <p15:clr>
            <a:srgbClr val="F26B43"/>
          </p15:clr>
        </p15:guide>
        <p15:guide id="32" pos="6840">
          <p15:clr>
            <a:srgbClr val="F26B43"/>
          </p15:clr>
        </p15:guide>
        <p15:guide id="33" pos="6908">
          <p15:clr>
            <a:srgbClr val="F26B43"/>
          </p15:clr>
        </p15:guide>
        <p15:guide id="34" orient="horz" pos="488">
          <p15:clr>
            <a:srgbClr val="F26B43"/>
          </p15:clr>
        </p15:guide>
        <p15:guide id="35" orient="horz" pos="560">
          <p15:clr>
            <a:srgbClr val="F26B43"/>
          </p15:clr>
        </p15:guide>
        <p15:guide id="36" orient="horz" pos="816">
          <p15:clr>
            <a:srgbClr val="F26B43"/>
          </p15:clr>
        </p15:guide>
        <p15:guide id="37" orient="horz" pos="886">
          <p15:clr>
            <a:srgbClr val="F26B43"/>
          </p15:clr>
        </p15:guide>
        <p15:guide id="38" orient="horz" pos="1144">
          <p15:clr>
            <a:srgbClr val="F26B43"/>
          </p15:clr>
        </p15:guide>
        <p15:guide id="39" orient="horz" pos="1212">
          <p15:clr>
            <a:srgbClr val="F26B43"/>
          </p15:clr>
        </p15:guide>
        <p15:guide id="40" orient="horz" pos="1472">
          <p15:clr>
            <a:srgbClr val="F26B43"/>
          </p15:clr>
        </p15:guide>
        <p15:guide id="41" orient="horz" pos="1798">
          <p15:clr>
            <a:srgbClr val="F26B43"/>
          </p15:clr>
        </p15:guide>
        <p15:guide id="42" orient="horz" pos="1864">
          <p15:clr>
            <a:srgbClr val="F26B43"/>
          </p15:clr>
        </p15:guide>
        <p15:guide id="43" orient="horz" pos="2124">
          <p15:clr>
            <a:srgbClr val="F26B43"/>
          </p15:clr>
        </p15:guide>
        <p15:guide id="44" orient="horz" pos="2194">
          <p15:clr>
            <a:srgbClr val="F26B43"/>
          </p15:clr>
        </p15:guide>
        <p15:guide id="45" orient="horz" pos="2450">
          <p15:clr>
            <a:srgbClr val="F26B43"/>
          </p15:clr>
        </p15:guide>
        <p15:guide id="46" orient="horz" pos="2520">
          <p15:clr>
            <a:srgbClr val="F26B43"/>
          </p15:clr>
        </p15:guide>
        <p15:guide id="47" orient="horz" pos="2778">
          <p15:clr>
            <a:srgbClr val="F26B43"/>
          </p15:clr>
        </p15:guide>
        <p15:guide id="48" orient="horz" pos="2846">
          <p15:clr>
            <a:srgbClr val="F26B43"/>
          </p15:clr>
        </p15:guide>
        <p15:guide id="49" orient="horz" pos="3104">
          <p15:clr>
            <a:srgbClr val="F26B43"/>
          </p15:clr>
        </p15:guide>
        <p15:guide id="50" orient="horz" pos="3174">
          <p15:clr>
            <a:srgbClr val="F26B43"/>
          </p15:clr>
        </p15:guide>
        <p15:guide id="51" orient="horz" pos="3432">
          <p15:clr>
            <a:srgbClr val="F26B43"/>
          </p15:clr>
        </p15:guide>
        <p15:guide id="52" orient="horz" pos="3498">
          <p15:clr>
            <a:srgbClr val="F26B43"/>
          </p15:clr>
        </p15:guide>
        <p15:guide id="53" orient="horz" pos="3762">
          <p15:clr>
            <a:srgbClr val="F26B43"/>
          </p15:clr>
        </p15:guide>
        <p15:guide id="54" orient="horz" pos="3830">
          <p15:clr>
            <a:srgbClr val="F26B43"/>
          </p15:clr>
        </p15:guide>
        <p15:guide id="55" orient="horz" pos="1538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5" y="402336"/>
            <a:ext cx="11399691" cy="12953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2336" y="1953895"/>
            <a:ext cx="6606382" cy="398494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94728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2" name="Date Placeholder 71">
            <a:extLst>
              <a:ext uri="{FF2B5EF4-FFF2-40B4-BE49-F238E27FC236}">
                <a16:creationId xmlns:a16="http://schemas.microsoft.com/office/drawing/2014/main" id="{DAB00A56-EB9F-33C3-88B3-D8EB0A54BA4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65850" y="7056786"/>
            <a:ext cx="2743200" cy="161583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>
              <a:defRPr sz="105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9418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3" r:id="rId1"/>
    <p:sldLayoutId id="2147483754" r:id="rId2"/>
    <p:sldLayoutId id="2147483755" r:id="rId3"/>
    <p:sldLayoutId id="2147483756" r:id="rId4"/>
    <p:sldLayoutId id="2147483757" r:id="rId5"/>
    <p:sldLayoutId id="2147483758" r:id="rId6"/>
    <p:sldLayoutId id="2147483759" r:id="rId7"/>
    <p:sldLayoutId id="2147483760" r:id="rId8"/>
    <p:sldLayoutId id="2147483761" r:id="rId9"/>
    <p:sldLayoutId id="2147483762" r:id="rId10"/>
    <p:sldLayoutId id="2147483763" r:id="rId11"/>
    <p:sldLayoutId id="2147483764" r:id="rId12"/>
    <p:sldLayoutId id="2147483765" r:id="rId13"/>
    <p:sldLayoutId id="2147483766" r:id="rId14"/>
    <p:sldLayoutId id="2147483767" r:id="rId15"/>
    <p:sldLayoutId id="2147483827" r:id="rId16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300"/>
        </a:spcBef>
        <a:spcAft>
          <a:spcPts val="12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j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j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600"/>
        </a:spcBef>
        <a:buFont typeface="Georgia" panose="02040502050405020303" pitchFamily="18" charset="0"/>
        <a:buChar char="–"/>
        <a:defRPr sz="1400" kern="1200">
          <a:solidFill>
            <a:schemeClr val="tx1"/>
          </a:solidFill>
          <a:latin typeface="+mj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600"/>
        </a:spcBef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j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52">
          <p15:clr>
            <a:srgbClr val="F26B43"/>
          </p15:clr>
        </p15:guide>
        <p15:guide id="3" pos="252">
          <p15:clr>
            <a:srgbClr val="F26B43"/>
          </p15:clr>
        </p15:guide>
        <p15:guide id="4" pos="7434">
          <p15:clr>
            <a:srgbClr val="F26B43"/>
          </p15:clr>
        </p15:guide>
        <p15:guide id="11" orient="horz" pos="4065">
          <p15:clr>
            <a:srgbClr val="F26B43"/>
          </p15:clr>
        </p15:guide>
        <p15:guide id="12" pos="786">
          <p15:clr>
            <a:srgbClr val="F26B43"/>
          </p15:clr>
        </p15:guide>
        <p15:guide id="13" pos="858">
          <p15:clr>
            <a:srgbClr val="F26B43"/>
          </p15:clr>
        </p15:guide>
        <p15:guide id="14" pos="1391">
          <p15:clr>
            <a:srgbClr val="F26B43"/>
          </p15:clr>
        </p15:guide>
        <p15:guide id="15" pos="1461">
          <p15:clr>
            <a:srgbClr val="F26B43"/>
          </p15:clr>
        </p15:guide>
        <p15:guide id="16" pos="1994">
          <p15:clr>
            <a:srgbClr val="F26B43"/>
          </p15:clr>
        </p15:guide>
        <p15:guide id="17" pos="2067">
          <p15:clr>
            <a:srgbClr val="F26B43"/>
          </p15:clr>
        </p15:guide>
        <p15:guide id="18" pos="2600">
          <p15:clr>
            <a:srgbClr val="F26B43"/>
          </p15:clr>
        </p15:guide>
        <p15:guide id="19" pos="2670">
          <p15:clr>
            <a:srgbClr val="F26B43"/>
          </p15:clr>
        </p15:guide>
        <p15:guide id="20" pos="3204">
          <p15:clr>
            <a:srgbClr val="F26B43"/>
          </p15:clr>
        </p15:guide>
        <p15:guide id="21" pos="3275">
          <p15:clr>
            <a:srgbClr val="F26B43"/>
          </p15:clr>
        </p15:guide>
        <p15:guide id="22" pos="3807">
          <p15:clr>
            <a:srgbClr val="F26B43"/>
          </p15:clr>
        </p15:guide>
        <p15:guide id="23" pos="3879">
          <p15:clr>
            <a:srgbClr val="F26B43"/>
          </p15:clr>
        </p15:guide>
        <p15:guide id="24" pos="4412">
          <p15:clr>
            <a:srgbClr val="F26B43"/>
          </p15:clr>
        </p15:guide>
        <p15:guide id="25" pos="5016">
          <p15:clr>
            <a:srgbClr val="F26B43"/>
          </p15:clr>
        </p15:guide>
        <p15:guide id="26" pos="4484">
          <p15:clr>
            <a:srgbClr val="F26B43"/>
          </p15:clr>
        </p15:guide>
        <p15:guide id="27" pos="5088">
          <p15:clr>
            <a:srgbClr val="F26B43"/>
          </p15:clr>
        </p15:guide>
        <p15:guide id="28" pos="5621">
          <p15:clr>
            <a:srgbClr val="F26B43"/>
          </p15:clr>
        </p15:guide>
        <p15:guide id="29" pos="5693">
          <p15:clr>
            <a:srgbClr val="F26B43"/>
          </p15:clr>
        </p15:guide>
        <p15:guide id="30" pos="6224">
          <p15:clr>
            <a:srgbClr val="F26B43"/>
          </p15:clr>
        </p15:guide>
        <p15:guide id="31" pos="6297">
          <p15:clr>
            <a:srgbClr val="F26B43"/>
          </p15:clr>
        </p15:guide>
        <p15:guide id="32" pos="6828">
          <p15:clr>
            <a:srgbClr val="F26B43"/>
          </p15:clr>
        </p15:guide>
        <p15:guide id="33" pos="6900">
          <p15:clr>
            <a:srgbClr val="F26B43"/>
          </p15:clr>
        </p15:guide>
        <p15:guide id="34" orient="horz" pos="506">
          <p15:clr>
            <a:srgbClr val="F26B43"/>
          </p15:clr>
        </p15:guide>
        <p15:guide id="35" orient="horz" pos="578">
          <p15:clr>
            <a:srgbClr val="F26B43"/>
          </p15:clr>
        </p15:guide>
        <p15:guide id="36" orient="horz" pos="830">
          <p15:clr>
            <a:srgbClr val="F26B43"/>
          </p15:clr>
        </p15:guide>
        <p15:guide id="37" orient="horz" pos="900">
          <p15:clr>
            <a:srgbClr val="F26B43"/>
          </p15:clr>
        </p15:guide>
        <p15:guide id="38" orient="horz" pos="1152">
          <p15:clr>
            <a:srgbClr val="F26B43"/>
          </p15:clr>
        </p15:guide>
        <p15:guide id="39" orient="horz" pos="1226">
          <p15:clr>
            <a:srgbClr val="F26B43"/>
          </p15:clr>
        </p15:guide>
        <p15:guide id="40" orient="horz" pos="1476">
          <p15:clr>
            <a:srgbClr val="F26B43"/>
          </p15:clr>
        </p15:guide>
        <p15:guide id="41" orient="horz" pos="1800">
          <p15:clr>
            <a:srgbClr val="F26B43"/>
          </p15:clr>
        </p15:guide>
        <p15:guide id="42" orient="horz" pos="1872">
          <p15:clr>
            <a:srgbClr val="F26B43"/>
          </p15:clr>
        </p15:guide>
        <p15:guide id="43" orient="horz" pos="2123">
          <p15:clr>
            <a:srgbClr val="F26B43"/>
          </p15:clr>
        </p15:guide>
        <p15:guide id="44" orient="horz" pos="2195">
          <p15:clr>
            <a:srgbClr val="F26B43"/>
          </p15:clr>
        </p15:guide>
        <p15:guide id="45" orient="horz" pos="2447">
          <p15:clr>
            <a:srgbClr val="F26B43"/>
          </p15:clr>
        </p15:guide>
        <p15:guide id="46" orient="horz" pos="2519">
          <p15:clr>
            <a:srgbClr val="F26B43"/>
          </p15:clr>
        </p15:guide>
        <p15:guide id="47" orient="horz" pos="2771">
          <p15:clr>
            <a:srgbClr val="F26B43"/>
          </p15:clr>
        </p15:guide>
        <p15:guide id="48" orient="horz" pos="2843">
          <p15:clr>
            <a:srgbClr val="F26B43"/>
          </p15:clr>
        </p15:guide>
        <p15:guide id="49" orient="horz" pos="3095">
          <p15:clr>
            <a:srgbClr val="F26B43"/>
          </p15:clr>
        </p15:guide>
        <p15:guide id="50" orient="horz" pos="3167">
          <p15:clr>
            <a:srgbClr val="F26B43"/>
          </p15:clr>
        </p15:guide>
        <p15:guide id="51" orient="horz" pos="3417">
          <p15:clr>
            <a:srgbClr val="F26B43"/>
          </p15:clr>
        </p15:guide>
        <p15:guide id="52" orient="horz" pos="3489">
          <p15:clr>
            <a:srgbClr val="F26B43"/>
          </p15:clr>
        </p15:guide>
        <p15:guide id="53" orient="horz" pos="3741">
          <p15:clr>
            <a:srgbClr val="F26B43"/>
          </p15:clr>
        </p15:guide>
        <p15:guide id="54" orient="horz" pos="3813">
          <p15:clr>
            <a:srgbClr val="F26B43"/>
          </p15:clr>
        </p15:guide>
        <p15:guide id="55" orient="horz" pos="1548">
          <p15:clr>
            <a:srgbClr val="F26B43"/>
          </p15:clr>
        </p15:guide>
      </p15:sldGuideLst>
    </p:ext>
  </p:extLst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7" y="402336"/>
            <a:ext cx="5645946" cy="12953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97668" y="1953895"/>
            <a:ext cx="6606382" cy="398494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94728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2" name="Date Placeholder 71">
            <a:extLst>
              <a:ext uri="{FF2B5EF4-FFF2-40B4-BE49-F238E27FC236}">
                <a16:creationId xmlns:a16="http://schemas.microsoft.com/office/drawing/2014/main" id="{DAB00A56-EB9F-33C3-88B3-D8EB0A54BA4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65850" y="7056786"/>
            <a:ext cx="2743200" cy="161583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>
              <a:defRPr sz="105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91665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9" r:id="rId1"/>
    <p:sldLayoutId id="2147483830" r:id="rId2"/>
    <p:sldLayoutId id="2147483831" r:id="rId3"/>
    <p:sldLayoutId id="2147483832" r:id="rId4"/>
    <p:sldLayoutId id="2147483833" r:id="rId5"/>
    <p:sldLayoutId id="2147483834" r:id="rId6"/>
    <p:sldLayoutId id="2147483835" r:id="rId7"/>
    <p:sldLayoutId id="2147483836" r:id="rId8"/>
    <p:sldLayoutId id="2147483837" r:id="rId9"/>
    <p:sldLayoutId id="2147483838" r:id="rId10"/>
    <p:sldLayoutId id="2147483839" r:id="rId11"/>
    <p:sldLayoutId id="2147483840" r:id="rId12"/>
    <p:sldLayoutId id="2147483841" r:id="rId13"/>
    <p:sldLayoutId id="2147483842" r:id="rId14"/>
    <p:sldLayoutId id="2147483843" r:id="rId15"/>
    <p:sldLayoutId id="2147483904" r:id="rId16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300"/>
        </a:spcBef>
        <a:spcAft>
          <a:spcPts val="12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j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j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600"/>
        </a:spcBef>
        <a:buFont typeface="Georgia" panose="02040502050405020303" pitchFamily="18" charset="0"/>
        <a:buChar char="–"/>
        <a:defRPr sz="1400" kern="1200">
          <a:solidFill>
            <a:schemeClr val="tx1"/>
          </a:solidFill>
          <a:latin typeface="+mj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600"/>
        </a:spcBef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j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52">
          <p15:clr>
            <a:srgbClr val="F26B43"/>
          </p15:clr>
        </p15:guide>
        <p15:guide id="3" pos="252">
          <p15:clr>
            <a:srgbClr val="F26B43"/>
          </p15:clr>
        </p15:guide>
        <p15:guide id="4" pos="7434">
          <p15:clr>
            <a:srgbClr val="F26B43"/>
          </p15:clr>
        </p15:guide>
        <p15:guide id="11" orient="horz" pos="4065">
          <p15:clr>
            <a:srgbClr val="F26B43"/>
          </p15:clr>
        </p15:guide>
        <p15:guide id="12" pos="786">
          <p15:clr>
            <a:srgbClr val="F26B43"/>
          </p15:clr>
        </p15:guide>
        <p15:guide id="13" pos="858">
          <p15:clr>
            <a:srgbClr val="F26B43"/>
          </p15:clr>
        </p15:guide>
        <p15:guide id="14" pos="1391">
          <p15:clr>
            <a:srgbClr val="F26B43"/>
          </p15:clr>
        </p15:guide>
        <p15:guide id="15" pos="1461">
          <p15:clr>
            <a:srgbClr val="F26B43"/>
          </p15:clr>
        </p15:guide>
        <p15:guide id="16" pos="1994">
          <p15:clr>
            <a:srgbClr val="F26B43"/>
          </p15:clr>
        </p15:guide>
        <p15:guide id="17" pos="2067">
          <p15:clr>
            <a:srgbClr val="F26B43"/>
          </p15:clr>
        </p15:guide>
        <p15:guide id="18" pos="2600">
          <p15:clr>
            <a:srgbClr val="F26B43"/>
          </p15:clr>
        </p15:guide>
        <p15:guide id="19" pos="2670">
          <p15:clr>
            <a:srgbClr val="F26B43"/>
          </p15:clr>
        </p15:guide>
        <p15:guide id="20" pos="3204">
          <p15:clr>
            <a:srgbClr val="F26B43"/>
          </p15:clr>
        </p15:guide>
        <p15:guide id="21" pos="3275">
          <p15:clr>
            <a:srgbClr val="F26B43"/>
          </p15:clr>
        </p15:guide>
        <p15:guide id="22" pos="3807">
          <p15:clr>
            <a:srgbClr val="F26B43"/>
          </p15:clr>
        </p15:guide>
        <p15:guide id="23" pos="3879">
          <p15:clr>
            <a:srgbClr val="F26B43"/>
          </p15:clr>
        </p15:guide>
        <p15:guide id="24" pos="4412">
          <p15:clr>
            <a:srgbClr val="F26B43"/>
          </p15:clr>
        </p15:guide>
        <p15:guide id="25" pos="5016">
          <p15:clr>
            <a:srgbClr val="F26B43"/>
          </p15:clr>
        </p15:guide>
        <p15:guide id="26" pos="4484">
          <p15:clr>
            <a:srgbClr val="F26B43"/>
          </p15:clr>
        </p15:guide>
        <p15:guide id="27" pos="5088">
          <p15:clr>
            <a:srgbClr val="F26B43"/>
          </p15:clr>
        </p15:guide>
        <p15:guide id="28" pos="5621">
          <p15:clr>
            <a:srgbClr val="F26B43"/>
          </p15:clr>
        </p15:guide>
        <p15:guide id="29" pos="5693">
          <p15:clr>
            <a:srgbClr val="F26B43"/>
          </p15:clr>
        </p15:guide>
        <p15:guide id="30" pos="6224">
          <p15:clr>
            <a:srgbClr val="F26B43"/>
          </p15:clr>
        </p15:guide>
        <p15:guide id="31" pos="6297">
          <p15:clr>
            <a:srgbClr val="F26B43"/>
          </p15:clr>
        </p15:guide>
        <p15:guide id="32" pos="6828">
          <p15:clr>
            <a:srgbClr val="F26B43"/>
          </p15:clr>
        </p15:guide>
        <p15:guide id="33" pos="6900">
          <p15:clr>
            <a:srgbClr val="F26B43"/>
          </p15:clr>
        </p15:guide>
        <p15:guide id="34" orient="horz" pos="506">
          <p15:clr>
            <a:srgbClr val="F26B43"/>
          </p15:clr>
        </p15:guide>
        <p15:guide id="35" orient="horz" pos="578">
          <p15:clr>
            <a:srgbClr val="F26B43"/>
          </p15:clr>
        </p15:guide>
        <p15:guide id="36" orient="horz" pos="830">
          <p15:clr>
            <a:srgbClr val="F26B43"/>
          </p15:clr>
        </p15:guide>
        <p15:guide id="37" orient="horz" pos="900">
          <p15:clr>
            <a:srgbClr val="F26B43"/>
          </p15:clr>
        </p15:guide>
        <p15:guide id="38" orient="horz" pos="1152">
          <p15:clr>
            <a:srgbClr val="F26B43"/>
          </p15:clr>
        </p15:guide>
        <p15:guide id="39" orient="horz" pos="1226">
          <p15:clr>
            <a:srgbClr val="F26B43"/>
          </p15:clr>
        </p15:guide>
        <p15:guide id="40" orient="horz" pos="1476">
          <p15:clr>
            <a:srgbClr val="F26B43"/>
          </p15:clr>
        </p15:guide>
        <p15:guide id="41" orient="horz" pos="1800">
          <p15:clr>
            <a:srgbClr val="F26B43"/>
          </p15:clr>
        </p15:guide>
        <p15:guide id="42" orient="horz" pos="1872">
          <p15:clr>
            <a:srgbClr val="F26B43"/>
          </p15:clr>
        </p15:guide>
        <p15:guide id="43" orient="horz" pos="2123">
          <p15:clr>
            <a:srgbClr val="F26B43"/>
          </p15:clr>
        </p15:guide>
        <p15:guide id="44" orient="horz" pos="2195">
          <p15:clr>
            <a:srgbClr val="F26B43"/>
          </p15:clr>
        </p15:guide>
        <p15:guide id="45" orient="horz" pos="2447">
          <p15:clr>
            <a:srgbClr val="F26B43"/>
          </p15:clr>
        </p15:guide>
        <p15:guide id="46" orient="horz" pos="2519">
          <p15:clr>
            <a:srgbClr val="F26B43"/>
          </p15:clr>
        </p15:guide>
        <p15:guide id="47" orient="horz" pos="2771">
          <p15:clr>
            <a:srgbClr val="F26B43"/>
          </p15:clr>
        </p15:guide>
        <p15:guide id="48" orient="horz" pos="2843">
          <p15:clr>
            <a:srgbClr val="F26B43"/>
          </p15:clr>
        </p15:guide>
        <p15:guide id="49" orient="horz" pos="3095">
          <p15:clr>
            <a:srgbClr val="F26B43"/>
          </p15:clr>
        </p15:guide>
        <p15:guide id="50" orient="horz" pos="3167">
          <p15:clr>
            <a:srgbClr val="F26B43"/>
          </p15:clr>
        </p15:guide>
        <p15:guide id="51" orient="horz" pos="3417">
          <p15:clr>
            <a:srgbClr val="F26B43"/>
          </p15:clr>
        </p15:guide>
        <p15:guide id="52" orient="horz" pos="3489">
          <p15:clr>
            <a:srgbClr val="F26B43"/>
          </p15:clr>
        </p15:guide>
        <p15:guide id="53" orient="horz" pos="3741">
          <p15:clr>
            <a:srgbClr val="F26B43"/>
          </p15:clr>
        </p15:guide>
        <p15:guide id="54" orient="horz" pos="3813">
          <p15:clr>
            <a:srgbClr val="F26B43"/>
          </p15:clr>
        </p15:guide>
        <p15:guide id="55" orient="horz" pos="1548">
          <p15:clr>
            <a:srgbClr val="F26B43"/>
          </p15:clr>
        </p15:guide>
      </p15:sldGuideLst>
    </p:ext>
  </p:extLst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586" y="368301"/>
            <a:ext cx="11453114" cy="9271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68299" y="1924050"/>
            <a:ext cx="6638925" cy="40481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109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68300" y="649109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5491" y="6491091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09669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17" r:id="rId1"/>
    <p:sldLayoutId id="2147483918" r:id="rId2"/>
    <p:sldLayoutId id="2147483919" r:id="rId3"/>
    <p:sldLayoutId id="2147483920" r:id="rId4"/>
    <p:sldLayoutId id="2147483921" r:id="rId5"/>
    <p:sldLayoutId id="2147483922" r:id="rId6"/>
    <p:sldLayoutId id="2147483923" r:id="rId7"/>
    <p:sldLayoutId id="2147483924" r:id="rId8"/>
    <p:sldLayoutId id="2147483925" r:id="rId9"/>
    <p:sldLayoutId id="2147483926" r:id="rId10"/>
    <p:sldLayoutId id="2147483927" r:id="rId11"/>
    <p:sldLayoutId id="2147483928" r:id="rId12"/>
    <p:sldLayoutId id="2147483929" r:id="rId13"/>
    <p:sldLayoutId id="2147483930" r:id="rId14"/>
    <p:sldLayoutId id="2147483931" r:id="rId15"/>
    <p:sldLayoutId id="2147483975" r:id="rId16"/>
    <p:sldLayoutId id="2147483976" r:id="rId17"/>
    <p:sldLayoutId id="2147483977" r:id="rId18"/>
    <p:sldLayoutId id="2147483978" r:id="rId19"/>
    <p:sldLayoutId id="2147483998" r:id="rId20"/>
    <p:sldLayoutId id="2147484045" r:id="rId21"/>
    <p:sldLayoutId id="2147484062" r:id="rId22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600"/>
        </a:spcBef>
        <a:spcAft>
          <a:spcPts val="10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Georgia" panose="02040502050405020303" pitchFamily="18" charset="0"/>
        <a:buChar char="–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Wingdings" panose="05000000000000000000" pitchFamily="2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>
          <p15:clr>
            <a:srgbClr val="F26B43"/>
          </p15:clr>
        </p15:guide>
        <p15:guide id="3" pos="232">
          <p15:clr>
            <a:srgbClr val="F26B43"/>
          </p15:clr>
        </p15:guide>
        <p15:guide id="4" pos="7448">
          <p15:clr>
            <a:srgbClr val="F26B43"/>
          </p15:clr>
        </p15:guide>
        <p15:guide id="11" orient="horz" pos="4088">
          <p15:clr>
            <a:srgbClr val="F26B43"/>
          </p15:clr>
        </p15:guide>
        <p15:guide id="12" pos="778">
          <p15:clr>
            <a:srgbClr val="F26B43"/>
          </p15:clr>
        </p15:guide>
        <p15:guide id="13" pos="840">
          <p15:clr>
            <a:srgbClr val="F26B43"/>
          </p15:clr>
        </p15:guide>
        <p15:guide id="14" pos="1378">
          <p15:clr>
            <a:srgbClr val="F26B43"/>
          </p15:clr>
        </p15:guide>
        <p15:guide id="15" pos="1446">
          <p15:clr>
            <a:srgbClr val="F26B43"/>
          </p15:clr>
        </p15:guide>
        <p15:guide id="16" pos="1986">
          <p15:clr>
            <a:srgbClr val="F26B43"/>
          </p15:clr>
        </p15:guide>
        <p15:guide id="17" pos="2052">
          <p15:clr>
            <a:srgbClr val="F26B43"/>
          </p15:clr>
        </p15:guide>
        <p15:guide id="18" pos="2592">
          <p15:clr>
            <a:srgbClr val="F26B43"/>
          </p15:clr>
        </p15:guide>
        <p15:guide id="19" pos="2662">
          <p15:clr>
            <a:srgbClr val="F26B43"/>
          </p15:clr>
        </p15:guide>
        <p15:guide id="20" pos="3200">
          <p15:clr>
            <a:srgbClr val="F26B43"/>
          </p15:clr>
        </p15:guide>
        <p15:guide id="21" pos="3266">
          <p15:clr>
            <a:srgbClr val="F26B43"/>
          </p15:clr>
        </p15:guide>
        <p15:guide id="22" pos="3806">
          <p15:clr>
            <a:srgbClr val="F26B43"/>
          </p15:clr>
        </p15:guide>
        <p15:guide id="23" pos="3874">
          <p15:clr>
            <a:srgbClr val="F26B43"/>
          </p15:clr>
        </p15:guide>
        <p15:guide id="24" pos="4414">
          <p15:clr>
            <a:srgbClr val="F26B43"/>
          </p15:clr>
        </p15:guide>
        <p15:guide id="25" pos="5018">
          <p15:clr>
            <a:srgbClr val="F26B43"/>
          </p15:clr>
        </p15:guide>
        <p15:guide id="26" pos="4480">
          <p15:clr>
            <a:srgbClr val="F26B43"/>
          </p15:clr>
        </p15:guide>
        <p15:guide id="27" pos="5086">
          <p15:clr>
            <a:srgbClr val="F26B43"/>
          </p15:clr>
        </p15:guide>
        <p15:guide id="28" pos="5626">
          <p15:clr>
            <a:srgbClr val="F26B43"/>
          </p15:clr>
        </p15:guide>
        <p15:guide id="29" pos="5694">
          <p15:clr>
            <a:srgbClr val="F26B43"/>
          </p15:clr>
        </p15:guide>
        <p15:guide id="30" pos="6232">
          <p15:clr>
            <a:srgbClr val="F26B43"/>
          </p15:clr>
        </p15:guide>
        <p15:guide id="31" pos="6300">
          <p15:clr>
            <a:srgbClr val="F26B43"/>
          </p15:clr>
        </p15:guide>
        <p15:guide id="32" pos="6840">
          <p15:clr>
            <a:srgbClr val="F26B43"/>
          </p15:clr>
        </p15:guide>
        <p15:guide id="33" pos="6908">
          <p15:clr>
            <a:srgbClr val="F26B43"/>
          </p15:clr>
        </p15:guide>
        <p15:guide id="34" orient="horz" pos="488">
          <p15:clr>
            <a:srgbClr val="F26B43"/>
          </p15:clr>
        </p15:guide>
        <p15:guide id="35" orient="horz" pos="560">
          <p15:clr>
            <a:srgbClr val="F26B43"/>
          </p15:clr>
        </p15:guide>
        <p15:guide id="36" orient="horz" pos="816">
          <p15:clr>
            <a:srgbClr val="F26B43"/>
          </p15:clr>
        </p15:guide>
        <p15:guide id="37" orient="horz" pos="886">
          <p15:clr>
            <a:srgbClr val="F26B43"/>
          </p15:clr>
        </p15:guide>
        <p15:guide id="38" orient="horz" pos="1144">
          <p15:clr>
            <a:srgbClr val="F26B43"/>
          </p15:clr>
        </p15:guide>
        <p15:guide id="39" orient="horz" pos="1212">
          <p15:clr>
            <a:srgbClr val="F26B43"/>
          </p15:clr>
        </p15:guide>
        <p15:guide id="40" orient="horz" pos="1472">
          <p15:clr>
            <a:srgbClr val="F26B43"/>
          </p15:clr>
        </p15:guide>
        <p15:guide id="41" orient="horz" pos="1798">
          <p15:clr>
            <a:srgbClr val="F26B43"/>
          </p15:clr>
        </p15:guide>
        <p15:guide id="42" orient="horz" pos="1864">
          <p15:clr>
            <a:srgbClr val="F26B43"/>
          </p15:clr>
        </p15:guide>
        <p15:guide id="43" orient="horz" pos="2124">
          <p15:clr>
            <a:srgbClr val="F26B43"/>
          </p15:clr>
        </p15:guide>
        <p15:guide id="44" orient="horz" pos="2194">
          <p15:clr>
            <a:srgbClr val="F26B43"/>
          </p15:clr>
        </p15:guide>
        <p15:guide id="45" orient="horz" pos="2450">
          <p15:clr>
            <a:srgbClr val="F26B43"/>
          </p15:clr>
        </p15:guide>
        <p15:guide id="46" orient="horz" pos="2520">
          <p15:clr>
            <a:srgbClr val="F26B43"/>
          </p15:clr>
        </p15:guide>
        <p15:guide id="47" orient="horz" pos="2778">
          <p15:clr>
            <a:srgbClr val="F26B43"/>
          </p15:clr>
        </p15:guide>
        <p15:guide id="48" orient="horz" pos="2846">
          <p15:clr>
            <a:srgbClr val="F26B43"/>
          </p15:clr>
        </p15:guide>
        <p15:guide id="49" orient="horz" pos="3104">
          <p15:clr>
            <a:srgbClr val="F26B43"/>
          </p15:clr>
        </p15:guide>
        <p15:guide id="50" orient="horz" pos="3174">
          <p15:clr>
            <a:srgbClr val="F26B43"/>
          </p15:clr>
        </p15:guide>
        <p15:guide id="51" orient="horz" pos="3432">
          <p15:clr>
            <a:srgbClr val="F26B43"/>
          </p15:clr>
        </p15:guide>
        <p15:guide id="52" orient="horz" pos="3498">
          <p15:clr>
            <a:srgbClr val="F26B43"/>
          </p15:clr>
        </p15:guide>
        <p15:guide id="53" orient="horz" pos="3762">
          <p15:clr>
            <a:srgbClr val="F26B43"/>
          </p15:clr>
        </p15:guide>
        <p15:guide id="54" orient="horz" pos="3830">
          <p15:clr>
            <a:srgbClr val="F26B43"/>
          </p15:clr>
        </p15:guide>
        <p15:guide id="55" orient="horz" pos="1538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hyperlink" Target="https://www.mckinsey.com/capabilities/quantumblack/our-insights/the-state-of-ai" TargetMode="External"/><Relationship Id="rId3" Type="http://schemas.openxmlformats.org/officeDocument/2006/relationships/hyperlink" Target="https://www.ctee.com.tw/news/20261016700947-430301" TargetMode="External"/><Relationship Id="rId4" Type="http://schemas.openxmlformats.org/officeDocument/2006/relationships/hyperlink" Target="https://udn.com/news/story/7239/9817114" TargetMode="External"/><Relationship Id="rId5" Type="http://schemas.openxmlformats.org/officeDocument/2006/relationships/hyperlink" Target="https://www.veracode.com/press-release/ai-generated-code-poses-major-security-risks-in-nearly-half-of-all-development-tasks-veracode-research-reveals/" TargetMode="External"/><Relationship Id="rId6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hyperlink" Target="https://stackoverflow.co/company/press/archive/stack-overflow-2025-developer-survey/" TargetMode="External"/><Relationship Id="rId3" Type="http://schemas.openxmlformats.org/officeDocument/2006/relationships/hyperlink" Target="https://finance.yahoo.com/news/jpmorgan-engineers-efficiency-jumps-much-190410471.html" TargetMode="External"/><Relationship Id="rId4" Type="http://schemas.openxmlformats.org/officeDocument/2006/relationships/hyperlink" Target="https://www.deloitte.com/global/en/insights/industry/financial-services/financial-services-industry-predictions/2025/ai-and-bank-software-development.html" TargetMode="External"/><Relationship Id="rId5" Type="http://schemas.openxmlformats.org/officeDocument/2006/relationships/hyperlink" Target="https://amp.claimsjournal.com/news/national/2025/11/17/334094.htm" TargetMode="External"/><Relationship Id="rId6" Type="http://schemas.openxmlformats.org/officeDocument/2006/relationships/hyperlink" Target="https://cloud.google.com/blog/products/ai-machine-learning/announcing-the-2025-dora-report" TargetMode="External"/><Relationship Id="rId7" Type="http://schemas.openxmlformats.org/officeDocument/2006/relationships/hyperlink" Target="https://softwareengineeringproductivity.stanford.edu" TargetMode="External"/><Relationship Id="rId8" Type="http://schemas.openxmlformats.org/officeDocument/2006/relationships/hyperlink" Target="https://www.pwc.com/gx/en/ceo-survey/2026/pwc-ceo-survey-2026.pdf" TargetMode="External"/><Relationship Id="rId9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hyperlink" Target="https://economics.mit.edu/sites/default/files/publications/the%20skill%20content%202003.pdf" TargetMode="External"/><Relationship Id="rId3" Type="http://schemas.openxmlformats.org/officeDocument/2006/relationships/hyperlink" Target="https://www.hbs.edu/faculty/Pages/item.aspx?num=64700" TargetMode="External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10.png"/><Relationship Id="rId5" Type="http://schemas.microsoft.com/office/2007/relationships/media" Target="../media/media2.mp4"/><Relationship Id="rId6" Type="http://schemas.openxmlformats.org/officeDocument/2006/relationships/video" Target="../media/media2.mp4"/><Relationship Id="rId7" Type="http://schemas.openxmlformats.org/officeDocument/2006/relationships/image" Target="../media/image11.png"/><Relationship Id="rId8" Type="http://schemas.microsoft.com/office/2007/relationships/media" Target="../media/media3.mp4"/><Relationship Id="rId9" Type="http://schemas.openxmlformats.org/officeDocument/2006/relationships/video" Target="../media/media3.mp4"/><Relationship Id="rId10" Type="http://schemas.openxmlformats.org/officeDocument/2006/relationships/image" Target="../media/image12.png"/><Relationship Id="rId11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2800">
                <a:latin typeface="Georgia"/>
                <a:ea typeface="微軟正黑體"/>
              </a:rPr>
              <a:t>AI 原生開發：</a:t>
            </a:r>
          </a:p>
          <a:p>
            <a:r>
              <a:rPr sz="2800">
                <a:latin typeface="Georgia"/>
                <a:ea typeface="微軟正黑體"/>
              </a:rPr>
              <a:t>做得快，也管得住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1200">
                <a:latin typeface="Georgia"/>
                <a:ea typeface="微軟正黑體"/>
              </a:rPr>
              <a:t>從框架到實務：可重複的流程、內建治理、關鍵決定由人做</a:t>
            </a:r>
          </a:p>
          <a:p>
            <a:r>
              <a:rPr sz="1200">
                <a:latin typeface="Georgia"/>
                <a:ea typeface="微軟正黑體"/>
              </a:rPr>
              <a:t>PwC FSC1｜給保險業的提案｜2026 年 10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一頁看懂：做得快也管得住，從一個場景開始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提案摘要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先做 4–6 週診斷與 6–8 週單一場景試點；達標後，範本、規則與關卡沿用到下一個系統。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411480" y="1691640"/>
            <a:ext cx="3703320" cy="46634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Georgia"/>
                <a:ea typeface="微軟正黑體"/>
              </a:rPr>
              <a:t>1　為什麼是現在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2200378"/>
            <a:ext cx="3703320" cy="173819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Georgia"/>
                <a:ea typeface="微軟正黑體"/>
              </a:rPr>
              <a:t>委外新辦法與 AI 自律規範已上路，AI 產出的最終責任在保險公司；開發流程要拿得出「誰要求、AI 做了什麼、誰核准」的紀錄。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3938570"/>
            <a:ext cx="3703320" cy="33915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95959"/>
                </a:solidFill>
                <a:latin typeface="Georgia"/>
                <a:ea typeface="微軟正黑體"/>
              </a:rPr>
              <a:t>詳見第 3、9 頁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233672" y="1691640"/>
            <a:ext cx="3703320" cy="46634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Georgia"/>
                <a:ea typeface="微軟正黑體"/>
              </a:rPr>
              <a:t>2　為什麼只買工具不夠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4233672" y="2200378"/>
            <a:ext cx="3703320" cy="173819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Georgia"/>
                <a:ea typeface="微軟正黑體"/>
              </a:rPr>
              <a:t>國際研究：AI 讓交付變快，但也更不穩；PwC 調查也顯示，多數 CEO 還沒看到 AI 的財務效益。差別在流程與治理。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233672" y="3938570"/>
            <a:ext cx="3703320" cy="33915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95959"/>
                </a:solidFill>
                <a:latin typeface="Georgia"/>
                <a:ea typeface="微軟正黑體"/>
              </a:rPr>
              <a:t>詳見第 4 頁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8055863" y="1691640"/>
            <a:ext cx="3703320" cy="46634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Georgia"/>
                <a:ea typeface="微軟正黑體"/>
              </a:rPr>
              <a:t>3　為什麼找我們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8055863" y="2200378"/>
            <a:ext cx="3703320" cy="173819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Georgia"/>
                <a:ea typeface="微軟正黑體"/>
              </a:rPr>
              <a:t>FSC1 自己已經用這套流程開發；懂保險業務與法規的 BA 和實作的 IT 同一組人，從貴公司的一個真實需求開始。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8055863" y="3938570"/>
            <a:ext cx="3703320" cy="33915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95959"/>
                </a:solidFill>
                <a:latin typeface="Georgia"/>
                <a:ea typeface="微軟正黑體"/>
              </a:rPr>
              <a:t>詳見第 7、10 頁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411480" y="4489704"/>
            <a:ext cx="91440" cy="1229452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5" name="Rectangle 314"/>
          <p:cNvSpPr/>
          <p:nvPr/>
        </p:nvSpPr>
        <p:spPr>
          <a:xfrm>
            <a:off x="502920" y="4489704"/>
            <a:ext cx="5577840" cy="1229452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請貴公司決定</a:t>
            </a:r>
          </a:p>
          <a:p>
            <a:pPr algn="l">
              <a:spcAft>
                <a:spcPts val="200"/>
              </a:spcAft>
            </a:pPr>
            <a:r>
              <a:rPr sz="1350" b="0">
                <a:solidFill>
                  <a:srgbClr val="000000"/>
                </a:solidFill>
                <a:latin typeface="Georgia"/>
                <a:ea typeface="微軟正黑體"/>
              </a:rPr>
              <a:t>安排一場現場示範，指定 IT 與業務窗口，選出 1–2 個候選場景，啟動準備度診斷。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6217920" y="4489704"/>
            <a:ext cx="5577840" cy="12294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595959"/>
                </a:solidFill>
                <a:latin typeface="Georgia"/>
                <a:ea typeface="微軟正黑體"/>
              </a:rPr>
              <a:t>如果先不做</a:t>
            </a:r>
          </a:p>
          <a:p>
            <a:pPr algn="l">
              <a:spcAft>
                <a:spcPts val="200"/>
              </a:spcAft>
            </a:pPr>
            <a:r>
              <a:rPr sz="1350" b="0">
                <a:solidFill>
                  <a:srgbClr val="000000"/>
                </a:solidFill>
                <a:latin typeface="Georgia"/>
                <a:ea typeface="微軟正黑體"/>
              </a:rPr>
              <a:t>AI 工具照樣在開發團隊擴散，但流程與紀錄沒跟上；等到金檢或內稽時再補紀錄，成本更高、風險更大。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保險公司現在就要把 AI 治理設計進開發流程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面向誰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保險業過半已在用 AI，生成式 AI 快速擴散；但 AI 寫程式時近半選了不安全的寫法，而責任在保險公司。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411480" y="1691640"/>
            <a:ext cx="2756915" cy="42394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全球企業已在用 AI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88%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2963487"/>
            <a:ext cx="2756915" cy="135663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50" b="0">
                <a:solidFill>
                  <a:srgbClr val="000000"/>
                </a:solidFill>
                <a:latin typeface="Georgia"/>
                <a:ea typeface="微軟正黑體"/>
              </a:rPr>
              <a:t>至少一個部門經常使用 AI；一年前是 78%。多數仍停在試點階段。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11480" y="4320124"/>
            <a:ext cx="2756915" cy="4663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來源：</a:t>
            </a:r>
            <a:r>
              <a:rPr sz="950" b="0" u="sng">
                <a:solidFill>
                  <a:srgbClr val="595959"/>
                </a:solidFill>
                <a:latin typeface="Georgia"/>
                <a:ea typeface="微軟正黑體"/>
                <a:hlinkClick r:id="rId2"/>
              </a:rPr>
              <a:t>McKinsey 全球調查 2025（1,993 人）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3287268" y="1691640"/>
            <a:ext cx="2756915" cy="42394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保險業已在用 AI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3287268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53%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3287268" y="2963487"/>
            <a:ext cx="2756915" cy="135663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50" b="0">
                <a:solidFill>
                  <a:srgbClr val="000000"/>
                </a:solidFill>
                <a:latin typeface="Georgia"/>
                <a:ea typeface="微軟正黑體"/>
              </a:rPr>
              <a:t>2024 年是 43%；壽險公司更高達 65%。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3287268" y="4320124"/>
            <a:ext cx="2756915" cy="4663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來源：</a:t>
            </a:r>
            <a:r>
              <a:rPr sz="950" b="0" u="sng">
                <a:solidFill>
                  <a:srgbClr val="595959"/>
                </a:solidFill>
                <a:latin typeface="Georgia"/>
                <a:ea typeface="微軟正黑體"/>
                <a:hlinkClick r:id="rId3"/>
              </a:rPr>
              <a:t>金管會 2026-10 調查（工商時報）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6163055" y="1691640"/>
            <a:ext cx="2756915" cy="42394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生成式 AI 擴散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6163055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76%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6163055" y="2963487"/>
            <a:ext cx="2756915" cy="135663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50" b="0">
                <a:solidFill>
                  <a:srgbClr val="000000"/>
                </a:solidFill>
                <a:latin typeface="Georgia"/>
                <a:ea typeface="微軟正黑體"/>
              </a:rPr>
              <a:t>有用 AI 的金融業者中，已導入生成式 AI 的比例；一年前是 48%。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6163055" y="4320124"/>
            <a:ext cx="2756915" cy="4663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來源：</a:t>
            </a:r>
            <a:r>
              <a:rPr sz="950" b="0" u="sng">
                <a:solidFill>
                  <a:srgbClr val="595959"/>
                </a:solidFill>
                <a:latin typeface="Georgia"/>
                <a:ea typeface="微軟正黑體"/>
                <a:hlinkClick r:id="rId4"/>
              </a:rPr>
              <a:t>金管會 2026-10 調查（聯合報）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9038843" y="1691640"/>
            <a:ext cx="2756915" cy="42394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AI 寫程式的資安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9038843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45%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9038843" y="2963487"/>
            <a:ext cx="2756915" cy="135663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50" b="0">
                <a:solidFill>
                  <a:srgbClr val="000000"/>
                </a:solidFill>
                <a:latin typeface="Georgia"/>
                <a:ea typeface="微軟正黑體"/>
              </a:rPr>
              <a:t>的寫程式任務，AI 選了不安全的寫法。測了 100 多個模型、80 個任務。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9038843" y="4320124"/>
            <a:ext cx="2756915" cy="4663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來源：</a:t>
            </a:r>
            <a:r>
              <a:rPr sz="950" b="0" u="sng">
                <a:solidFill>
                  <a:srgbClr val="595959"/>
                </a:solidFill>
                <a:latin typeface="Georgia"/>
                <a:ea typeface="微軟正黑體"/>
                <a:hlinkClick r:id="rId5"/>
              </a:rPr>
              <a:t>Veracode，2025-07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411480" y="5168022"/>
            <a:ext cx="91440" cy="635923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22" name="Rectangle 321"/>
          <p:cNvSpPr/>
          <p:nvPr/>
        </p:nvSpPr>
        <p:spPr>
          <a:xfrm>
            <a:off x="502920" y="5168022"/>
            <a:ext cx="11292840" cy="63592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Georgia"/>
                <a:ea typeface="微軟正黑體"/>
              </a:rPr>
              <a:t>責任在誰：</a:t>
            </a: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委外新辦法（2025 年底施行）和 AI 自律規範都寫明，AI 產出的最終責任在保險公司。紀錄要設計進流程，不能事後補。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AI 已普及，但交付沒有跟著變好：AI 放大原有的流程與治理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解決什麼問題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AI 已經普及，但多數企業還沒看到財務效益；差別在流程與治理，不在工具。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411480" y="1691640"/>
            <a:ext cx="2777489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開發者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84%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正在使用或計畫使用 AI 工具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2878697"/>
            <a:ext cx="2777489" cy="23741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Georgia"/>
                <a:ea typeface="微軟正黑體"/>
              </a:rPr>
              <a:t>來源：</a:t>
            </a:r>
            <a:r>
              <a:rPr sz="900" b="0" u="sng">
                <a:solidFill>
                  <a:srgbClr val="595959"/>
                </a:solidFill>
                <a:latin typeface="Georgia"/>
                <a:ea typeface="微軟正黑體"/>
                <a:hlinkClick r:id="rId2"/>
              </a:rPr>
              <a:t>Stack Overflow 2025 開發者調查，4.9 萬人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3280410" y="1691640"/>
            <a:ext cx="2777489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JPMorgan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328041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10–20%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工程師生產力提升（公司自述）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3280410" y="2878697"/>
            <a:ext cx="2777489" cy="23741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Georgia"/>
                <a:ea typeface="微軟正黑體"/>
              </a:rPr>
              <a:t>來源：</a:t>
            </a:r>
            <a:r>
              <a:rPr sz="900" b="0" u="sng">
                <a:solidFill>
                  <a:srgbClr val="595959"/>
                </a:solidFill>
                <a:latin typeface="Georgia"/>
                <a:ea typeface="微軟正黑體"/>
                <a:hlinkClick r:id="rId3"/>
              </a:rPr>
              <a:t>Yahoo Finance，2025-03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6149340" y="1691640"/>
            <a:ext cx="2777489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Citi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614934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3 萬名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開發者導入 AI 寫程式助手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6149340" y="2878697"/>
            <a:ext cx="2777489" cy="23741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Georgia"/>
                <a:ea typeface="微軟正黑體"/>
              </a:rPr>
              <a:t>來源：</a:t>
            </a:r>
            <a:r>
              <a:rPr sz="900" b="0" u="sng">
                <a:solidFill>
                  <a:srgbClr val="595959"/>
                </a:solidFill>
                <a:latin typeface="Georgia"/>
                <a:ea typeface="微軟正黑體"/>
                <a:hlinkClick r:id="rId4"/>
              </a:rPr>
              <a:t>Deloitte Insights，2025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9018269" y="1691640"/>
            <a:ext cx="2777489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保險業高階主管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9018269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57%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把生成式 AI 列為 2026 年首要科技投資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9018269" y="2878697"/>
            <a:ext cx="2777489" cy="23741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Georgia"/>
                <a:ea typeface="微軟正黑體"/>
              </a:rPr>
              <a:t>來源：</a:t>
            </a:r>
            <a:r>
              <a:rPr sz="900" b="0" u="sng">
                <a:solidFill>
                  <a:srgbClr val="595959"/>
                </a:solidFill>
                <a:latin typeface="Georgia"/>
                <a:ea typeface="微軟正黑體"/>
                <a:hlinkClick r:id="rId5"/>
              </a:rPr>
              <a:t>PwC 調查（Claims Journal）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411480" y="3217856"/>
            <a:ext cx="3703320" cy="35611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Georgia"/>
                <a:ea typeface="微軟正黑體"/>
              </a:rPr>
              <a:t>交付：快了，但更不穩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411480" y="3616368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微軟正黑體"/>
                <a:ea typeface="微軟正黑體"/>
              </a:rPr>
              <a:t>↑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交付速度變快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411480" y="4252292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微軟正黑體"/>
                <a:ea typeface="微軟正黑體"/>
              </a:rPr>
              <a:t>↓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交付穩定度下降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4233672" y="3217856"/>
            <a:ext cx="3703320" cy="35611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Georgia"/>
                <a:ea typeface="微軟正黑體"/>
              </a:rPr>
              <a:t>舊系統的效益比較小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4233672" y="3616368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FD5108"/>
                </a:solidFill>
                <a:latin typeface="Georgia"/>
                <a:ea typeface="微軟正黑體"/>
              </a:rPr>
              <a:t>35–40%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新寫的簡單功能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4233672" y="4252292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Georgia"/>
                <a:ea typeface="微軟正黑體"/>
              </a:rPr>
              <a:t>≤ 10%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複雜的既有系統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8055863" y="3217856"/>
            <a:ext cx="3703320" cy="356117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Georgia"/>
                <a:ea typeface="微軟正黑體"/>
              </a:rPr>
              <a:t>CEO 怎麼說（PwC 調查）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8055863" y="3616368"/>
            <a:ext cx="3703320" cy="1271847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Georgia"/>
                <a:ea typeface="微軟正黑體"/>
              </a:rPr>
              <a:t>56%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還沒看到 AI 帶來明顯的財務效益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411480" y="5057795"/>
            <a:ext cx="91440" cy="59352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26" name="Rectangle 325"/>
          <p:cNvSpPr/>
          <p:nvPr/>
        </p:nvSpPr>
        <p:spPr>
          <a:xfrm>
            <a:off x="502920" y="5057795"/>
            <a:ext cx="11292840" cy="59352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所以：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效益取決於流程與治理，不取決於買了哪個工具。導入 AI 時，需求、審查、上線與控制方式要一起改，這正是我們協助的部分。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411480" y="5888736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下排來源：</a:t>
            </a:r>
            <a:r>
              <a:rPr sz="950" b="0" u="sng">
                <a:solidFill>
                  <a:srgbClr val="595959"/>
                </a:solidFill>
                <a:latin typeface="Georgia"/>
                <a:ea typeface="微軟正黑體"/>
                <a:hlinkClick r:id="rId6"/>
              </a:rPr>
              <a:t>交付速度與穩定度：Google DORA 2025</a:t>
            </a: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；</a:t>
            </a:r>
            <a:r>
              <a:rPr sz="950" b="0" u="sng">
                <a:solidFill>
                  <a:srgbClr val="595959"/>
                </a:solidFill>
                <a:latin typeface="Georgia"/>
                <a:ea typeface="微軟正黑體"/>
                <a:hlinkClick r:id="rId7"/>
              </a:rPr>
              <a:t>既有系統效益：Stanford 軟體工程生產力研究（經 DORA 2026 引用）</a:t>
            </a: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；</a:t>
            </a:r>
            <a:r>
              <a:rPr sz="950" b="0" u="sng">
                <a:solidFill>
                  <a:srgbClr val="595959"/>
                </a:solidFill>
                <a:latin typeface="Georgia"/>
                <a:ea typeface="微軟正黑體"/>
                <a:hlinkClick r:id="rId8"/>
              </a:rPr>
              <a:t>CEO：PwC 第 29 屆全球 CEO 調查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我們的解法：把開發流程串成循環，用三個機制守住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解決什麼問題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AI 參與每一步；接受需求、核准合併、授權上線等五個關鍵決定，由貴公司指定的人做。</a:t>
            </a:r>
          </a:p>
        </p:txBody>
      </p:sp>
      <p:cxnSp>
        <p:nvCxnSpPr>
          <p:cNvPr id="305" name="Connector 304"/>
          <p:cNvCxnSpPr/>
          <p:nvPr/>
        </p:nvCxnSpPr>
        <p:spPr>
          <a:xfrm>
            <a:off x="2514600" y="2115589"/>
            <a:ext cx="1187840" cy="635923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6" name="Connector 305"/>
          <p:cNvCxnSpPr/>
          <p:nvPr/>
        </p:nvCxnSpPr>
        <p:spPr>
          <a:xfrm>
            <a:off x="3702440" y="2751512"/>
            <a:ext cx="0" cy="1271848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7" name="Connector 306"/>
          <p:cNvCxnSpPr/>
          <p:nvPr/>
        </p:nvCxnSpPr>
        <p:spPr>
          <a:xfrm flipH="1">
            <a:off x="2514600" y="4023360"/>
            <a:ext cx="1187840" cy="635923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8" name="Connector 307"/>
          <p:cNvCxnSpPr/>
          <p:nvPr/>
        </p:nvCxnSpPr>
        <p:spPr>
          <a:xfrm flipH="1" flipV="1">
            <a:off x="1326759" y="4023360"/>
            <a:ext cx="1187841" cy="635923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9" name="Connector 308"/>
          <p:cNvCxnSpPr/>
          <p:nvPr/>
        </p:nvCxnSpPr>
        <p:spPr>
          <a:xfrm flipV="1">
            <a:off x="1326759" y="2751512"/>
            <a:ext cx="0" cy="1271848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0" name="Connector 309"/>
          <p:cNvCxnSpPr/>
          <p:nvPr/>
        </p:nvCxnSpPr>
        <p:spPr>
          <a:xfrm flipV="1">
            <a:off x="1326759" y="2115589"/>
            <a:ext cx="1187841" cy="635923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1" name="Oval 310"/>
          <p:cNvSpPr/>
          <p:nvPr/>
        </p:nvSpPr>
        <p:spPr>
          <a:xfrm>
            <a:off x="1828800" y="2701636"/>
            <a:ext cx="1371600" cy="137160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2" name="Rectangle 311"/>
          <p:cNvSpPr/>
          <p:nvPr/>
        </p:nvSpPr>
        <p:spPr>
          <a:xfrm>
            <a:off x="1828800" y="3048277"/>
            <a:ext cx="137160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AI 協作</a:t>
            </a:r>
          </a:p>
          <a:p>
            <a:pPr algn="ctr"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Georgia"/>
                <a:ea typeface="微軟正黑體"/>
              </a:rPr>
              <a:t>參與每一步</a:t>
            </a:r>
          </a:p>
        </p:txBody>
      </p:sp>
      <p:sp>
        <p:nvSpPr>
          <p:cNvPr id="313" name="Oval 312"/>
          <p:cNvSpPr/>
          <p:nvPr/>
        </p:nvSpPr>
        <p:spPr>
          <a:xfrm>
            <a:off x="2080260" y="1681249"/>
            <a:ext cx="86868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4" name="Rectangle 313"/>
          <p:cNvSpPr/>
          <p:nvPr/>
        </p:nvSpPr>
        <p:spPr>
          <a:xfrm>
            <a:off x="2080260" y="1903614"/>
            <a:ext cx="868680" cy="42394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Georgia"/>
                <a:ea typeface="微軟正黑體"/>
              </a:rPr>
              <a:t>需求分析</a:t>
            </a:r>
          </a:p>
        </p:txBody>
      </p:sp>
      <p:sp>
        <p:nvSpPr>
          <p:cNvPr id="315" name="Oval 314"/>
          <p:cNvSpPr/>
          <p:nvPr/>
        </p:nvSpPr>
        <p:spPr>
          <a:xfrm>
            <a:off x="3268100" y="2317172"/>
            <a:ext cx="86868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6" name="Rectangle 315"/>
          <p:cNvSpPr/>
          <p:nvPr/>
        </p:nvSpPr>
        <p:spPr>
          <a:xfrm>
            <a:off x="3268100" y="2539538"/>
            <a:ext cx="868680" cy="42394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Georgia"/>
                <a:ea typeface="微軟正黑體"/>
              </a:rPr>
              <a:t>SA&amp;D</a:t>
            </a:r>
          </a:p>
        </p:txBody>
      </p:sp>
      <p:sp>
        <p:nvSpPr>
          <p:cNvPr id="317" name="Oval 316"/>
          <p:cNvSpPr/>
          <p:nvPr/>
        </p:nvSpPr>
        <p:spPr>
          <a:xfrm>
            <a:off x="3268100" y="3589020"/>
            <a:ext cx="86868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8" name="Rectangle 317"/>
          <p:cNvSpPr/>
          <p:nvPr/>
        </p:nvSpPr>
        <p:spPr>
          <a:xfrm>
            <a:off x="3268100" y="3811385"/>
            <a:ext cx="868680" cy="42394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Georgia"/>
                <a:ea typeface="微軟正黑體"/>
              </a:rPr>
              <a:t>開發</a:t>
            </a:r>
          </a:p>
        </p:txBody>
      </p:sp>
      <p:sp>
        <p:nvSpPr>
          <p:cNvPr id="319" name="Oval 318"/>
          <p:cNvSpPr/>
          <p:nvPr/>
        </p:nvSpPr>
        <p:spPr>
          <a:xfrm>
            <a:off x="2080260" y="4224943"/>
            <a:ext cx="86868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20" name="Rectangle 319"/>
          <p:cNvSpPr/>
          <p:nvPr/>
        </p:nvSpPr>
        <p:spPr>
          <a:xfrm>
            <a:off x="2080260" y="4447309"/>
            <a:ext cx="868680" cy="42394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Georgia"/>
                <a:ea typeface="微軟正黑體"/>
              </a:rPr>
              <a:t>測試</a:t>
            </a:r>
          </a:p>
        </p:txBody>
      </p:sp>
      <p:sp>
        <p:nvSpPr>
          <p:cNvPr id="321" name="Oval 320"/>
          <p:cNvSpPr/>
          <p:nvPr/>
        </p:nvSpPr>
        <p:spPr>
          <a:xfrm>
            <a:off x="892419" y="3589020"/>
            <a:ext cx="86868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22" name="Rectangle 321"/>
          <p:cNvSpPr/>
          <p:nvPr/>
        </p:nvSpPr>
        <p:spPr>
          <a:xfrm>
            <a:off x="892419" y="3811385"/>
            <a:ext cx="868680" cy="42394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950" b="1">
                <a:solidFill>
                  <a:srgbClr val="000000"/>
                </a:solidFill>
                <a:latin typeface="Georgia"/>
                <a:ea typeface="微軟正黑體"/>
              </a:rPr>
              <a:t>上版／交付</a:t>
            </a:r>
          </a:p>
        </p:txBody>
      </p:sp>
      <p:sp>
        <p:nvSpPr>
          <p:cNvPr id="323" name="Oval 322"/>
          <p:cNvSpPr/>
          <p:nvPr/>
        </p:nvSpPr>
        <p:spPr>
          <a:xfrm>
            <a:off x="892419" y="2317172"/>
            <a:ext cx="868680" cy="868680"/>
          </a:xfrm>
          <a:prstGeom prst="ellipse">
            <a:avLst/>
          </a:prstGeom>
          <a:solidFill>
            <a:srgbClr val="FFE8D4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24" name="Rectangle 323"/>
          <p:cNvSpPr/>
          <p:nvPr/>
        </p:nvSpPr>
        <p:spPr>
          <a:xfrm>
            <a:off x="892419" y="2539538"/>
            <a:ext cx="868680" cy="42394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Georgia"/>
                <a:ea typeface="微軟正黑體"/>
              </a:rPr>
              <a:t>維運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4754880" y="1691640"/>
            <a:ext cx="15636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Georgia"/>
                <a:ea typeface="微軟正黑體"/>
              </a:rPr>
              <a:t>機制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6355080" y="1691640"/>
            <a:ext cx="352958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Georgia"/>
                <a:ea typeface="微軟正黑體"/>
              </a:rPr>
              <a:t>怎麼運作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9921240" y="1691640"/>
            <a:ext cx="1837943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Georgia"/>
                <a:ea typeface="微軟正黑體"/>
              </a:rPr>
              <a:t>解決的問題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4754880" y="2064715"/>
            <a:ext cx="1563624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交接靠檔案</a:t>
            </a:r>
          </a:p>
        </p:txBody>
      </p:sp>
      <p:sp>
        <p:nvSpPr>
          <p:cNvPr id="329" name="Rectangle 328"/>
          <p:cNvSpPr/>
          <p:nvPr/>
        </p:nvSpPr>
        <p:spPr>
          <a:xfrm>
            <a:off x="6355080" y="2064715"/>
            <a:ext cx="3529584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微軟正黑體"/>
                <a:ea typeface="微軟正黑體"/>
              </a:rPr>
              <a:t>需求說明 → 規格 → 實作計畫 → 測試結果 → 核准紀錄，下一步直接接手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9921240" y="2064715"/>
            <a:ext cx="1837943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需求反覆、交接失真</a:t>
            </a:r>
          </a:p>
        </p:txBody>
      </p:sp>
      <p:sp>
        <p:nvSpPr>
          <p:cNvPr id="331" name="Rectangle 330"/>
          <p:cNvSpPr/>
          <p:nvPr/>
        </p:nvSpPr>
        <p:spPr>
          <a:xfrm>
            <a:off x="4754880" y="3014361"/>
            <a:ext cx="1563624" cy="9157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規則自動執行</a:t>
            </a:r>
          </a:p>
        </p:txBody>
      </p:sp>
      <p:sp>
        <p:nvSpPr>
          <p:cNvPr id="332" name="Rectangle 331"/>
          <p:cNvSpPr/>
          <p:nvPr/>
        </p:nvSpPr>
        <p:spPr>
          <a:xfrm>
            <a:off x="6355080" y="3014361"/>
            <a:ext cx="3529584" cy="9157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資安、個資、委外規範寫成 AI 自動套用的規則；必守的事由自動關卡擋下</a:t>
            </a:r>
          </a:p>
        </p:txBody>
      </p:sp>
      <p:sp>
        <p:nvSpPr>
          <p:cNvPr id="333" name="Rectangle 332"/>
          <p:cNvSpPr/>
          <p:nvPr/>
        </p:nvSpPr>
        <p:spPr>
          <a:xfrm>
            <a:off x="9921240" y="3014361"/>
            <a:ext cx="1837943" cy="9157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合規與品質靠個人</a:t>
            </a:r>
          </a:p>
        </p:txBody>
      </p:sp>
      <p:sp>
        <p:nvSpPr>
          <p:cNvPr id="334" name="Rectangle 333"/>
          <p:cNvSpPr/>
          <p:nvPr/>
        </p:nvSpPr>
        <p:spPr>
          <a:xfrm>
            <a:off x="4754880" y="3964007"/>
            <a:ext cx="1563624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關卡有人簽</a:t>
            </a:r>
          </a:p>
        </p:txBody>
      </p:sp>
      <p:sp>
        <p:nvSpPr>
          <p:cNvPr id="335" name="Rectangle 334"/>
          <p:cNvSpPr/>
          <p:nvPr/>
        </p:nvSpPr>
        <p:spPr>
          <a:xfrm>
            <a:off x="6355080" y="3964007"/>
            <a:ext cx="3529584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接受需求、確認規格、核准計畫、核准合併、授權上線，五個決定由指定的人做</a:t>
            </a:r>
          </a:p>
        </p:txBody>
      </p:sp>
      <p:sp>
        <p:nvSpPr>
          <p:cNvPr id="336" name="Rectangle 335"/>
          <p:cNvSpPr/>
          <p:nvPr/>
        </p:nvSpPr>
        <p:spPr>
          <a:xfrm>
            <a:off x="9921240" y="3964007"/>
            <a:ext cx="1837943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怕失控、稽核查不到</a:t>
            </a:r>
          </a:p>
        </p:txBody>
      </p:sp>
      <p:sp>
        <p:nvSpPr>
          <p:cNvPr id="337" name="Rectangle 336"/>
          <p:cNvSpPr/>
          <p:nvPr/>
        </p:nvSpPr>
        <p:spPr>
          <a:xfrm>
            <a:off x="411480" y="5295207"/>
            <a:ext cx="91440" cy="635923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38" name="Rectangle 337"/>
          <p:cNvSpPr/>
          <p:nvPr/>
        </p:nvSpPr>
        <p:spPr>
          <a:xfrm>
            <a:off x="502920" y="5295207"/>
            <a:ext cx="11292840" cy="63592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原則：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AI 可以一路做到正式環境、把上線準備好，但不能自己按下上線。本方法不綁特定 AI 工具，依貴公司政策與合約選定。</a:t>
            </a:r>
          </a:p>
        </p:txBody>
      </p:sp>
      <p:sp>
        <p:nvSpPr>
          <p:cNvPr id="339" name="Rectangle 338"/>
          <p:cNvSpPr/>
          <p:nvPr/>
        </p:nvSpPr>
        <p:spPr>
          <a:xfrm>
            <a:off x="411480" y="5931130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流程整合自 FSC1〈AI 協作開發流程與產出範本〉v3。國際研究也建議用不可略過的檢查點、提交前自動檢查、小批次與版本控制，承接 AI 帶來的審查負擔。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AI 分工：重複、判斷少的先交給 AI；關鍵決定永遠由人做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解決什麼問題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依任務「多常發生 × 需要判斷」分四類；第一個試點場景，優先挑左上角工作多的需求。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51560" y="1734034"/>
            <a:ext cx="3291840" cy="1822981"/>
          </a:xfrm>
          <a:prstGeom prst="rect">
            <a:avLst/>
          </a:prstGeom>
          <a:solidFill>
            <a:srgbClr val="FFE8D4"/>
          </a:solidFill>
          <a:ln w="3810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06" name="Rectangle 305"/>
          <p:cNvSpPr/>
          <p:nvPr/>
        </p:nvSpPr>
        <p:spPr>
          <a:xfrm>
            <a:off x="1161288" y="1801866"/>
            <a:ext cx="3072384" cy="5256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常發生 × 判斷少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AI 先做，人確認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1161288" y="2378437"/>
            <a:ext cx="3072384" cy="111074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欄位清單、Test Case、Test Data、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Unit Test、註解與文件、Release Note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398264" y="1734034"/>
            <a:ext cx="3291840" cy="1822981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09" name="Rectangle 308"/>
          <p:cNvSpPr/>
          <p:nvPr/>
        </p:nvSpPr>
        <p:spPr>
          <a:xfrm>
            <a:off x="4507992" y="1801866"/>
            <a:ext cx="3072384" cy="5256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常發生 × 判斷多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AI 起草，人逐項審查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507992" y="2378437"/>
            <a:ext cx="3072384" cy="111074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程式碼、API 規格、ERD、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Code Review 風險檢查、測試失敗原因分析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1051560" y="3607889"/>
            <a:ext cx="3291840" cy="1822981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2" name="Rectangle 311"/>
          <p:cNvSpPr/>
          <p:nvPr/>
        </p:nvSpPr>
        <p:spPr>
          <a:xfrm>
            <a:off x="1161288" y="3675721"/>
            <a:ext cx="3072384" cy="5256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少發生 × 判斷少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做成範本，重複使用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1161288" y="4252292"/>
            <a:ext cx="3072384" cy="111074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Deploy Guide、User Guide、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Migration Script、部署腳本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4398264" y="3607889"/>
            <a:ext cx="3291840" cy="1822981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5" name="Rectangle 314"/>
          <p:cNvSpPr/>
          <p:nvPr/>
        </p:nvSpPr>
        <p:spPr>
          <a:xfrm>
            <a:off x="4507992" y="3675721"/>
            <a:ext cx="3072384" cy="5256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少發生 × 判斷多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人決定，AI 只提供資料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4507992" y="4252292"/>
            <a:ext cx="3072384" cy="111074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接受需求、架構選型、核准合併、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授權上線、事件處置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3108960" y="1818824"/>
            <a:ext cx="1143000" cy="288285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★ 從這裡開始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411480" y="1734034"/>
            <a:ext cx="594360" cy="1822981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常發生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411480" y="3607889"/>
            <a:ext cx="594360" cy="1822981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少發生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1051560" y="5464786"/>
            <a:ext cx="6638544" cy="25436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595959"/>
                </a:solidFill>
                <a:latin typeface="微軟正黑體"/>
                <a:ea typeface="微軟正黑體"/>
              </a:rPr>
              <a:t>需要判斷：少 ─────────────→ 多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8001000" y="1734034"/>
            <a:ext cx="3794760" cy="42394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Georgia"/>
                <a:ea typeface="微軟正黑體"/>
              </a:rPr>
              <a:t>第一階段：從左上角開始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8001000" y="2157984"/>
            <a:ext cx="3794760" cy="2331720"/>
          </a:xfrm>
          <a:prstGeom prst="rect">
            <a:avLst/>
          </a:prstGeom>
          <a:solidFill>
            <a:srgbClr val="FFE8D4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D5108"/>
                </a:solidFill>
                <a:latin typeface="微軟正黑體"/>
                <a:ea typeface="微軟正黑體"/>
              </a:rPr>
              <a:t>① 先挑左上角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第一個試點，挑這類工作多的需求：AI 先做、人確認，最快看到效果。</a:t>
            </a:r>
          </a:p>
          <a:p>
            <a:pPr algn="l">
              <a:spcAft>
                <a:spcPts val="200"/>
              </a:spcAft>
            </a:pPr>
            <a:r>
              <a:rPr sz="6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350" b="1">
                <a:solidFill>
                  <a:srgbClr val="FD5108"/>
                </a:solidFill>
                <a:latin typeface="微軟正黑體"/>
                <a:ea typeface="微軟正黑體"/>
              </a:rPr>
              <a:t>② 右下角永遠由人決定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接受需求、核准合併、授權上線，就是五個人工關卡（第 5 頁）。</a:t>
            </a:r>
          </a:p>
          <a:p>
            <a:pPr algn="l">
              <a:spcAft>
                <a:spcPts val="200"/>
              </a:spcAft>
            </a:pPr>
            <a:r>
              <a:rPr sz="6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350" b="1">
                <a:solidFill>
                  <a:srgbClr val="FD5108"/>
                </a:solidFill>
                <a:latin typeface="微軟正黑體"/>
                <a:ea typeface="微軟正黑體"/>
              </a:rPr>
              <a:t>③ 依實際專案調整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分類在診斷時，依貴公司的專案與規範確認（第 10 頁）。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8001000" y="4574493"/>
            <a:ext cx="3794760" cy="135663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方法依據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1">
                <a:solidFill>
                  <a:srgbClr val="000000"/>
                </a:solidFill>
                <a:latin typeface="Georgia"/>
                <a:ea typeface="微軟正黑體"/>
              </a:rPr>
              <a:t>橫軸「多常發生」：</a:t>
            </a:r>
            <a:r>
              <a:rPr sz="1000" b="0">
                <a:solidFill>
                  <a:srgbClr val="000000"/>
                </a:solidFill>
                <a:latin typeface="Georgia"/>
                <a:ea typeface="微軟正黑體"/>
              </a:rPr>
              <a:t>MIT 經濟學者的例行／非例行任務分類，例行任務最先被技術取代。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1">
                <a:solidFill>
                  <a:srgbClr val="000000"/>
                </a:solidFill>
                <a:latin typeface="Georgia"/>
                <a:ea typeface="微軟正黑體"/>
              </a:rPr>
              <a:t>縱軸「需要判斷」：</a:t>
            </a:r>
            <a:r>
              <a:rPr sz="1000" b="0">
                <a:solidFill>
                  <a:srgbClr val="000000"/>
                </a:solidFill>
                <a:latin typeface="Georgia"/>
                <a:ea typeface="微軟正黑體"/>
              </a:rPr>
              <a:t>哈佛商學院與 BCG 實驗（758 位顧問）：AI 能力範圍內品質高約 40%；範圍外正確率反降 19 個百分點。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411480" y="5973525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方法來源：</a:t>
            </a:r>
            <a:r>
              <a:rPr sz="950" b="0" u="sng">
                <a:solidFill>
                  <a:srgbClr val="595959"/>
                </a:solidFill>
                <a:latin typeface="Georgia"/>
                <a:ea typeface="微軟正黑體"/>
                <a:hlinkClick r:id="rId2"/>
              </a:rPr>
              <a:t>Autor, Levy &amp; Murnane，Quarterly Journal of Economics，2003</a:t>
            </a: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；</a:t>
            </a:r>
            <a:r>
              <a:rPr sz="950" b="0" u="sng">
                <a:solidFill>
                  <a:srgbClr val="595959"/>
                </a:solidFill>
                <a:latin typeface="Georgia"/>
                <a:ea typeface="微軟正黑體"/>
                <a:hlinkClick r:id="rId3"/>
              </a:rPr>
              <a:t>Dell’Acqua 等，Harvard Business School Working Paper 24-013，2023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示範：再保險系統開發模組，從業務需求到上線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解決什麼問題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以 FSC1 IT 團隊的開發再保系統為例：規則、規格、任務與測試一路相連，每一步都留下文件。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Georgia"/>
                <a:ea typeface="微軟正黑體"/>
              </a:rPr>
              <a:t>待確認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1691640"/>
            <a:ext cx="2203704" cy="35611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1　需求說明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2073194"/>
            <a:ext cx="2203704" cy="2925248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pic>
        <p:nvPicPr>
          <p:cNvPr id="308" name="Picture 307" descr="ste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4725" y="2098631"/>
            <a:ext cx="1977213" cy="2874374"/>
          </a:xfrm>
          <a:prstGeom prst="rect">
            <a:avLst/>
          </a:prstGeom>
        </p:spPr>
      </p:pic>
      <p:sp>
        <p:nvSpPr>
          <p:cNvPr id="309" name="Rectangle 308"/>
          <p:cNvSpPr/>
          <p:nvPr/>
        </p:nvSpPr>
        <p:spPr>
          <a:xfrm>
            <a:off x="411480" y="5040837"/>
            <a:ext cx="2203704" cy="50873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7 條業務規則，含制裁主管覆核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2706624" y="1691640"/>
            <a:ext cx="2203704" cy="35611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2　規格與規範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2706624" y="2073194"/>
            <a:ext cx="2203704" cy="2925248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pic>
        <p:nvPicPr>
          <p:cNvPr id="312" name="Picture 311" descr="step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19869" y="2098631"/>
            <a:ext cx="1977213" cy="2874374"/>
          </a:xfrm>
          <a:prstGeom prst="rect">
            <a:avLst/>
          </a:prstGeom>
        </p:spPr>
      </p:pic>
      <p:sp>
        <p:nvSpPr>
          <p:cNvPr id="313" name="Rectangle 312"/>
          <p:cNvSpPr/>
          <p:nvPr/>
        </p:nvSpPr>
        <p:spPr>
          <a:xfrm>
            <a:off x="2706624" y="5040837"/>
            <a:ext cx="2203704" cy="50873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6 份規格，各有審閱週期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5001768" y="1691640"/>
            <a:ext cx="2203704" cy="35611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3　實作計畫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5001768" y="2073194"/>
            <a:ext cx="2203704" cy="2925248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pic>
        <p:nvPicPr>
          <p:cNvPr id="316" name="Picture 315" descr="step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15013" y="2098631"/>
            <a:ext cx="1977213" cy="2874374"/>
          </a:xfrm>
          <a:prstGeom prst="rect">
            <a:avLst/>
          </a:prstGeom>
        </p:spPr>
      </p:pic>
      <p:sp>
        <p:nvSpPr>
          <p:cNvPr id="317" name="Rectangle 316"/>
          <p:cNvSpPr/>
          <p:nvPr/>
        </p:nvSpPr>
        <p:spPr>
          <a:xfrm>
            <a:off x="5001768" y="5040837"/>
            <a:ext cx="2203704" cy="50873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列清楚驗收場景，最多改 5 個檔案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7296912" y="1691640"/>
            <a:ext cx="2203704" cy="35611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4　程式與測試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7296912" y="2073194"/>
            <a:ext cx="2203704" cy="2925248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pic>
        <p:nvPicPr>
          <p:cNvPr id="320" name="Picture 319" descr="step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10157" y="2098631"/>
            <a:ext cx="1977213" cy="2874374"/>
          </a:xfrm>
          <a:prstGeom prst="rect">
            <a:avLst/>
          </a:prstGeom>
        </p:spPr>
      </p:pic>
      <p:sp>
        <p:nvSpPr>
          <p:cNvPr id="321" name="Rectangle 320"/>
          <p:cNvSpPr/>
          <p:nvPr/>
        </p:nvSpPr>
        <p:spPr>
          <a:xfrm>
            <a:off x="7296912" y="5040837"/>
            <a:ext cx="2203704" cy="50873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10 個測試案例；閘門要求覆蓋率 &gt; 90%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9592056" y="1691640"/>
            <a:ext cx="2203704" cy="35611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5　追溯與紀錄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9592056" y="2073194"/>
            <a:ext cx="2203704" cy="2925248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pic>
        <p:nvPicPr>
          <p:cNvPr id="324" name="Picture 323" descr="step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05301" y="2098631"/>
            <a:ext cx="1977213" cy="2874374"/>
          </a:xfrm>
          <a:prstGeom prst="rect">
            <a:avLst/>
          </a:prstGeom>
        </p:spPr>
      </p:pic>
      <p:sp>
        <p:nvSpPr>
          <p:cNvPr id="325" name="Rectangle 324"/>
          <p:cNvSpPr/>
          <p:nvPr/>
        </p:nvSpPr>
        <p:spPr>
          <a:xfrm>
            <a:off x="9592056" y="5040837"/>
            <a:ext cx="2203704" cy="50873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任務回溯規則代碼，寫入 audit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411480" y="5803946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TASK-000013「金融機構主檔」任務包原文節錄；測試錄影見下一頁。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示範：測試從人工逐項點，變成系統自動跑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解決什麼問題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以前測試靠人照清單一格一格點、一格一格記；現在同樣的檢查由系統自動跑完，過程錄影留存。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Georgia"/>
                <a:ea typeface="微軟正黑體"/>
              </a:rPr>
              <a:t>待確認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1691640"/>
            <a:ext cx="3931920" cy="381554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以前：人工照清單逐項測（示意）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2115589"/>
            <a:ext cx="292607" cy="330680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#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731520" y="2115589"/>
            <a:ext cx="2304288" cy="330680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測試步驟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3063239" y="2115589"/>
            <a:ext cx="521207" cy="330680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結果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3611879" y="2115589"/>
            <a:ext cx="704088" cy="330680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測試人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411480" y="2471706"/>
            <a:ext cx="292607" cy="330680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1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731520" y="2471706"/>
            <a:ext cx="2304288" cy="330680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開啟國家選單，輸入代碼查詢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3063239" y="2471706"/>
            <a:ext cx="521207" cy="330680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☐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3611879" y="2471706"/>
            <a:ext cx="704088" cy="330680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＿＿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411480" y="2827823"/>
            <a:ext cx="292607" cy="3306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2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731520" y="2827823"/>
            <a:ext cx="2304288" cy="3306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新增一筆，故意漏填必填欄位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3063239" y="2827823"/>
            <a:ext cx="521207" cy="3306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☐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3611879" y="2827823"/>
            <a:ext cx="704088" cy="3306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＿＿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411480" y="3183940"/>
            <a:ext cx="292607" cy="330680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3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731520" y="3183940"/>
            <a:ext cx="2304288" cy="330680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確認出現欄位錯誤提示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3063239" y="3183940"/>
            <a:ext cx="521207" cy="330680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☐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3611879" y="3183940"/>
            <a:ext cx="704088" cy="330680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＿＿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411480" y="3540058"/>
            <a:ext cx="292607" cy="3306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4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731520" y="3540058"/>
            <a:ext cx="2304288" cy="3306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新增區域，確認提醒訊息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3063239" y="3540058"/>
            <a:ext cx="521207" cy="3306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☐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3611879" y="3540058"/>
            <a:ext cx="704088" cy="3306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＿＿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411480" y="3896175"/>
            <a:ext cx="292607" cy="330680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5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731520" y="3896175"/>
            <a:ext cx="2304288" cy="330680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查詢結算幣別，核對結果</a:t>
            </a:r>
          </a:p>
        </p:txBody>
      </p:sp>
      <p:sp>
        <p:nvSpPr>
          <p:cNvPr id="329" name="Rectangle 328"/>
          <p:cNvSpPr/>
          <p:nvPr/>
        </p:nvSpPr>
        <p:spPr>
          <a:xfrm>
            <a:off x="3063239" y="3896175"/>
            <a:ext cx="521207" cy="330680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☐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3611879" y="3896175"/>
            <a:ext cx="704088" cy="330680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＿＿</a:t>
            </a:r>
          </a:p>
        </p:txBody>
      </p:sp>
      <p:sp>
        <p:nvSpPr>
          <p:cNvPr id="331" name="Rectangle 330"/>
          <p:cNvSpPr/>
          <p:nvPr/>
        </p:nvSpPr>
        <p:spPr>
          <a:xfrm>
            <a:off x="411480" y="4252292"/>
            <a:ext cx="292607" cy="3306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6</a:t>
            </a:r>
          </a:p>
        </p:txBody>
      </p:sp>
      <p:sp>
        <p:nvSpPr>
          <p:cNvPr id="332" name="Rectangle 331"/>
          <p:cNvSpPr/>
          <p:nvPr/>
        </p:nvSpPr>
        <p:spPr>
          <a:xfrm>
            <a:off x="731520" y="4252292"/>
            <a:ext cx="2304288" cy="3306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截圖貼進測試報告</a:t>
            </a:r>
          </a:p>
        </p:txBody>
      </p:sp>
      <p:sp>
        <p:nvSpPr>
          <p:cNvPr id="333" name="Rectangle 332"/>
          <p:cNvSpPr/>
          <p:nvPr/>
        </p:nvSpPr>
        <p:spPr>
          <a:xfrm>
            <a:off x="3063239" y="4252292"/>
            <a:ext cx="521207" cy="3306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☐</a:t>
            </a:r>
          </a:p>
        </p:txBody>
      </p:sp>
      <p:sp>
        <p:nvSpPr>
          <p:cNvPr id="334" name="Rectangle 333"/>
          <p:cNvSpPr/>
          <p:nvPr/>
        </p:nvSpPr>
        <p:spPr>
          <a:xfrm>
            <a:off x="3611879" y="4252292"/>
            <a:ext cx="704088" cy="3306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＿＿</a:t>
            </a:r>
          </a:p>
        </p:txBody>
      </p:sp>
      <p:sp>
        <p:nvSpPr>
          <p:cNvPr id="335" name="Rectangle 334"/>
          <p:cNvSpPr/>
          <p:nvPr/>
        </p:nvSpPr>
        <p:spPr>
          <a:xfrm>
            <a:off x="411480" y="4659283"/>
            <a:ext cx="3931920" cy="61048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每次改版都要重來一次：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人工點、人工記、人工截圖；改得越多，測得越少。</a:t>
            </a:r>
          </a:p>
        </p:txBody>
      </p:sp>
      <p:sp>
        <p:nvSpPr>
          <p:cNvPr id="336" name="Rectangle 335"/>
          <p:cNvSpPr/>
          <p:nvPr/>
        </p:nvSpPr>
        <p:spPr>
          <a:xfrm>
            <a:off x="4526280" y="1691640"/>
            <a:ext cx="7269480" cy="38155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現在：系統自動跑畫面測試（點擊播放）</a:t>
            </a:r>
          </a:p>
        </p:txBody>
      </p:sp>
      <p:pic>
        <p:nvPicPr>
          <p:cNvPr id="337" name="video_countries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4526280" y="2115589"/>
            <a:ext cx="4572000" cy="2571750"/>
          </a:xfrm>
          <a:prstGeom prst="rect">
            <a:avLst/>
          </a:prstGeom>
        </p:spPr>
      </p:pic>
      <p:sp>
        <p:nvSpPr>
          <p:cNvPr id="338" name="Rectangle 337"/>
          <p:cNvSpPr/>
          <p:nvPr/>
        </p:nvSpPr>
        <p:spPr>
          <a:xfrm>
            <a:off x="4526280" y="4712776"/>
            <a:ext cx="4572000" cy="25436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▶ 國家選單：查詢、新增、欄位檢核</a:t>
            </a:r>
          </a:p>
        </p:txBody>
      </p:sp>
      <p:pic>
        <p:nvPicPr>
          <p:cNvPr id="339" name="video_regions.mp4">
            <a:hlinkClick r:id="" action="ppaction://media"/>
          </p:cNvPr>
          <p:cNvPicPr>
            <a:picLocks noChangeAspect="1"/>
          </p:cNvPicPr>
          <p:nvPr>
            <a:vide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9235440" y="2115589"/>
            <a:ext cx="2286000" cy="1285875"/>
          </a:xfrm>
          <a:prstGeom prst="rect">
            <a:avLst/>
          </a:prstGeom>
        </p:spPr>
      </p:pic>
      <p:sp>
        <p:nvSpPr>
          <p:cNvPr id="340" name="Rectangle 339"/>
          <p:cNvSpPr/>
          <p:nvPr/>
        </p:nvSpPr>
        <p:spPr>
          <a:xfrm>
            <a:off x="9235440" y="3426901"/>
            <a:ext cx="2286000" cy="25436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595959"/>
                </a:solidFill>
                <a:latin typeface="Georgia"/>
                <a:ea typeface="微軟正黑體"/>
              </a:rPr>
              <a:t>▶ 區域選單：新增與提醒</a:t>
            </a:r>
          </a:p>
        </p:txBody>
      </p:sp>
      <p:pic>
        <p:nvPicPr>
          <p:cNvPr id="341" name="video_currencies.mp4">
            <a:hlinkClick r:id="" action="ppaction://media"/>
          </p:cNvPr>
          <p:cNvPicPr>
            <a:picLocks noChangeAspect="1"/>
          </p:cNvPicPr>
          <p:nvPr>
            <a:videoFile r:link="rId9"/>
            <p:extLst>
              <p:ext uri="{DAA4B4D4-6D71-4841-9C94-3DE7FCFB9230}">
                <p14:media xmlns:p14="http://schemas.microsoft.com/office/powerpoint/2010/main" r:embed="rId8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9235440" y="3701158"/>
            <a:ext cx="2286000" cy="1285875"/>
          </a:xfrm>
          <a:prstGeom prst="rect">
            <a:avLst/>
          </a:prstGeom>
        </p:spPr>
      </p:pic>
      <p:sp>
        <p:nvSpPr>
          <p:cNvPr id="342" name="Rectangle 341"/>
          <p:cNvSpPr/>
          <p:nvPr/>
        </p:nvSpPr>
        <p:spPr>
          <a:xfrm>
            <a:off x="9235440" y="5012470"/>
            <a:ext cx="2286000" cy="25436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595959"/>
                </a:solidFill>
                <a:latin typeface="Georgia"/>
                <a:ea typeface="微軟正黑體"/>
              </a:rPr>
              <a:t>▶ 結算幣別選單：查詢結果</a:t>
            </a:r>
          </a:p>
        </p:txBody>
      </p:sp>
      <p:sp>
        <p:nvSpPr>
          <p:cNvPr id="343" name="Rectangle 342"/>
          <p:cNvSpPr/>
          <p:nvPr/>
        </p:nvSpPr>
        <p:spPr>
          <a:xfrm>
            <a:off x="411480" y="5337602"/>
            <a:ext cx="91440" cy="525696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44" name="Rectangle 343"/>
          <p:cNvSpPr/>
          <p:nvPr/>
        </p:nvSpPr>
        <p:spPr>
          <a:xfrm>
            <a:off x="502920" y="5337602"/>
            <a:ext cx="11292840" cy="525696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差別：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同樣的檢查，系統每次改版都自動重跑一遍，結果與錄影自動留存；人只看沒通過的項目。</a:t>
            </a:r>
          </a:p>
        </p:txBody>
      </p:sp>
      <p:sp>
        <p:nvSpPr>
          <p:cNvPr id="345" name="Rectangle 344"/>
          <p:cNvSpPr/>
          <p:nvPr/>
        </p:nvSpPr>
        <p:spPr>
          <a:xfrm>
            <a:off x="411480" y="5905693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左側為人工測試清單的示意，待 IT 提供實際的人工測試紀錄；右側為同一系統自動執行畫面測試的錄影（測試資料）。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37"/>
                </p:tgtEl>
              </p:cMediaNode>
            </p:video>
            <p:video>
              <p:cMediaNode vol="80000">
                <p:cTn id="3" fill="hold" display="0">
                  <p:stCondLst>
                    <p:cond delay="indefinite"/>
                  </p:stCondLst>
                </p:cTn>
                <p:tgtEl>
                  <p:spTgt spid="339"/>
                </p:tgtEl>
              </p:cMediaNode>
            </p:video>
            <p:video>
              <p:cMediaNode vol="80000">
                <p:cTn id="4" fill="hold" display="0">
                  <p:stCondLst>
                    <p:cond delay="indefinite"/>
                  </p:stCondLst>
                </p:cTn>
                <p:tgtEl>
                  <p:spTgt spid="341"/>
                </p:tgtEl>
              </p:cMediaNode>
            </p:video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價值與治理：做得快的地方量得到，管得住的地方查得到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帶來什麼價值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左邊四項讓交付變快、各用一個指標驗收；右邊五題是金檢與內稽一定會問的，各有做法、也留得下紀錄。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建議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1691640"/>
            <a:ext cx="5577840" cy="35611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微軟正黑體"/>
                <a:ea typeface="微軟正黑體"/>
              </a:rPr>
              <a:t>做得快：痛點 → 做法 → 驗收指標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2090152"/>
            <a:ext cx="1472184" cy="305243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Georgia"/>
                <a:ea typeface="微軟正黑體"/>
              </a:rPr>
              <a:t>痛點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1920240" y="2090152"/>
            <a:ext cx="2523744" cy="305243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Georgia"/>
                <a:ea typeface="微軟正黑體"/>
              </a:rPr>
              <a:t>做法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4480560" y="2090152"/>
            <a:ext cx="1472184" cy="305243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Georgia"/>
                <a:ea typeface="微軟正黑體"/>
              </a:rPr>
              <a:t>指標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11480" y="2429311"/>
            <a:ext cx="1472184" cy="64440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需求來回很多輪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1920240" y="2429311"/>
            <a:ext cx="2523744" cy="64440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AI 快速做出原型，業務當場確認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4480560" y="2429311"/>
            <a:ext cx="1472184" cy="64440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需求定稿時間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411480" y="3107629"/>
            <a:ext cx="1472184" cy="6444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審查排隊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1920240" y="3107629"/>
            <a:ext cx="2523744" cy="6444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AI 先審，人只判斷風險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4480560" y="3107629"/>
            <a:ext cx="1472184" cy="6444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審查等待、返工次數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411480" y="3785948"/>
            <a:ext cx="1472184" cy="64440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上線出錯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1920240" y="3785948"/>
            <a:ext cx="2523744" cy="64440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每次改動都自動測試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4480560" y="3785948"/>
            <a:ext cx="1472184" cy="64440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變更失敗率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411480" y="4464267"/>
            <a:ext cx="1472184" cy="6444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交付難預期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1920240" y="4464267"/>
            <a:ext cx="2523744" cy="6444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每階段交出檔案，進度看得到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4480560" y="4464267"/>
            <a:ext cx="1472184" cy="6444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交付時間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6172200" y="1691640"/>
            <a:ext cx="5623560" cy="356117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微軟正黑體"/>
                <a:ea typeface="微軟正黑體"/>
              </a:rPr>
              <a:t>管得住：金檢會問 → 做法 → 留下的紀錄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6172200" y="2090152"/>
            <a:ext cx="1655064" cy="305243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金檢會問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7863840" y="2090152"/>
            <a:ext cx="2615184" cy="305243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做法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10515600" y="2090152"/>
            <a:ext cx="1243584" cy="305243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留下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6172200" y="2429311"/>
            <a:ext cx="1655064" cy="50873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AI 工具有納管嗎？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7863840" y="2429311"/>
            <a:ext cx="2615184" cy="50873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診斷時判斷是否屬委外，登錄 AI 清冊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10515600" y="2429311"/>
            <a:ext cx="1243584" cy="50873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AI 清冊</a:t>
            </a:r>
          </a:p>
        </p:txBody>
      </p:sp>
      <p:sp>
        <p:nvSpPr>
          <p:cNvPr id="329" name="Rectangle 328"/>
          <p:cNvSpPr/>
          <p:nvPr/>
        </p:nvSpPr>
        <p:spPr>
          <a:xfrm>
            <a:off x="6172200" y="2971966"/>
            <a:ext cx="1655064" cy="50873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個資會進到 AI 嗎？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7863840" y="2971966"/>
            <a:ext cx="2615184" cy="50873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資料分級，機密檔 AI 讀不到；試點用假資料</a:t>
            </a:r>
          </a:p>
        </p:txBody>
      </p:sp>
      <p:sp>
        <p:nvSpPr>
          <p:cNvPr id="331" name="Rectangle 330"/>
          <p:cNvSpPr/>
          <p:nvPr/>
        </p:nvSpPr>
        <p:spPr>
          <a:xfrm>
            <a:off x="10515600" y="2971966"/>
            <a:ext cx="1243584" cy="50873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設定與存取紀錄</a:t>
            </a:r>
          </a:p>
        </p:txBody>
      </p:sp>
      <p:sp>
        <p:nvSpPr>
          <p:cNvPr id="332" name="Rectangle 331"/>
          <p:cNvSpPr/>
          <p:nvPr/>
        </p:nvSpPr>
        <p:spPr>
          <a:xfrm>
            <a:off x="6172200" y="3514621"/>
            <a:ext cx="1655064" cy="50873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上線是誰核准的？</a:t>
            </a:r>
          </a:p>
        </p:txBody>
      </p:sp>
      <p:sp>
        <p:nvSpPr>
          <p:cNvPr id="333" name="Rectangle 332"/>
          <p:cNvSpPr/>
          <p:nvPr/>
        </p:nvSpPr>
        <p:spPr>
          <a:xfrm>
            <a:off x="7863840" y="3514621"/>
            <a:ext cx="2615184" cy="50873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指定的人核准；AI 不能核准自己寫的程式</a:t>
            </a:r>
          </a:p>
        </p:txBody>
      </p:sp>
      <p:sp>
        <p:nvSpPr>
          <p:cNvPr id="334" name="Rectangle 333"/>
          <p:cNvSpPr/>
          <p:nvPr/>
        </p:nvSpPr>
        <p:spPr>
          <a:xfrm>
            <a:off x="10515600" y="3514621"/>
            <a:ext cx="1243584" cy="50873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核准紀錄</a:t>
            </a:r>
          </a:p>
        </p:txBody>
      </p:sp>
      <p:sp>
        <p:nvSpPr>
          <p:cNvPr id="335" name="Rectangle 334"/>
          <p:cNvSpPr/>
          <p:nvPr/>
        </p:nvSpPr>
        <p:spPr>
          <a:xfrm>
            <a:off x="6172200" y="4057275"/>
            <a:ext cx="1655064" cy="50873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出事能退回嗎？</a:t>
            </a:r>
          </a:p>
        </p:txBody>
      </p:sp>
      <p:sp>
        <p:nvSpPr>
          <p:cNvPr id="336" name="Rectangle 335"/>
          <p:cNvSpPr/>
          <p:nvPr/>
        </p:nvSpPr>
        <p:spPr>
          <a:xfrm>
            <a:off x="7863840" y="4057275"/>
            <a:ext cx="2615184" cy="50873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退版先演練；AI 建議，人決定</a:t>
            </a:r>
          </a:p>
        </p:txBody>
      </p:sp>
      <p:sp>
        <p:nvSpPr>
          <p:cNvPr id="337" name="Rectangle 336"/>
          <p:cNvSpPr/>
          <p:nvPr/>
        </p:nvSpPr>
        <p:spPr>
          <a:xfrm>
            <a:off x="10515600" y="4057275"/>
            <a:ext cx="1243584" cy="50873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演練紀錄</a:t>
            </a:r>
          </a:p>
        </p:txBody>
      </p:sp>
      <p:sp>
        <p:nvSpPr>
          <p:cNvPr id="338" name="Rectangle 337"/>
          <p:cNvSpPr/>
          <p:nvPr/>
        </p:nvSpPr>
        <p:spPr>
          <a:xfrm>
            <a:off x="6172200" y="4599930"/>
            <a:ext cx="1655064" cy="50873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事後查得到嗎？</a:t>
            </a:r>
          </a:p>
        </p:txBody>
      </p:sp>
      <p:sp>
        <p:nvSpPr>
          <p:cNvPr id="339" name="Rectangle 338"/>
          <p:cNvSpPr/>
          <p:nvPr/>
        </p:nvSpPr>
        <p:spPr>
          <a:xfrm>
            <a:off x="7863840" y="4599930"/>
            <a:ext cx="2615184" cy="50873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需求、規格、計畫、測試結果都存版本</a:t>
            </a:r>
          </a:p>
        </p:txBody>
      </p:sp>
      <p:sp>
        <p:nvSpPr>
          <p:cNvPr id="340" name="Rectangle 339"/>
          <p:cNvSpPr/>
          <p:nvPr/>
        </p:nvSpPr>
        <p:spPr>
          <a:xfrm>
            <a:off x="10515600" y="4599930"/>
            <a:ext cx="1243584" cy="50873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完整文件軌跡</a:t>
            </a:r>
          </a:p>
        </p:txBody>
      </p:sp>
      <p:sp>
        <p:nvSpPr>
          <p:cNvPr id="341" name="Rectangle 340"/>
          <p:cNvSpPr/>
          <p:nvPr/>
        </p:nvSpPr>
        <p:spPr>
          <a:xfrm>
            <a:off x="411480" y="5295207"/>
            <a:ext cx="91440" cy="525696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42" name="Rectangle 341"/>
          <p:cNvSpPr/>
          <p:nvPr/>
        </p:nvSpPr>
        <p:spPr>
          <a:xfrm>
            <a:off x="502920" y="5295207"/>
            <a:ext cx="11292840" cy="525696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一句話：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AI 的使用，從難以稽核的個人行為，變成有指標、有紀錄的流程。效益不先承諾數字，試點前先量基準、訂合格線。</a:t>
            </a:r>
          </a:p>
        </p:txBody>
      </p:sp>
      <p:sp>
        <p:nvSpPr>
          <p:cNvPr id="343" name="Rectangle 342"/>
          <p:cNvSpPr/>
          <p:nvPr/>
        </p:nvSpPr>
        <p:spPr>
          <a:xfrm>
            <a:off x="411480" y="5931130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；回收期參考：需要大量治理的大型企業導入，12–18 個月屬可接受（DORA 2026）。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買到什麼、為什麼選我們：先診斷，再做一個場景的試點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帶來什麼價值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956462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固定範圍、固定價格，成功標準在試點前講好、達標才擴大；同一組 BA 與 IT 從診斷做到試點。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05840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建議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A1A8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A1A8B3"/>
                </a:solidFill>
                <a:latin typeface="Georgia"/>
                <a:ea typeface="微軟正黑體"/>
              </a:rPr>
              <a:t>示意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1691640"/>
            <a:ext cx="3794760" cy="42394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Georgia"/>
                <a:ea typeface="微軟正黑體"/>
              </a:rPr>
              <a:t>準備度診斷</a:t>
            </a:r>
            <a:r>
              <a:rPr sz="1100" b="0">
                <a:solidFill>
                  <a:srgbClr val="FFFFFF"/>
                </a:solidFill>
                <a:latin typeface="Georgia"/>
                <a:ea typeface="微軟正黑體"/>
              </a:rPr>
              <a:t>　約 4–6 週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11480" y="2157984"/>
            <a:ext cx="3794760" cy="72071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・盤點現況與卡點、法規檢查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・挑出第一個場景、訂成功標準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411480" y="2921092"/>
            <a:ext cx="3794760" cy="59352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交付：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瓶頸地圖、法規檢查結果、場景建議、導入藍圖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343400" y="1691640"/>
            <a:ext cx="3794760" cy="423949"/>
          </a:xfrm>
          <a:prstGeom prst="rect">
            <a:avLst/>
          </a:prstGeom>
          <a:solidFill>
            <a:srgbClr val="FE7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Georgia"/>
                <a:ea typeface="微軟正黑體"/>
              </a:rPr>
              <a:t>一個場景的試點</a:t>
            </a:r>
            <a:r>
              <a:rPr sz="1100" b="0">
                <a:solidFill>
                  <a:srgbClr val="FFFFFF"/>
                </a:solidFill>
                <a:latin typeface="Georgia"/>
                <a:ea typeface="微軟正黑體"/>
              </a:rPr>
              <a:t>　約 6–8 週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4343400" y="2157984"/>
            <a:ext cx="3794760" cy="72071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・用一個真實需求走完循環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・建立範本、規則與關卡，同步教會各角色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4343400" y="2921092"/>
            <a:ext cx="3794760" cy="59352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交付：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完成的試點、範本與規則、教材、成效報告</a:t>
            </a:r>
          </a:p>
        </p:txBody>
      </p:sp>
      <p:sp>
        <p:nvSpPr>
          <p:cNvPr id="313" name="Right Arrow 312"/>
          <p:cNvSpPr/>
          <p:nvPr/>
        </p:nvSpPr>
        <p:spPr>
          <a:xfrm>
            <a:off x="4224528" y="1776429"/>
            <a:ext cx="100584" cy="254369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Rectangle 313"/>
          <p:cNvSpPr/>
          <p:nvPr/>
        </p:nvSpPr>
        <p:spPr>
          <a:xfrm>
            <a:off x="8275320" y="1691640"/>
            <a:ext cx="3520440" cy="423949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成功標準（試點前講好）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8275320" y="2157984"/>
            <a:ext cx="3520440" cy="135663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・需求定稿時間、第一次審查等待時間、返工次數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・核准紀錄完整（必要條件）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・合格線依診斷期基準約定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達標擴大；未達標檢討後再試或停止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411480" y="3684200"/>
            <a:ext cx="11384280" cy="35611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為什麼選我們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411480" y="4082712"/>
            <a:ext cx="2777489" cy="110226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Georgia"/>
                <a:ea typeface="微軟正黑體"/>
              </a:rPr>
              <a:t>已經在用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FSC1 自己的開發流程已經這樣運作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證據：再保系統示範（第 7 頁）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3280410" y="4082712"/>
            <a:ext cx="2777489" cy="110226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Georgia"/>
                <a:ea typeface="微軟正黑體"/>
              </a:rPr>
              <a:t>在地法規內建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委外、雲端、AI 自律規範對應到開發的每一步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證據：法規清單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6149340" y="4082712"/>
            <a:ext cx="2777489" cy="110226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Georgia"/>
                <a:ea typeface="微軟正黑體"/>
              </a:rPr>
              <a:t>懂保險業務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BA 懂保險業務與法規；場景直接選理賠、核保、再保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證據：FSC1 開發的再保系統（第 7 頁）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9018269" y="4082712"/>
            <a:ext cx="2777489" cy="110226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Georgia"/>
                <a:ea typeface="微軟正黑體"/>
              </a:rPr>
              <a:t>可稽核的人工關卡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誰核准都查得到；寫程式的 AI 不能核准自己的程式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證據：關卡設計（第 5 頁）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411480" y="5312165"/>
            <a:ext cx="91440" cy="46634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22" name="Rectangle 321"/>
          <p:cNvSpPr/>
          <p:nvPr/>
        </p:nvSpPr>
        <p:spPr>
          <a:xfrm>
            <a:off x="502920" y="5312165"/>
            <a:ext cx="11292840" cy="466344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貴公司需配合：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IT 與業務窗口、一個真實需求與團隊、測試環境、AI 工具的合約或內部核准。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411480" y="5905693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國際方案多以預建代理與藍圖為主。擴大階段、工具包授權與駐點支援可依需求討論。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如何開始：先看現場示範，再挑一個開發場景或業務痛點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下一步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三個步驟開始；請貴公司先指定窗口，並給我們一份想做的需求清單。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A1A8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A1A8B3"/>
                </a:solidFill>
                <a:latin typeface="Georgia"/>
                <a:ea typeface="微軟正黑體"/>
              </a:rPr>
              <a:t>示意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1691640"/>
            <a:ext cx="2743200" cy="59352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Georgia"/>
                <a:ea typeface="微軟正黑體"/>
              </a:rPr>
              <a:t>0　準備度診斷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Georgia"/>
                <a:ea typeface="微軟正黑體"/>
              </a:rPr>
              <a:t>約 4–6 週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2327563"/>
            <a:ext cx="2743200" cy="42394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進下一步：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選定場景與成功標準</a:t>
            </a:r>
          </a:p>
        </p:txBody>
      </p:sp>
      <p:sp>
        <p:nvSpPr>
          <p:cNvPr id="308" name="Right Arrow 307"/>
          <p:cNvSpPr/>
          <p:nvPr/>
        </p:nvSpPr>
        <p:spPr>
          <a:xfrm>
            <a:off x="3154680" y="1844261"/>
            <a:ext cx="128016" cy="254369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Rectangle 308"/>
          <p:cNvSpPr/>
          <p:nvPr/>
        </p:nvSpPr>
        <p:spPr>
          <a:xfrm>
            <a:off x="3282696" y="1691640"/>
            <a:ext cx="2743200" cy="59352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Georgia"/>
                <a:ea typeface="微軟正黑體"/>
              </a:rPr>
              <a:t>1　場景試點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Georgia"/>
                <a:ea typeface="微軟正黑體"/>
              </a:rPr>
              <a:t>約 6–8 週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3282696" y="2327563"/>
            <a:ext cx="2743200" cy="42394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進下一步：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指標達到合格線</a:t>
            </a:r>
          </a:p>
        </p:txBody>
      </p:sp>
      <p:sp>
        <p:nvSpPr>
          <p:cNvPr id="311" name="Right Arrow 310"/>
          <p:cNvSpPr/>
          <p:nvPr/>
        </p:nvSpPr>
        <p:spPr>
          <a:xfrm>
            <a:off x="6025896" y="1844261"/>
            <a:ext cx="128016" cy="254369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Rectangle 311"/>
          <p:cNvSpPr/>
          <p:nvPr/>
        </p:nvSpPr>
        <p:spPr>
          <a:xfrm>
            <a:off x="6153912" y="1691640"/>
            <a:ext cx="2743200" cy="593528"/>
          </a:xfrm>
          <a:prstGeom prst="rect">
            <a:avLst/>
          </a:prstGeom>
          <a:solidFill>
            <a:srgbClr val="FE7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Georgia"/>
                <a:ea typeface="微軟正黑體"/>
              </a:rPr>
              <a:t>2　相鄰場景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Georgia"/>
                <a:ea typeface="微軟正黑體"/>
              </a:rPr>
              <a:t>依範圍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6153912" y="2327563"/>
            <a:ext cx="2743200" cy="42394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進下一步：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管理層核准擴大</a:t>
            </a:r>
          </a:p>
        </p:txBody>
      </p:sp>
      <p:sp>
        <p:nvSpPr>
          <p:cNvPr id="314" name="Right Arrow 313"/>
          <p:cNvSpPr/>
          <p:nvPr/>
        </p:nvSpPr>
        <p:spPr>
          <a:xfrm>
            <a:off x="8897112" y="1844261"/>
            <a:ext cx="128016" cy="254369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Rectangle 314"/>
          <p:cNvSpPr/>
          <p:nvPr/>
        </p:nvSpPr>
        <p:spPr>
          <a:xfrm>
            <a:off x="9025128" y="1691640"/>
            <a:ext cx="2743200" cy="593528"/>
          </a:xfrm>
          <a:prstGeom prst="rect">
            <a:avLst/>
          </a:prstGeom>
          <a:solidFill>
            <a:srgbClr val="A1A8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Georgia"/>
                <a:ea typeface="微軟正黑體"/>
              </a:rPr>
              <a:t>3　全公司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Georgia"/>
                <a:ea typeface="微軟正黑體"/>
              </a:rPr>
              <a:t>持續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9025128" y="2327563"/>
            <a:ext cx="2743200" cy="42394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進下一步：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—</a:t>
            </a:r>
          </a:p>
        </p:txBody>
      </p:sp>
      <p:sp>
        <p:nvSpPr>
          <p:cNvPr id="317" name="Oval 316"/>
          <p:cNvSpPr/>
          <p:nvPr/>
        </p:nvSpPr>
        <p:spPr>
          <a:xfrm>
            <a:off x="411480" y="3055426"/>
            <a:ext cx="502920" cy="50292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Georgia"/>
                <a:ea typeface="微軟正黑體"/>
              </a:rPr>
              <a:t>1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1051560" y="2963487"/>
            <a:ext cx="5989320" cy="69527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00000"/>
                </a:solidFill>
                <a:latin typeface="Georgia"/>
                <a:ea typeface="微軟正黑體"/>
              </a:rPr>
              <a:t>現場示範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拿貴公司的一個真實需求，當場跑一次：從寫需求到上線前的核准。</a:t>
            </a:r>
          </a:p>
        </p:txBody>
      </p:sp>
      <p:sp>
        <p:nvSpPr>
          <p:cNvPr id="319" name="Oval 318"/>
          <p:cNvSpPr/>
          <p:nvPr/>
        </p:nvSpPr>
        <p:spPr>
          <a:xfrm>
            <a:off x="411480" y="3835492"/>
            <a:ext cx="502920" cy="50292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Georgia"/>
                <a:ea typeface="微軟正黑體"/>
              </a:rPr>
              <a:t>2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1051560" y="3743553"/>
            <a:ext cx="5989320" cy="69527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00000"/>
                </a:solidFill>
                <a:latin typeface="Georgia"/>
                <a:ea typeface="微軟正黑體"/>
              </a:rPr>
              <a:t>一起挑題目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開一次會，挑出 1–2 個最適合先做的需求，順便確認資料、系統和法規上有哪些限制。</a:t>
            </a:r>
          </a:p>
        </p:txBody>
      </p:sp>
      <p:sp>
        <p:nvSpPr>
          <p:cNvPr id="321" name="Oval 320"/>
          <p:cNvSpPr/>
          <p:nvPr/>
        </p:nvSpPr>
        <p:spPr>
          <a:xfrm>
            <a:off x="411480" y="4615558"/>
            <a:ext cx="502920" cy="50292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Georgia"/>
                <a:ea typeface="微軟正黑體"/>
              </a:rPr>
              <a:t>3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1051560" y="4523619"/>
            <a:ext cx="5989320" cy="69527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00000"/>
                </a:solidFill>
                <a:latin typeface="Georgia"/>
                <a:ea typeface="微軟正黑體"/>
              </a:rPr>
              <a:t>開始診斷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定好範圍和雙方窗口，開始盤點現在的開發流程和法規要求。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7315200" y="2963487"/>
            <a:ext cx="4480560" cy="2255409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請貴公司提供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・IT 主管與業務單位窗口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・現有開發流程與工具（Jira、CI、變更管理）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・候選需求清單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・資安、個資與法遵規範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411480" y="5422392"/>
            <a:ext cx="91440" cy="50873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25" name="Rectangle 324"/>
          <p:cNvSpPr/>
          <p:nvPr/>
        </p:nvSpPr>
        <p:spPr>
          <a:xfrm>
            <a:off x="502920" y="5422392"/>
            <a:ext cx="11292840" cy="50873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一句話：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AI 幫你把每一步做得更快，每一步都留下紀錄；要不要做、能不能上線，永遠由你的人決定。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AI 寫程式很快就是常態；決勝關鍵在 AI 治理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下一步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速度大家都買得到；讓每一步查得到、每個關鍵決定由人做，才是保險公司能放心擴大的條件。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411480" y="1691640"/>
            <a:ext cx="11384280" cy="135663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200"/>
              </a:spcAft>
            </a:pPr>
            <a:r>
              <a:rPr sz="3400" b="1">
                <a:solidFill>
                  <a:srgbClr val="FFFFFF"/>
                </a:solidFill>
                <a:latin typeface="Georgia"/>
                <a:ea typeface="微軟正黑體"/>
              </a:rPr>
              <a:t>做得快，也管得住。</a:t>
            </a:r>
          </a:p>
          <a:p>
            <a:pPr algn="ctr">
              <a:spcAft>
                <a:spcPts val="200"/>
              </a:spcAft>
            </a:pPr>
            <a:r>
              <a:rPr sz="1700" b="0">
                <a:solidFill>
                  <a:srgbClr val="FFFFFF"/>
                </a:solidFill>
                <a:latin typeface="Georgia"/>
                <a:ea typeface="微軟正黑體"/>
              </a:rPr>
              <a:t>從一個場景開始，6–8 週拿到貴公司自己的實測數字。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3217856"/>
            <a:ext cx="2756915" cy="165340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53%</a:t>
            </a:r>
          </a:p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300" b="1">
                <a:solidFill>
                  <a:srgbClr val="000000"/>
                </a:solidFill>
                <a:latin typeface="Georgia"/>
                <a:ea typeface="微軟正黑體"/>
              </a:rPr>
              <a:t>保險業已在用 AI</a:t>
            </a:r>
          </a:p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金管會，2026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3287268" y="3217856"/>
            <a:ext cx="2756915" cy="165340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45%</a:t>
            </a:r>
          </a:p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300" b="1">
                <a:solidFill>
                  <a:srgbClr val="000000"/>
                </a:solidFill>
                <a:latin typeface="Georgia"/>
                <a:ea typeface="微軟正黑體"/>
              </a:rPr>
              <a:t>AI 寫程式任務選了不安全的寫法</a:t>
            </a:r>
          </a:p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Veracode，2025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6163055" y="3217856"/>
            <a:ext cx="2756915" cy="165340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5 個</a:t>
            </a:r>
          </a:p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300" b="1">
                <a:solidFill>
                  <a:srgbClr val="000000"/>
                </a:solidFill>
                <a:latin typeface="Georgia"/>
                <a:ea typeface="微軟正黑體"/>
              </a:rPr>
              <a:t>關鍵決定由貴公司指定的人做</a:t>
            </a:r>
          </a:p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我們的解法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9038843" y="3217856"/>
            <a:ext cx="2756915" cy="165340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1 個場景</a:t>
            </a:r>
          </a:p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300" b="1">
                <a:solidFill>
                  <a:srgbClr val="000000"/>
                </a:solidFill>
                <a:latin typeface="Georgia"/>
                <a:ea typeface="微軟正黑體"/>
              </a:rPr>
              <a:t>就能開始，達標才擴大</a:t>
            </a:r>
          </a:p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你買到什麼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11480" y="5083232"/>
            <a:ext cx="91440" cy="101747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1" name="Rectangle 310"/>
          <p:cNvSpPr/>
          <p:nvPr/>
        </p:nvSpPr>
        <p:spPr>
          <a:xfrm>
            <a:off x="502920" y="5083232"/>
            <a:ext cx="11292840" cy="1017477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64592" bIns="164592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FD5108"/>
                </a:solidFill>
                <a:latin typeface="Georgia"/>
                <a:ea typeface="微軟正黑體"/>
              </a:rPr>
              <a:t>下一步：</a:t>
            </a:r>
            <a:r>
              <a:rPr sz="1500" b="1">
                <a:solidFill>
                  <a:srgbClr val="000000"/>
                </a:solidFill>
                <a:latin typeface="Georgia"/>
                <a:ea typeface="微軟正黑體"/>
              </a:rPr>
              <a:t>約一場現場示範，用貴公司的一個真實需求，當場從需求跑到上線前的核准。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95959"/>
                </a:solidFill>
                <a:latin typeface="Georgia"/>
                <a:ea typeface="微軟正黑體"/>
              </a:rPr>
              <a:t>兩週內就能安排；只需要一位 IT 窗口、一位業務窗口和一份需求。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Custom 1">
      <a:dk1>
        <a:srgbClr val="AAAAAA"/>
      </a:dk1>
      <a:lt1>
        <a:srgbClr val="FFFFFF"/>
      </a:lt1>
      <a:dk2>
        <a:srgbClr val="08204C"/>
      </a:dk2>
      <a:lt2>
        <a:srgbClr val="FEFFFE"/>
      </a:lt2>
      <a:accent1>
        <a:srgbClr val="FEA200"/>
      </a:accent1>
      <a:accent2>
        <a:srgbClr val="61CAE2"/>
      </a:accent2>
      <a:accent3>
        <a:srgbClr val="FE7050"/>
      </a:accent3>
      <a:accent4>
        <a:srgbClr val="64D795"/>
      </a:accent4>
      <a:accent5>
        <a:srgbClr val="69449B"/>
      </a:accent5>
      <a:accent6>
        <a:srgbClr val="EBECEB"/>
      </a:accent6>
      <a:hlink>
        <a:srgbClr val="6B9F25"/>
      </a:hlink>
      <a:folHlink>
        <a:srgbClr val="B26B0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Default Theme">
  <a:themeElements>
    <a:clrScheme name="IGPIA - Theme 12 - Light">
      <a:dk1>
        <a:srgbClr val="737572"/>
      </a:dk1>
      <a:lt1>
        <a:srgbClr val="FFFFFF"/>
      </a:lt1>
      <a:dk2>
        <a:srgbClr val="445469"/>
      </a:dk2>
      <a:lt2>
        <a:srgbClr val="FFFFFF"/>
      </a:lt2>
      <a:accent1>
        <a:srgbClr val="5DCEDB"/>
      </a:accent1>
      <a:accent2>
        <a:srgbClr val="5ECB95"/>
      </a:accent2>
      <a:accent3>
        <a:srgbClr val="F0D065"/>
      </a:accent3>
      <a:accent4>
        <a:srgbClr val="EC9F56"/>
      </a:accent4>
      <a:accent5>
        <a:srgbClr val="DC653D"/>
      </a:accent5>
      <a:accent6>
        <a:srgbClr val="CAC9D0"/>
      </a:accent6>
      <a:hlink>
        <a:srgbClr val="216BA9"/>
      </a:hlink>
      <a:folHlink>
        <a:srgbClr val="1FB18A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gradFill flip="none" rotWithShape="1">
          <a:gsLst>
            <a:gs pos="0">
              <a:srgbClr val="6FBFFF"/>
            </a:gs>
            <a:gs pos="98000">
              <a:srgbClr val="3C8BFF"/>
            </a:gs>
          </a:gsLst>
          <a:lin ang="5400000" scaled="1"/>
          <a:tileRect/>
        </a:gra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1_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graphic_elements_level2" id="{B5DCB148-F47F-7F4D-9E9E-661A4BBA69EE}" vid="{F6F779DA-93FB-C84A-8406-284B179A63E8}"/>
    </a:ext>
  </a:extLst>
</a:theme>
</file>

<file path=ppt/theme/theme4.xml><?xml version="1.0" encoding="utf-8"?>
<a:theme xmlns:a="http://schemas.openxmlformats.org/drawingml/2006/main" name="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template" id="{68F217C4-1E00-F143-AAD3-4BCCBF0A5677}" vid="{0BD6579F-3F24-3941-8ED8-09116B1E7436}"/>
    </a:ext>
  </a:extLst>
</a:theme>
</file>

<file path=ppt/theme/theme5.xml><?xml version="1.0" encoding="utf-8"?>
<a:theme xmlns:a="http://schemas.openxmlformats.org/drawingml/2006/main" name="2_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template" id="{0B296F49-9839-BE48-A6B0-07FAE54AD4FB}" vid="{251455FA-3AFB-1547-9744-D9A806732972}"/>
    </a:ext>
  </a:extLst>
</a:theme>
</file>

<file path=ppt/theme/theme6.xml><?xml version="1.0" encoding="utf-8"?>
<a:theme xmlns:a="http://schemas.openxmlformats.org/drawingml/2006/main" name="3_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graphic_elements_level2" id="{B5DCB148-F47F-7F4D-9E9E-661A4BBA69EE}" vid="{F6F779DA-93FB-C84A-8406-284B179A63E8}"/>
    </a:ext>
  </a:extLst>
</a:theme>
</file>

<file path=ppt/theme/theme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3445195d-0402-4561-91d6-fad97d760b90">
      <Terms xmlns="http://schemas.microsoft.com/office/infopath/2007/PartnerControls"/>
    </lcf76f155ced4ddcb4097134ff3c332f>
    <TaxCatchAll xmlns="4e47112c-55e5-4d87-b35d-79e596036ebc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7CEFDBAE80C59469568A37FF2AD9E46" ma:contentTypeVersion="15" ma:contentTypeDescription="Create a new document." ma:contentTypeScope="" ma:versionID="9b80cff5c45fe37fe7e79aba68c8730b">
  <xsd:schema xmlns:xsd="http://www.w3.org/2001/XMLSchema" xmlns:xs="http://www.w3.org/2001/XMLSchema" xmlns:p="http://schemas.microsoft.com/office/2006/metadata/properties" xmlns:ns2="3445195d-0402-4561-91d6-fad97d760b90" xmlns:ns3="4e47112c-55e5-4d87-b35d-79e596036ebc" targetNamespace="http://schemas.microsoft.com/office/2006/metadata/properties" ma:root="true" ma:fieldsID="6b6ba577ede3a76c2b1fbac158428f6a" ns2:_="" ns3:_="">
    <xsd:import namespace="3445195d-0402-4561-91d6-fad97d760b90"/>
    <xsd:import namespace="4e47112c-55e5-4d87-b35d-79e596036ebc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SearchProperties" minOccurs="0"/>
                <xsd:element ref="ns3:SharedWithUsers" minOccurs="0"/>
                <xsd:element ref="ns3:SharedWithDetails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445195d-0402-4561-91d6-fad97d760b9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6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8" nillable="true" ma:taxonomy="true" ma:internalName="lcf76f155ced4ddcb4097134ff3c332f" ma:taxonomyFieldName="MediaServiceImageTags" ma:displayName="Image Tags" ma:readOnly="false" ma:fieldId="{5cf76f15-5ced-4ddc-b409-7134ff3c332f}" ma:taxonomyMulti="true" ma:sspId="47bde53e-b0a2-4e98-8550-8a152603f3a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2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e47112c-55e5-4d87-b35d-79e596036ebc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9" nillable="true" ma:displayName="Taxonomy Catch All Column" ma:hidden="true" ma:list="{b7c682cc-33cd-40ab-8bfc-09a3a49d63b9}" ma:internalName="TaxCatchAll" ma:showField="CatchAllData" ma:web="4e47112c-55e5-4d87-b35d-79e596036eb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6E46A3C2-4B54-413D-8C27-17731F2BCB53}">
  <ds:schemaRefs>
    <ds:schemaRef ds:uri="3445195d-0402-4561-91d6-fad97d760b90"/>
    <ds:schemaRef ds:uri="4e47112c-55e5-4d87-b35d-79e596036ebc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C83975D9-63BD-47B2-B0FB-84D03020E56B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E81F0BA2-F4F2-46E4-AB38-70E65A5766DC}">
  <ds:schemaRefs>
    <ds:schemaRef ds:uri="3445195d-0402-4561-91d6-fad97d760b90"/>
    <ds:schemaRef ds:uri="4e47112c-55e5-4d87-b35d-79e596036ebc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Application>Microsoft Office PowerPoint</Application>
  <PresentationFormat>Widescreen</PresentationFormat>
  <Slides>114</Slides>
  <Notes>24</Notes>
  <HiddenSlides>0</HiddenSlides>
  <ScaleCrop>false</ScaleCrop>
  <HeadingPairs>
    <vt:vector size="4" baseType="variant">
      <vt:variant>
        <vt:lpstr>Theme</vt:lpstr>
      </vt:variant>
      <vt:variant>
        <vt:i4>6</vt:i4>
      </vt:variant>
      <vt:variant>
        <vt:lpstr>Slide Titles</vt:lpstr>
      </vt:variant>
      <vt:variant>
        <vt:i4>114</vt:i4>
      </vt:variant>
    </vt:vector>
  </HeadingPairs>
  <TitlesOfParts>
    <vt:vector size="120" baseType="lpstr">
      <vt:lpstr>1_Office Theme</vt:lpstr>
      <vt:lpstr>Default Theme</vt:lpstr>
      <vt:lpstr>1_PwC Slide Master</vt:lpstr>
      <vt:lpstr>PwC Slide Master</vt:lpstr>
      <vt:lpstr>2_PwC Slide Master</vt:lpstr>
      <vt:lpstr>3_PwC Slide Master</vt:lpstr>
      <vt:lpstr>PowerPoint Presentation</vt:lpstr>
      <vt:lpstr>PowerPoint Presentation</vt:lpstr>
      <vt:lpstr>PowerPoint Presentation</vt:lpstr>
      <vt:lpstr>PowerPoint Presentation</vt:lpstr>
      <vt:lpstr>Agenda</vt:lpstr>
      <vt:lpstr>Process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在Discovery階段聚焦，PwC主要三個關鍵轉換點</vt:lpstr>
      <vt:lpstr>制定策略建議與行動計畫，PwC協助實現CRM Discovery Phase目標</vt:lpstr>
      <vt:lpstr>PwC 將主導制定一個從快速成果到長期成功的執行計劃</vt:lpstr>
      <vt:lpstr>A-1 訪談洞察：全面評估關鍵業務，規劃未來策略執行方向</vt:lpstr>
      <vt:lpstr>A-1 公司未來發展願景與策略目標對齊執行方式</vt:lpstr>
      <vt:lpstr>A-1 從準備到確認，業務單位訪談作業規劃</vt:lpstr>
      <vt:lpstr>Timeline</vt:lpstr>
      <vt:lpstr>Timeline</vt:lpstr>
      <vt:lpstr>Timeline</vt:lpstr>
      <vt:lpstr>Timeline</vt:lpstr>
      <vt:lpstr>Gantt Chart</vt:lpstr>
      <vt:lpstr>Gantt chart</vt:lpstr>
      <vt:lpstr>Gantt chart</vt:lpstr>
      <vt:lpstr>Gantt chart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Process</vt:lpstr>
      <vt:lpstr>Process</vt:lpstr>
      <vt:lpstr>Process</vt:lpstr>
      <vt:lpstr>Process</vt:lpstr>
      <vt:lpstr>Process</vt:lpstr>
      <vt:lpstr>全球環境動態資料轉換與應用實例：從一則情資到缺藥風險預警</vt:lpstr>
      <vt:lpstr>系統上線後的每日運作機制</vt:lpstr>
      <vt:lpstr>PowerPoint Presentation</vt:lpstr>
      <vt:lpstr>Process</vt:lpstr>
      <vt:lpstr>Process</vt:lpstr>
      <vt:lpstr>Process</vt:lpstr>
      <vt:lpstr>Four segments</vt:lpstr>
      <vt:lpstr>Four segments</vt:lpstr>
      <vt:lpstr>Four segments</vt:lpstr>
      <vt:lpstr>藥品短缺監控模型與風險燈號-雙模型優勢說明 本案將以「藥品短缺預測模型」與「重大短缺風險規則庫」建立兩道防線，第一道防線係以過往 貴署之資料進行短缺因子萃取，第二道防線係以過往 貴署資深同仁業務經驗/作業規範建立短缺防線。</vt:lpstr>
      <vt:lpstr>本案執行策略：先打底、快驗證、可交付、可發展 以資料基礎建設為起點，導入務實可用之 AI 應用，於專案期程內完成具驗證價值之藥品供應智慧監測 POC 雛形，並預留後續研究成果銜接與正式系統擴充空間。</vt:lpstr>
      <vt:lpstr>PowerPoint Presentation</vt:lpstr>
      <vt:lpstr>附件7 外部藥品資料庫擴充可行性評估(1/3)</vt:lpstr>
      <vt:lpstr>附件7 外部藥品資料庫擴充可行性評估(2/3) </vt:lpstr>
      <vt:lpstr>Table slide sample</vt:lpstr>
      <vt:lpstr>Table slide sample </vt:lpstr>
      <vt:lpstr>Table slide sample   </vt:lpstr>
      <vt:lpstr>Table slide sample    </vt:lpstr>
      <vt:lpstr>Short case studies</vt:lpstr>
      <vt:lpstr>Brand table 1</vt:lpstr>
      <vt:lpstr>PowerPoint Presentation</vt:lpstr>
      <vt:lpstr>PowerPoint Presentation</vt:lpstr>
      <vt:lpstr>One column chart </vt:lpstr>
      <vt:lpstr>Three images three content</vt:lpstr>
      <vt:lpstr>Graphs</vt:lpstr>
      <vt:lpstr>Graphs</vt:lpstr>
      <vt:lpstr>Charts</vt:lpstr>
      <vt:lpstr>Chart and two content</vt:lpstr>
      <vt:lpstr>Graphs</vt:lpstr>
      <vt:lpstr>Graphs</vt:lpstr>
      <vt:lpstr>Donut chart</vt:lpstr>
      <vt:lpstr>PowerPoint Presentation</vt:lpstr>
      <vt:lpstr>Text and large stat  lorem ipsum dolor sit amet, consectetuer adipiscing elit </vt:lpstr>
      <vt:lpstr>Text and large stat lorem ipsum dolor sit amet, consectetuer adipiscing elit </vt:lpstr>
      <vt:lpstr>Process</vt:lpstr>
      <vt:lpstr>Process</vt:lpstr>
      <vt:lpstr>PwC 顧問團隊 – Leadership</vt:lpstr>
      <vt:lpstr>Intro title</vt:lpstr>
      <vt:lpstr>Intro title</vt:lpstr>
      <vt:lpstr>Intro title</vt:lpstr>
      <vt:lpstr>CV—one person</vt:lpstr>
      <vt:lpstr>CV—one person</vt:lpstr>
      <vt:lpstr>CV—one person</vt:lpstr>
      <vt:lpstr>CV—two people</vt:lpstr>
      <vt:lpstr>CV—two people</vt:lpstr>
      <vt:lpstr>Bios—two people</vt:lpstr>
      <vt:lpstr>Bios—two people</vt:lpstr>
      <vt:lpstr>Bios—three people</vt:lpstr>
      <vt:lpstr>Bios—three people</vt:lpstr>
      <vt:lpstr>Bios—four people</vt:lpstr>
      <vt:lpstr>Bios—four people</vt:lpstr>
      <vt:lpstr>Four team images</vt:lpstr>
      <vt:lpstr>Four team images stacked</vt:lpstr>
      <vt:lpstr>Team chart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revision>1</cp:revision>
  <dcterms:created xsi:type="dcterms:W3CDTF">2026-08-13T06:16:32Z</dcterms:created>
  <dcterms:modified xsi:type="dcterms:W3CDTF">2026-08-28T08:56:35Z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0x01010057CEFDBAE80C59469568A37FF2AD9E46</vt:lpwstr>
  </property>
  <property fmtid="{D5CDD505-2E9C-101B-9397-08002B2CF9AE}" pid="3" name="MediaServiceImageTags">
    <vt:lpwstr/>
  </property>
</Properties>
</file>