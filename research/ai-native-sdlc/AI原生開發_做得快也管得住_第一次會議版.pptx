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60" r:id="rId21"/>
    <p:sldId id="263" r:id="rId24"/>
    <p:sldId id="264" r:id="rId25"/>
    <p:sldId id="265" r:id="rId26"/>
    <p:sldId id="266" r:id="rId27"/>
    <p:sldId id="267" r:id="rId28"/>
    <p:sldId id="269" r:id="rId30"/>
    <p:sldId id="270" r:id="rId31"/>
    <p:sldId id="273" r:id="rId34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21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今天談三件事：怎麼落地、範本與規則怎麼沿用、怎麼管得住</a:t>
            </a:r>
          </a:p>
          <a:p>
            <a:r>
              <a:t>• 結論：從一個場景開始，做得快，也管得住</a:t>
            </a:r>
          </a:p>
          <a:p>
            <a:r>
              <a:t>• 約 20 分鐘，中間有現場示範</a:t>
            </a:r>
          </a:p>
          <a:p>
            <a:r>
              <a:t>【可能被問】今天要我們決定什麼？→ 只請貴公司安排一場用自己需求的現場示範。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建議：4–6 週診斷＋6–8 週一個場景試點，達標才擴大</a:t>
            </a:r>
          </a:p>
          <a:p>
            <a:r>
              <a:t>• 三個理由：責任在保險公司、只買工具不夠、我們已經在用</a:t>
            </a:r>
          </a:p>
          <a:p>
            <a:r>
              <a:t>• 請決定：安排示範、選 1–2 個候選場景</a:t>
            </a:r>
          </a:p>
          <a:p>
            <a:r>
              <a:t>【可能被問】要多少錢？→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保險業 53% 已在用 AI；用 AI 的業者 76% 已導入生成式 AI</a:t>
            </a:r>
          </a:p>
          <a:p>
            <a:r>
              <a:t>• AI 寫的程式約 45% 有資安漏洞</a:t>
            </a:r>
          </a:p>
          <a:p>
            <a:r>
              <a:t>• 責任在保險公司：紀錄要設計進流程，不能事後補</a:t>
            </a:r>
          </a:p>
          <a:p>
            <a:r>
              <a:t>【可能被問】45% 是你們測的嗎？→ 不是，是資安公司 Veracode 2025 年的研究，來源可點。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工具已普及：開發者 84% 在用；57% 保險業高階主管列為首要投資</a:t>
            </a:r>
          </a:p>
          <a:p>
            <a:r>
              <a:t>• 但交付更不穩；複雜的既有系統，效益常在 10% 以下</a:t>
            </a:r>
          </a:p>
          <a:p>
            <a:r>
              <a:t>• PwC 調查：56% 的 CEO 還沒看到 AI 的財務效益</a:t>
            </a:r>
          </a:p>
          <a:p>
            <a:r>
              <a:t>【可能被問】JPMorgan 不是提升 10–20%？→ 那是個人生產力、公司自述；DORA 看的是整體交付。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開發流程串成循環，維運發現的問題回到需求</a:t>
            </a:r>
          </a:p>
          <a:p>
            <a:r>
              <a:t>• 三個機制：交接靠檔案、規則自動執行、關卡有人簽</a:t>
            </a:r>
          </a:p>
          <a:p>
            <a:r>
              <a:t>• AI 可以做到正式環境門口，不能自己開門</a:t>
            </a:r>
          </a:p>
          <a:p>
            <a:r>
              <a:t>【可能被問】要換掉現有的 Jira 或變更管理嗎？→ 不用，關卡與紀錄接在既有工具上。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依「多常發生 × 需要判斷」把工作分四類</a:t>
            </a:r>
          </a:p>
          <a:p>
            <a:r>
              <a:t>• 右下角就是人工關卡：人決定，AI 只提供資料</a:t>
            </a:r>
          </a:p>
          <a:p>
            <a:r>
              <a:t>• 第一個試點，挑左上角工作多的需求</a:t>
            </a:r>
          </a:p>
          <a:p>
            <a:r>
              <a:t>【可能被問】分類由誰決定？→ 診斷時依貴公司的專案確認。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再保險系統開發模組：規則 → 規格 → 任務 → 測試 → 追溯</a:t>
            </a:r>
          </a:p>
          <a:p>
            <a:r>
              <a:t>• 每一步都有文件，任務最多改 5 個檔案</a:t>
            </a:r>
          </a:p>
          <a:p>
            <a:r>
              <a:t>• 現場可用貴公司的一個需求走一遍</a:t>
            </a:r>
          </a:p>
          <a:p>
            <a:r>
              <a:t>【可能被問】覆蓋率 90% 是實際結果嗎？→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以前：人照清單逐項點、記、截圖</a:t>
            </a:r>
          </a:p>
          <a:p>
            <a:r>
              <a:t>• 現在：系統自動跑畫面測試，每次改版重跑、錄影留存</a:t>
            </a:r>
          </a:p>
          <a:p>
            <a:r>
              <a:t>• 人只看沒通過的項目</a:t>
            </a:r>
          </a:p>
          <a:p>
            <a:r>
              <a:t>【可能被問】自動測試是 AI 寫的嗎？→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做得快：四個痛點各有做法與指標</a:t>
            </a:r>
          </a:p>
          <a:p>
            <a:r>
              <a:t>• 管得住：監理機關會問的五題，各有做法與紀錄</a:t>
            </a:r>
          </a:p>
          <a:p>
            <a:r>
              <a:t>• 效益不先承諾數字，試點前量基準</a:t>
            </a:r>
          </a:p>
          <a:p>
            <a:r>
              <a:t>【可能被問】上線是誰核准的？→ 貴公司指定的人；寫程式的 AI 不能核准自己的程式。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診斷 4–6 週、試點 6–8 週，各有明確交付物；達標才擴大</a:t>
            </a:r>
          </a:p>
          <a:p>
            <a:r>
              <a:t>• 為什麼選我們：已經在用、在地法規、懂保險業務、可稽核關卡</a:t>
            </a:r>
          </a:p>
          <a:p>
            <a:r>
              <a:t>• 再保系統示範就是證據</a:t>
            </a:r>
          </a:p>
          <a:p>
            <a:r>
              <a:t>【可能被問】為什麼要三個月？→ 含診斷與基準量測；試點本身 6–8 週，同時教會團隊，不只交一個功能。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三步：現場示範 → 一起挑題目 → 開始診斷</a:t>
            </a:r>
          </a:p>
          <a:p>
            <a:r>
              <a:t>• 請提供：窗口、現有流程與工具、候選需求、法遵規範</a:t>
            </a:r>
          </a:p>
          <a:p>
            <a:r>
              <a:t>• AI 讓每一步更快、都留下紀錄；要不要做、能不能上線，由你的人決定</a:t>
            </a:r>
          </a:p>
          <a:p>
            <a:r>
              <a:t>【可能被問】下一步是什麼？→ 約一場用貴公司需求的現場示範。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一句話：AI 的使用成本兩年降到 1/280，出了事責任一分都沒有變少</a:t>
            </a:r>
          </a:p>
          <a:p>
            <a:r>
              <a:t>• 未來的差距，在誰敢讓 AI 寫的程式上線；敢上線靠治理</a:t>
            </a:r>
          </a:p>
          <a:p>
            <a:r>
              <a:t>• 只請一件事：約一場用貴公司需求的現場示範，講完就停</a:t>
            </a:r>
          </a:p>
          <a:p>
            <a:r>
              <a:t>【可能被問】為什麼要現在決定？→ 不用今天決定全案，只約示範；看完再決定要不要診斷。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www.pwc.com/us/en/industries/financial-services/library/reinventing-insurance.html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5-ai-index-report" TargetMode="External"/><Relationship Id="rId3" Type="http://schemas.openxmlformats.org/officeDocument/2006/relationships/hyperlink" Target="https://www.leeandli.com/TW/Newsletters/7525.htm" TargetMode="Externa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3、9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4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7、10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PwC〈Reinventing insurance〉，2025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36883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5 頁）。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10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左邊四項讓交付變快、各用一個指標驗收；右邊五題是監理機關會問的，各有做法、也留得下紀錄。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管得住：監理機關會問 → 做法 → 留下的紀錄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監理機關會問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2" name="Rectangle 341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7 頁）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7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5 頁）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國際方案多以預建代理與藍圖為主。擴大階段、工具包授權與駐點支援可依需求討論。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1/280；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44049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微軟正黑體"/>
                <a:ea typeface="微軟正黑體"/>
                <a:hlinkClick r:id="rId2"/>
              </a:rPr>
              <a:t>1/280：Stanford AI Index 2025（同等能力的 AI，2022-11 → 2024-10）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責任：保險業作業委外辦法、AI 自律規範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828863"/>
            <a:ext cx="1138428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敢上線的前提：每一步查得到、每個關鍵決定由人做。這就是我們幫保險公司建好的東西。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5210417"/>
            <a:ext cx="91440" cy="89029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502920" y="5210417"/>
            <a:ext cx="1129284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