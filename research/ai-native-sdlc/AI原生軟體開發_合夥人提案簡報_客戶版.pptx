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infoq.com/news/2025/09/dora-state-of-ai-in-dev-2025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mckinsey.com/capabilities/tech-and-ai/our-insights/the-top-trends-in-tech" TargetMode="External"/><Relationship Id="rId11" Type="http://schemas.openxmlformats.org/officeDocument/2006/relationships/hyperlink" Target="https://www.allenandgledhill.com/sg/publication/articles/29565/mas-publishes-information-paper-on-ai-model-risk-management" TargetMode="External"/><Relationship Id="rId12" Type="http://schemas.openxmlformats.org/officeDocument/2006/relationships/hyperlink" Target="https://www.leeandli.com/TW/Newsletters/7525.htm" TargetMode="External"/><Relationship Id="rId13" Type="http://schemas.openxmlformats.org/officeDocument/2006/relationships/hyperlink" Target="https://law.lia-roc.org.tw/Law/GetFile/0000394231" TargetMode="External"/><Relationship Id="rId14" Type="http://schemas.openxmlformats.org/officeDocument/2006/relationships/hyperlink" Target="https://www.fsc.gov.tw/websitedowndoc?file=chfsc/202408231741530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從一個用例開始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一頁看懂：從一個用例開始，證明 AI 開發更快也可稽核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週單一用例試點；達到事先講好的標準，才擴大到下一個系統。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5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自己已經用這套流程開發；台灣保險法規對應到每個關卡；從貴公司的一個真實需求開始，不必全面轉型。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11、15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從為什麼現在要做、怎麼做，到帶來什麼價值與如何擴大，說明從一個用例開始的導入方式。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7–11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12–15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從一個用例逐步擴大、如何開始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16–18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19–24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17007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採購中的角色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43400" y="1691640"/>
            <a:ext cx="38953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他們的問題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27532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我們給的答案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決策與付費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064715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275320" y="2064715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一個可量測的用例試點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85428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85428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提出需求、共同贊助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343400" y="2785428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需求來回多輪、上線時間難預期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275320" y="2785428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506142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506142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否決權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343400" y="3506142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275320" y="3506142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法規檢查清單、人工關卡、完整紀錄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26855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26855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核准預算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343400" y="4226855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投資要看到回報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275320" y="4226855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小範圍起步，先講好成功標準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040837"/>
            <a:ext cx="1138428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使用率已達八至九成，但交付穩定度下降；DORA 2026 指出，只買授權不保證回報。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706624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在工作中使用 AI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5001768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001768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296912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296912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592055" y="1691640"/>
            <a:ext cx="2203703" cy="33915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592055" y="2073194"/>
            <a:ext cx="2203703" cy="97508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高階主管把生成式 AI 列為 2026 年首要科技投資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交付表現（DORA 2025）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交付速度：轉為正相關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既有系統的效益較小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新開發的簡單任務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複雜的既有系統（常見）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研究結論（DORA 2026）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回報來自內部平台、清楚的流程與團隊協作，不是工具本身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2025；Google DORA 2024、2025、2026；JPMorgan（公司自述）；Deloitte Insights 2025；PwC 保險高階主管調查。完整連結見附錄 E。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既有系統的生產力數字為 DORA 2026 引述的 Stanford 研究。DORA 2024 模型估計：AI 採用率每增加 25%，穩定度 −7.2%、速度 −1.5%。顧問業者已推出相關方案（附錄 C）。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協作開發流程與產出範本〉v3。DORA 2026 建議以不可略過的檢查點、提交前自動檢查、小批次與版本控制承接 AI 帶來的審查負擔，與三個機制一致（附錄 E）。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對貴公司的意義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先挑左上角：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第一個試點用例，優先挑這類工作多的需求，最快看到效果。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右下角就是五個關卡：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這些決定由貴公司指定的人做，AI 只提供資料（第 9 頁）。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依實際專案調整：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分類在準備度診斷時，依貴公司的專案與規範確認（第 14 頁）。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現場示範：用一個用例走完從需求到上線的每一步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FSC1 已在使用這套做法；現場可用貴公司提供的一個需求，走完以下五個步驟。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業務需求 → AI 追問 → 定稿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起草，自動套用規範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核准前 AI 不能改程式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296912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自己跑測試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核准與紀錄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592056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誰核准、何時，查得到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1：不是概念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我們自己已經在用，畫面是實際操作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2：每一步可稽核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每個關卡都有人核准、留下紀錄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3：一個用例就能開始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不需要先改造整個 IT 部門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6478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示範畫面由 FSC1 IT 團隊提供，使用假資料，不含任何客戶資料。現場示範可用貴公司提供的一個需求進行。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試點以流程指標驗收；DORA 四項交付指標需要較長期間與足夠的上線次數，於擴大階段起追蹤。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53212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1691640"/>
            <a:ext cx="3300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53212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新功能更快上線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458200" y="2064715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從第一次討論到需求定稿的時間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76949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審查排隊、品質看人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先審、人判斷風險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53212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工程師把時間花在需要判斷的工作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458200" y="2776949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第一次審查的等待時間、返工次數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489184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每次改動自行測試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53212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上線事故減少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458200" y="3489184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變更失敗率、復原時間（DORA，擴大階段）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01418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法規與稽核壓力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規範規則＋自動關卡＋紀錄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53212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金檢與內稽時拿得出佐證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458200" y="4201418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內稽調閱佐證所需時間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913653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交付慢且難預期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60604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每階段交出檔案，下一步直接接手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53212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交付時間可預期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8458200" y="4913653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交付時間、部署頻率（DORA，擴大階段）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76155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四項指標（部署頻率、交付時間、變更失敗率、復原時間）為業界通用的交付績效指標。效益不預先承諾數字，以實測為準。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2026：回收期 6–9 個月是敏捷團隊的優異目標；需要大量治理的大型企業導入，12–18 個月屬可接受。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204535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659283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659283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295207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11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9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先講好 J 曲線：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DORA 2026 指出導入初期會有短暫下滑，常見的失敗是在低谷時撤資；成功標準與期間事先講好。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92643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293647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594651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895655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InfoQ，DORA 2025 State of AI-assisted Software Development 整理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196659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497663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798666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409967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McKinsey，Technology Trends Outlook 2026（代理式軟體開發列為新趨勢）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00674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Allen &amp; Gledhill，MAS 發布 AI 模型風險管理資訊文件（2024-12-05）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701678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理律法律事務所，保險業作業委外新辦法（2025-12-31 施行）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02682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壽險／產險公會，保險業運用人工智慧系統自律規範（2025-04-10 備查）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303686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金管會，金融業運用人工智慧（AI）指引，2024-06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604690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