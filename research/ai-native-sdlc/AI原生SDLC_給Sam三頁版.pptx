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一頁說清楚：AI 讓寫程式變快，我們協助客戶把整個開發流程一起改，關鍵決定仍由客戶的人來做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85216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這是什麼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852160" cy="14173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軟體從想法到上線，通常要經過規劃、設計、開發、測試、上線、維運六個階段。AI 原生的做法，是讓 AI 參與每一個階段：整理需求、起草規格、寫程式、跑測試、做第一輪審查、盯系統異常。每個階段結束都留下一份檔案，下一個階段直接接手，不必再開會交接。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46120"/>
            <a:ext cx="585216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為什麼現在要做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11879"/>
            <a:ext cx="5852160" cy="10972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現在 AI 寫程式已經很快，但多數公司的需求討論、程式審查、上線核准還是照舊，整體交付時間沒有跟著縮短；程式量變多之後，審查反而排得更長。要真正變快，流程本身也要一起改。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846320"/>
            <a:ext cx="585216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客戶得到什麼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230368"/>
            <a:ext cx="1901952" cy="822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更快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手冊預期從想法到需求定稿可由數週縮短到數小時，實際以試點量測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5230368"/>
            <a:ext cx="1901952" cy="822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查得到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誰提出、AI 做了什麼、誰核准，全部有紀錄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5230368"/>
            <a:ext cx="1901952" cy="822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守得住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公司規範寫成 AI 會照做的規則，上線一定要人授權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325880"/>
            <a:ext cx="91440" cy="33375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1325880"/>
            <a:ext cx="5166360" cy="33375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Sam 可以這樣說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「各位現在用 AI 寫程式應該已經快很多，但可能也發現，需求討論、程式審查、上線核准還是跟以前一樣慢，整體並沒有快多少。我們要談的，是把整個開發流程一起重新設計：AI 參與每一個步驟，每一步都留下紀錄；像『這個需求要不要做』、『這次改動能不能上線』這類關鍵決定，仍然由你們指定的人來做。」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846320"/>
            <a:ext cx="5257800" cy="12070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一句話收尾：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「AI 幫你把每一步做得更快，每一步也都留下紀錄；要不要上線，永遠由你的人決定。」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3–7 頁。「數週到數小時」為手冊所述預期，非實測。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實際怎麼運作：以「理賠進度自助查詢」為例，人負責說清楚問題、決定要不要做、決定能不能上線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56362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步驟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640994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發生什麼（白話）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280160"/>
            <a:ext cx="188366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誰決定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78440" y="1280160"/>
            <a:ext cx="138074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留下的紀錄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64207"/>
            <a:ext cx="15636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① 提出問題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664207"/>
            <a:ext cx="64099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理賠部門同仁直接跟 AI 說明：客戶常打電話問理賠進度，客服約三分之一通話時間都在回答這件事。AI 會像分析師一樣追問範圍、使用者和限制，整理成需求說明。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1664207"/>
            <a:ext cx="18836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提出的同仁確認內容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8440" y="1664207"/>
            <a:ext cx="13807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12848"/>
            <a:ext cx="156362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② 決定要不要做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212848"/>
            <a:ext cx="640994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產品負責人看過 AI 整理的需求說明，修正誤解後，決定接受或退回。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212848"/>
            <a:ext cx="188366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★ 產品負責人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2212848"/>
            <a:ext cx="138074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接受紀錄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61487"/>
            <a:ext cx="15636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③ 起草規格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761487"/>
            <a:ext cx="64099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依需求說明寫出規格，自動套用公司的資安、法遵、品牌規範，例如「入口網站不能新增個資」。規範互相衝突的地方，AI 會標出來交給規範負責人。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761487"/>
            <a:ext cx="18836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產品負責人審核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78440" y="2761487"/>
            <a:ext cx="13807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10127"/>
            <a:ext cx="156362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④ 寫實作計畫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310127"/>
            <a:ext cx="640994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先寫出要改哪些地方、先後順序、可能的風險（例如核心系統有流量上限，要加快取）以及怎麼證明完成。工程師修正、核准之前，AI 不能改任何程式。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3310127"/>
            <a:ext cx="188366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工程師（高風險找架構師）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3310127"/>
            <a:ext cx="1380744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實作計畫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858768"/>
            <a:ext cx="15636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⑤ 寫程式與測試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3858768"/>
            <a:ext cx="64099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照計畫寫程式並自己跑測試，確認四種理賠狀態都正確、畫面和設計稿一致，全部通過才交給人。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3858768"/>
            <a:ext cx="18836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自行驗證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3858768"/>
            <a:ext cx="13807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程式與測試結果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07408"/>
            <a:ext cx="156362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⑥ 審查與上線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407408"/>
            <a:ext cx="640994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先依公司審查規則檢查錯誤、資安與合規問題並排出嚴重程度；程式負責人判斷是否符合原意、風險能否接受；最後由發布經理授權上線。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4407408"/>
            <a:ext cx="188366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★ 程式負責人、發布經理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4407408"/>
            <a:ext cx="1380744" cy="51206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審查與核准紀錄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956048"/>
            <a:ext cx="156362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微軟正黑體"/>
                <a:ea typeface="微軟正黑體"/>
              </a:rPr>
              <a:t>⑦ 上線後監看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4956048"/>
            <a:ext cx="64099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錯誤率超出正常範圍時，AI 先診斷原因，必要時執行事先演練過的退回上一版，並把發現寫成新的需求說明，重新進入流程。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4956048"/>
            <a:ext cx="188366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服務負責人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78440" y="4956048"/>
            <a:ext cx="1380744" cy="51206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事件紀錄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541264"/>
            <a:ext cx="9144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41264"/>
            <a:ext cx="11292840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Sam 可以這樣說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「整個過程裡，起草、計畫、寫程式、測試、初審都由 AI 先做；你們的人只在關鍵點做決定，而且每一步都有紀錄可查。」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12648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★ 與淺橘底為人做決定的關卡。數字（三分之一通話時間）為手冊示例，非客戶資料。來源：Anthropic《The AI-Native SDLC Playbook》，第 12–20、37–52 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我們怎麼帶客戶導入：先挑一個小試點跑一次，量到成效再擴大；客戶常問的問題這樣回答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76072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導入四步驟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92024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737360"/>
            <a:ext cx="521208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先挑一個試點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選一個規格清楚、影響範圍小、已經有測試的日常需求，降低第一次的風險。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83464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651760"/>
            <a:ext cx="521208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把規矩寫下來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準備需求說明範本與團隊說明檔，把一條常被漏掉的公司規範寫成 AI 會照做的規則，並用自動閘門守住現有的核准關卡。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749039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566160"/>
            <a:ext cx="521208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帶著跑一次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試點需求從頭到尾走一遍上一頁的七個步驟。先由人一步步帶著 AI 做，確認每個關卡都有人核准、都有紀錄。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66344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480560"/>
            <a:ext cx="521208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量測再擴大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試點前先記下現況：需求定稿時間、審查等待時間、上線失敗率。試點後用同一套指標比較，數字站得住再擴大，最後才讓流程自動串接。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280160"/>
            <a:ext cx="534924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客戶常問的四個問題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737360"/>
            <a:ext cx="534924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會不會失控？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只能走核准過的路徑，正式上線一定要指定的人授權，每一次放行或阻擋都有時間紀錄。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651760"/>
            <a:ext cx="534924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出事誰負責？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需要判斷的決定都由人做並留下紀錄；寫程式的 AI 不能核准自己的程式，職責分離不變。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566160"/>
            <a:ext cx="534924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要換掉現有的 Jira 嗎？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不用。每種紀錄指定一個「以誰為準」的系統，其他系統放連結即可。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480560"/>
            <a:ext cx="5349240" cy="84124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機密資料安全嗎？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IT 可統一禁止 AI 讀取金鑰與機密檔、限制對外連線、在隔離環境執行，也可走公司既有的雲端合約。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468112"/>
            <a:ext cx="91440" cy="62179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68112"/>
            <a:ext cx="11292840" cy="6217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Sam 可以這樣說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「我們建議先挑一個小範圍的需求，用你們現有的版本紀錄和 CI 數據，量出導入前後的差別；數字站得住，再擴大到更多團隊。」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12648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推案前：客戶若同時是所內審計客戶，先與 Risk &amp; Quality 確認獨立性。完整說明、法規、服務模組與術語對照見 32 頁完整版。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